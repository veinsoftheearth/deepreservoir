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4" r:id="rId2"/>
    <p:sldId id="36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7F7B-D31E-B9A2-AE66-D62C68A43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0AE34-713B-F61A-B04F-88EBB32CF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B701E-A9C4-6493-19A2-00AE167B2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9D8F0-F6BA-993E-A92B-9B4416B0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72C4D-935C-1E9A-19D9-B9AEBE6B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8875-EC14-47F9-8171-910CBA0F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5BD2-D5D6-7DF9-156F-B366AF63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11A94-BC6F-27EC-2D0B-2FE6F04CE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C2103-67A7-C1D0-8CE0-4F9FE03D9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51EE4-CE74-24C3-031B-C4BC42AC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3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D17DE-1534-6287-8829-F3DE727F4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6A83B-3C45-0649-BDB4-C10068718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BF3E6-E6CC-EB96-3BBE-00234C8D2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D4412-B563-F4E8-2ED9-46BBC3D6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3AF5-CDFD-6370-9ED1-55B6DBB60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27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57E0-70E8-5196-7F58-215C9623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0E321-249D-DD9B-0A45-5B091BCC4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EB8CD-A796-E25C-9F98-A81CA9632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18BF8-6E37-9BD6-3FAC-30A067FD9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18BED-2041-98AD-A535-C6F5A9645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8447A-BD45-5CF5-5A6E-081D104B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2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A0F47-3629-215D-358A-9D65C768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722D0-16AC-C662-0BD6-01FE90735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4A1CB7-EC60-4A3C-8E72-F0768F8A0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1F413B-69AC-883D-50CC-962077D097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657A1-DFD3-400B-0505-FD4E40D32E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7CC1FD-5449-EC38-EC8A-891298C5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C01FF2-CBF9-D59D-8098-94BDEDB3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B87D2-9F6E-8313-8948-0FCD6648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13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B8F0-D49B-98AA-77C5-5C221C48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2E0EE-ADC8-09C4-48D7-B5D1429B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904E6-6D3E-EE39-5519-B82EACDE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4CE08-C653-DC09-0EBC-1B9D6789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8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0D586-508B-FC75-4265-FCB474F4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F8FCF-9B1A-4303-AB5A-6CB49D75F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7CE57-C68B-F5F3-DF66-B0C3B65C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3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FC56D-B92C-3D9F-414F-9F28C5F55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5A0CD-F364-B96F-61B4-2E7570DB7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24583-97B2-3D9B-EA58-E3840DEE7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D9AA7-66A0-E462-FB6D-FBD6AB6FF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BB6EC-91D7-6597-1908-DFC7318E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8DBEF-2F75-92E6-9C52-EF95FE92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9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73EB-61DB-54A6-177F-BBB23743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E1DFE-8046-397F-6944-789AF4F0A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5051C-B2F8-1D2F-3F45-2B53C805A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D2FEE-366E-6746-0573-DA91C2B8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71E78-1957-08B7-3BB8-07DEED01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68D11-8A90-6C8A-0AC2-86D4E0963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39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73D2-653D-C267-62FB-BA1A28A6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8A0CF-D108-2ED9-55EC-A4D6D11EB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A012E-9013-42D6-4FA6-B0529FE7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F6444-4B67-0651-549D-DF48A6571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AEA2B-DB2B-35D0-6907-85D01448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0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FB6C25-40C9-2E47-8D56-3CA5874A4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B3DBA-1145-A90C-32CB-4BAFED745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9E7B4-E08F-194D-ED4B-3F18F784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DD7DB-D66E-2E67-B077-C64B3D3BF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1FADD-7038-97FD-6D95-EBC90CC9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30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-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C89D9-A95D-984D-AA31-A11221C38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09600"/>
            <a:ext cx="10972800" cy="89220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/>
              <a:t>Click to add a brief slide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24F4C0B-8E0E-D247-8998-89B0F977E9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1524000"/>
            <a:ext cx="10972800" cy="4260851"/>
          </a:xfrm>
        </p:spPr>
        <p:txBody>
          <a:bodyPr wrap="square" lIns="0" tIns="0" rIns="0" bIns="0">
            <a:noAutofit/>
          </a:bodyPr>
          <a:lstStyle>
            <a:lvl1pPr marL="306910" indent="-306910">
              <a:lnSpc>
                <a:spcPct val="100000"/>
              </a:lnSpc>
              <a:spcBef>
                <a:spcPts val="800"/>
              </a:spcBef>
              <a:tabLst/>
              <a:defRPr>
                <a:solidFill>
                  <a:schemeClr val="tx1"/>
                </a:solidFill>
              </a:defRPr>
            </a:lvl1pPr>
            <a:lvl2pPr marL="613818" indent="-306910">
              <a:tabLst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219170" indent="-302676">
              <a:tabLst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add first 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049903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CB0F0B-6715-220E-31F8-FC2EBA515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9EAAD-FAF3-9979-47CD-F7D9019D5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998C-E0C4-CC28-8D56-320DA9603D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2D3E5-CB9E-4202-81E4-3B59D620A08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DFA2A-E936-584E-650B-0EC70FC77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9227C-B102-592E-10E4-3887D383E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39A6E-1B61-4B94-83EF-0FDF00595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0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714FCECA-5257-6848-BB08-469AB977C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35340" y="1108507"/>
            <a:ext cx="6027139" cy="3860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760A74-109E-5D32-9AE1-97FB301D7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987" y="3770672"/>
            <a:ext cx="3768316" cy="261012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30FF50-D818-2F4B-B792-5C5E8A813F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338667"/>
            <a:ext cx="10972800" cy="892208"/>
          </a:xfrm>
        </p:spPr>
        <p:txBody>
          <a:bodyPr/>
          <a:lstStyle/>
          <a:p>
            <a:r>
              <a:rPr lang="en-US"/>
              <a:t>Deep reinforcement learning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58E471-3E93-14BC-F003-F524CFB6A1AE}"/>
              </a:ext>
            </a:extLst>
          </p:cNvPr>
          <p:cNvSpPr txBox="1">
            <a:spLocks/>
          </p:cNvSpPr>
          <p:nvPr/>
        </p:nvSpPr>
        <p:spPr>
          <a:xfrm>
            <a:off x="0" y="6483600"/>
            <a:ext cx="12192000" cy="3744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2400" b="1" i="0" kern="1200">
                <a:solidFill>
                  <a:srgbClr val="000F7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None/>
              <a:defRPr sz="14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67">
                <a:solidFill>
                  <a:srgbClr val="FFFB09"/>
                </a:solidFill>
                <a:effectLst>
                  <a:glow rad="101600">
                    <a:schemeClr val="tx1"/>
                  </a:glow>
                </a:effectLst>
              </a:rPr>
              <a:t>Technical Vitality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A273B9-C7B5-F1BC-773B-EB74C77B5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15" y="1161641"/>
            <a:ext cx="3734239" cy="2740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F8A88D-5C48-A157-22D0-F76C3C05D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202" y="864930"/>
            <a:ext cx="3416777" cy="14861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63E08C-FAD4-7B4C-FDF9-CAC5D27F74B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29023" y="2469127"/>
            <a:ext cx="2400867" cy="20308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611711-52A2-8961-FAC2-0E52AA6FF6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09" y="3569111"/>
            <a:ext cx="2140147" cy="18653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B9C687-CF74-2CA8-128D-B4F8A61497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7498" y="1325691"/>
            <a:ext cx="5354503" cy="441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07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40FA3B-99CE-230C-3FFC-5CA536072F81}"/>
              </a:ext>
            </a:extLst>
          </p:cNvPr>
          <p:cNvCxnSpPr>
            <a:cxnSpLocks/>
          </p:cNvCxnSpPr>
          <p:nvPr/>
        </p:nvCxnSpPr>
        <p:spPr>
          <a:xfrm>
            <a:off x="1556896" y="1835201"/>
            <a:ext cx="7437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C16F5F1-73FA-E025-3B02-199D23DC9CF6}"/>
              </a:ext>
            </a:extLst>
          </p:cNvPr>
          <p:cNvSpPr txBox="1"/>
          <p:nvPr/>
        </p:nvSpPr>
        <p:spPr>
          <a:xfrm>
            <a:off x="910720" y="1588981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S</a:t>
            </a:r>
            <a:r>
              <a:rPr lang="en-US" sz="2400" i="1" baseline="-25000"/>
              <a:t>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68BDBDD-8D31-34B2-7F63-C65358F7EA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304800"/>
            <a:ext cx="10972800" cy="892208"/>
          </a:xfrm>
        </p:spPr>
        <p:txBody>
          <a:bodyPr/>
          <a:lstStyle/>
          <a:p>
            <a:r>
              <a:rPr lang="en-US" dirty="0"/>
              <a:t>Deep Reinforcement Learning (DRL)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8F1A833-9832-F9E8-C227-CAC594D7A8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03104" y="1029689"/>
            <a:ext cx="4604293" cy="4451152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306486" indent="-306486"/>
            <a:r>
              <a:rPr lang="en-US">
                <a:latin typeface="Arial"/>
                <a:cs typeface="Arial"/>
              </a:rPr>
              <a:t>Goal of RL Agent: Learn a </a:t>
            </a:r>
            <a:r>
              <a:rPr lang="en-US">
                <a:solidFill>
                  <a:srgbClr val="0070C0"/>
                </a:solidFill>
                <a:latin typeface="Arial"/>
                <a:cs typeface="Arial"/>
              </a:rPr>
              <a:t>policy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 marL="306486" indent="-306486"/>
            <a:r>
              <a:rPr lang="en-US">
                <a:latin typeface="Arial"/>
                <a:cs typeface="Arial"/>
              </a:rPr>
              <a:t>Deep RL: Policy 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     </a:t>
            </a:r>
            <a:r>
              <a:rPr lang="en-US">
                <a:solidFill>
                  <a:srgbClr val="0070C0"/>
                </a:solidFill>
                <a:latin typeface="Arial"/>
                <a:cs typeface="Arial"/>
              </a:rPr>
              <a:t>represented</a:t>
            </a:r>
            <a:r>
              <a:rPr lang="en-US">
                <a:latin typeface="Arial"/>
                <a:cs typeface="Arial"/>
              </a:rPr>
              <a:t> by NNs</a:t>
            </a:r>
            <a:endParaRPr lang="en-US"/>
          </a:p>
          <a:p>
            <a:pPr marL="306486" indent="-306486"/>
            <a:r>
              <a:rPr lang="en-US">
                <a:latin typeface="Arial"/>
                <a:cs typeface="Arial"/>
              </a:rPr>
              <a:t>How? Via </a:t>
            </a:r>
            <a:r>
              <a:rPr lang="en-US">
                <a:solidFill>
                  <a:srgbClr val="0070C0"/>
                </a:solidFill>
                <a:latin typeface="Arial"/>
                <a:cs typeface="Arial"/>
              </a:rPr>
              <a:t>interaction</a:t>
            </a:r>
            <a:r>
              <a:rPr lang="en-US">
                <a:latin typeface="Arial"/>
                <a:cs typeface="Arial"/>
              </a:rPr>
              <a:t>        with the environment </a:t>
            </a:r>
          </a:p>
          <a:p>
            <a:pPr lvl="1" indent="-306486"/>
            <a:r>
              <a:rPr lang="en-US"/>
              <a:t>Select action </a:t>
            </a:r>
            <a:r>
              <a:rPr lang="en-US" i="1"/>
              <a:t>a</a:t>
            </a:r>
            <a:r>
              <a:rPr lang="en-US" i="1" baseline="-25000"/>
              <a:t>t</a:t>
            </a:r>
          </a:p>
          <a:p>
            <a:pPr lvl="1" indent="-306486"/>
            <a:r>
              <a:rPr lang="en-US"/>
              <a:t>Environment evolves to </a:t>
            </a:r>
            <a:r>
              <a:rPr lang="en-US" i="1"/>
              <a:t>S</a:t>
            </a:r>
            <a:r>
              <a:rPr lang="en-US" i="1" baseline="-25000"/>
              <a:t>t+1</a:t>
            </a:r>
          </a:p>
          <a:p>
            <a:pPr lvl="1" indent="-306486"/>
            <a:r>
              <a:rPr lang="en-US"/>
              <a:t>Receive reward </a:t>
            </a:r>
            <a:r>
              <a:rPr lang="en-US" i="1"/>
              <a:t>r</a:t>
            </a:r>
            <a:r>
              <a:rPr lang="en-US" i="1" baseline="-25000"/>
              <a:t>t+1</a:t>
            </a:r>
            <a:endParaRPr lang="en-US"/>
          </a:p>
          <a:p>
            <a:pPr marL="306486" indent="-306486"/>
            <a:r>
              <a:rPr lang="en-US">
                <a:latin typeface="Arial"/>
                <a:cs typeface="Arial"/>
              </a:rPr>
              <a:t>Objective: Maximize </a:t>
            </a:r>
            <a:r>
              <a:rPr lang="en-US">
                <a:solidFill>
                  <a:srgbClr val="0070C0"/>
                </a:solidFill>
                <a:latin typeface="Arial"/>
                <a:cs typeface="Arial"/>
              </a:rPr>
              <a:t>expected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>
                <a:solidFill>
                  <a:srgbClr val="0070C0"/>
                </a:solidFill>
                <a:latin typeface="Arial"/>
                <a:cs typeface="Arial"/>
              </a:rPr>
              <a:t>total</a:t>
            </a:r>
            <a:r>
              <a:rPr lang="en-US">
                <a:latin typeface="Arial"/>
                <a:cs typeface="Arial"/>
              </a:rPr>
              <a:t> discounted return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8C7551-11C0-AC4E-F7A4-AF78FD6AA666}"/>
                  </a:ext>
                </a:extLst>
              </p:cNvPr>
              <p:cNvSpPr txBox="1"/>
              <p:nvPr/>
            </p:nvSpPr>
            <p:spPr>
              <a:xfrm>
                <a:off x="8005133" y="1374644"/>
                <a:ext cx="123613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8C7551-11C0-AC4E-F7A4-AF78FD6AA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133" y="1374644"/>
                <a:ext cx="1236137" cy="369332"/>
              </a:xfrm>
              <a:prstGeom prst="rect">
                <a:avLst/>
              </a:prstGeom>
              <a:blipFill>
                <a:blip r:embed="rId2"/>
                <a:stretch>
                  <a:fillRect t="-173770" r="-8867" b="-255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E82CC8-EF6A-77F6-5121-017293F660C9}"/>
              </a:ext>
            </a:extLst>
          </p:cNvPr>
          <p:cNvCxnSpPr>
            <a:cxnSpLocks/>
          </p:cNvCxnSpPr>
          <p:nvPr/>
        </p:nvCxnSpPr>
        <p:spPr>
          <a:xfrm>
            <a:off x="4852149" y="1835201"/>
            <a:ext cx="7437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0338B6-E0EB-4323-3DF0-CD33D09DC59B}"/>
              </a:ext>
            </a:extLst>
          </p:cNvPr>
          <p:cNvSpPr txBox="1"/>
          <p:nvPr/>
        </p:nvSpPr>
        <p:spPr>
          <a:xfrm>
            <a:off x="5717781" y="1588981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a</a:t>
            </a:r>
            <a:r>
              <a:rPr lang="en-US" sz="2400" i="1" baseline="-25000"/>
              <a:t>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5A03C9-4AF8-3DC4-D2FD-88E4DE63B380}"/>
              </a:ext>
            </a:extLst>
          </p:cNvPr>
          <p:cNvCxnSpPr>
            <a:cxnSpLocks/>
          </p:cNvCxnSpPr>
          <p:nvPr/>
        </p:nvCxnSpPr>
        <p:spPr>
          <a:xfrm>
            <a:off x="4945496" y="4001051"/>
            <a:ext cx="7437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F9F9716-D4EE-F71A-261B-CDE5068EDFF0}"/>
              </a:ext>
            </a:extLst>
          </p:cNvPr>
          <p:cNvSpPr txBox="1"/>
          <p:nvPr/>
        </p:nvSpPr>
        <p:spPr>
          <a:xfrm>
            <a:off x="5811128" y="3754829"/>
            <a:ext cx="753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S</a:t>
            </a:r>
            <a:r>
              <a:rPr lang="en-US" sz="2400" i="1" baseline="-25000"/>
              <a:t>t+1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F9712A-12BB-9B46-1FD5-FA29289F4A86}"/>
              </a:ext>
            </a:extLst>
          </p:cNvPr>
          <p:cNvCxnSpPr>
            <a:cxnSpLocks/>
          </p:cNvCxnSpPr>
          <p:nvPr/>
        </p:nvCxnSpPr>
        <p:spPr>
          <a:xfrm>
            <a:off x="4969880" y="5473341"/>
            <a:ext cx="7437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2BAF1F-90CA-F74F-CC22-398BC1197531}"/>
              </a:ext>
            </a:extLst>
          </p:cNvPr>
          <p:cNvSpPr txBox="1"/>
          <p:nvPr/>
        </p:nvSpPr>
        <p:spPr>
          <a:xfrm>
            <a:off x="5835512" y="5227121"/>
            <a:ext cx="753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r</a:t>
            </a:r>
            <a:r>
              <a:rPr lang="en-US" sz="2400" i="1" baseline="-25000"/>
              <a:t>t+1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FB714D-8126-CB45-5650-9F9C68EE8151}"/>
                  </a:ext>
                </a:extLst>
              </p:cNvPr>
              <p:cNvSpPr txBox="1"/>
              <p:nvPr/>
            </p:nvSpPr>
            <p:spPr>
              <a:xfrm>
                <a:off x="7193094" y="5636663"/>
                <a:ext cx="3247107" cy="1189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FB714D-8126-CB45-5650-9F9C68EE8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094" y="5636663"/>
                <a:ext cx="3247107" cy="1189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569D1B7-FAA9-23EB-D8C7-51679698607B}"/>
              </a:ext>
            </a:extLst>
          </p:cNvPr>
          <p:cNvCxnSpPr>
            <a:cxnSpLocks/>
          </p:cNvCxnSpPr>
          <p:nvPr/>
        </p:nvCxnSpPr>
        <p:spPr>
          <a:xfrm>
            <a:off x="1542384" y="4439780"/>
            <a:ext cx="7437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3A7F910-DD0A-5A20-7027-4D854C92000C}"/>
              </a:ext>
            </a:extLst>
          </p:cNvPr>
          <p:cNvSpPr txBox="1"/>
          <p:nvPr/>
        </p:nvSpPr>
        <p:spPr>
          <a:xfrm>
            <a:off x="896208" y="4193560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a</a:t>
            </a:r>
            <a:r>
              <a:rPr lang="en-US" sz="2400" i="1" baseline="-25000"/>
              <a:t>t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89F82FE-9363-30F7-869B-11622816EDFC}"/>
              </a:ext>
            </a:extLst>
          </p:cNvPr>
          <p:cNvGrpSpPr/>
          <p:nvPr/>
        </p:nvGrpSpPr>
        <p:grpSpPr>
          <a:xfrm>
            <a:off x="10286235" y="1878157"/>
            <a:ext cx="856519" cy="824575"/>
            <a:chOff x="2457835" y="1245577"/>
            <a:chExt cx="600674" cy="564204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0D5F97B3-9DBC-C6E4-6962-A5F41669D9FA}"/>
                </a:ext>
              </a:extLst>
            </p:cNvPr>
            <p:cNvSpPr/>
            <p:nvPr/>
          </p:nvSpPr>
          <p:spPr>
            <a:xfrm>
              <a:off x="2457835" y="1245577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7A74A47E-B97B-DA1F-695F-5D9F479ADD9C}"/>
                </a:ext>
              </a:extLst>
            </p:cNvPr>
            <p:cNvSpPr/>
            <p:nvPr/>
          </p:nvSpPr>
          <p:spPr>
            <a:xfrm>
              <a:off x="2457835" y="1402841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BEE45CB-7199-A748-40D3-5189D8A787D0}"/>
                </a:ext>
              </a:extLst>
            </p:cNvPr>
            <p:cNvSpPr/>
            <p:nvPr/>
          </p:nvSpPr>
          <p:spPr>
            <a:xfrm>
              <a:off x="2457835" y="1560105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67E1AB3-75FA-F6B7-DA08-5631C4BDF408}"/>
                </a:ext>
              </a:extLst>
            </p:cNvPr>
            <p:cNvSpPr/>
            <p:nvPr/>
          </p:nvSpPr>
          <p:spPr>
            <a:xfrm>
              <a:off x="2457835" y="1717369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809191D-180A-7A9F-35F7-1D95AB4BCE7D}"/>
                </a:ext>
              </a:extLst>
            </p:cNvPr>
            <p:cNvSpPr/>
            <p:nvPr/>
          </p:nvSpPr>
          <p:spPr>
            <a:xfrm>
              <a:off x="2712371" y="1245577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401DC77-CAE8-7079-B9A7-262D152D7681}"/>
                </a:ext>
              </a:extLst>
            </p:cNvPr>
            <p:cNvSpPr/>
            <p:nvPr/>
          </p:nvSpPr>
          <p:spPr>
            <a:xfrm>
              <a:off x="2712371" y="1402841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8DBE9C2-5C2C-644D-981B-717D14C8DBD9}"/>
                </a:ext>
              </a:extLst>
            </p:cNvPr>
            <p:cNvSpPr/>
            <p:nvPr/>
          </p:nvSpPr>
          <p:spPr>
            <a:xfrm>
              <a:off x="2712371" y="1560105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9994E7B4-3B0C-76FE-4A8D-7524D3FE0B84}"/>
                </a:ext>
              </a:extLst>
            </p:cNvPr>
            <p:cNvSpPr/>
            <p:nvPr/>
          </p:nvSpPr>
          <p:spPr>
            <a:xfrm>
              <a:off x="2712371" y="1717369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BD60B4F-DF8A-443C-8F7A-87D82CF94114}"/>
                </a:ext>
              </a:extLst>
            </p:cNvPr>
            <p:cNvCxnSpPr>
              <a:cxnSpLocks/>
              <a:stCxn id="133" idx="7"/>
              <a:endCxn id="137" idx="1"/>
            </p:cNvCxnSpPr>
            <p:nvPr/>
          </p:nvCxnSpPr>
          <p:spPr>
            <a:xfrm>
              <a:off x="2532563" y="1259110"/>
              <a:ext cx="192629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2E287A7-60EC-E7DD-5CA1-247534118D78}"/>
                </a:ext>
              </a:extLst>
            </p:cNvPr>
            <p:cNvCxnSpPr>
              <a:cxnSpLocks/>
              <a:stCxn id="134" idx="6"/>
              <a:endCxn id="138" idx="2"/>
            </p:cNvCxnSpPr>
            <p:nvPr/>
          </p:nvCxnSpPr>
          <p:spPr>
            <a:xfrm>
              <a:off x="2545384" y="1449047"/>
              <a:ext cx="166987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AD7F91E-7D82-4680-AD22-635DBD577581}"/>
                </a:ext>
              </a:extLst>
            </p:cNvPr>
            <p:cNvCxnSpPr>
              <a:cxnSpLocks/>
              <a:stCxn id="135" idx="6"/>
              <a:endCxn id="139" idx="2"/>
            </p:cNvCxnSpPr>
            <p:nvPr/>
          </p:nvCxnSpPr>
          <p:spPr>
            <a:xfrm>
              <a:off x="2545384" y="1606311"/>
              <a:ext cx="166987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9DB53305-1836-181A-511E-8F450ED2145C}"/>
                </a:ext>
              </a:extLst>
            </p:cNvPr>
            <p:cNvCxnSpPr>
              <a:cxnSpLocks/>
              <a:stCxn id="136" idx="5"/>
              <a:endCxn id="140" idx="3"/>
            </p:cNvCxnSpPr>
            <p:nvPr/>
          </p:nvCxnSpPr>
          <p:spPr>
            <a:xfrm>
              <a:off x="2532563" y="1796248"/>
              <a:ext cx="192629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1B3CE8DB-D7ED-01C3-4952-15567EC74432}"/>
                </a:ext>
              </a:extLst>
            </p:cNvPr>
            <p:cNvCxnSpPr>
              <a:cxnSpLocks/>
              <a:stCxn id="133" idx="6"/>
              <a:endCxn id="138" idx="0"/>
            </p:cNvCxnSpPr>
            <p:nvPr/>
          </p:nvCxnSpPr>
          <p:spPr>
            <a:xfrm>
              <a:off x="2545384" y="1291783"/>
              <a:ext cx="210762" cy="11105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A4FE4A57-B3AD-BD8C-AE37-1B733944CB6E}"/>
                </a:ext>
              </a:extLst>
            </p:cNvPr>
            <p:cNvCxnSpPr>
              <a:cxnSpLocks/>
              <a:stCxn id="134" idx="5"/>
              <a:endCxn id="139" idx="1"/>
            </p:cNvCxnSpPr>
            <p:nvPr/>
          </p:nvCxnSpPr>
          <p:spPr>
            <a:xfrm>
              <a:off x="2532563" y="1481720"/>
              <a:ext cx="192629" cy="9191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93586C2-C255-2FE9-8106-90D6462B81C9}"/>
                </a:ext>
              </a:extLst>
            </p:cNvPr>
            <p:cNvCxnSpPr>
              <a:cxnSpLocks/>
              <a:stCxn id="135" idx="5"/>
              <a:endCxn id="140" idx="2"/>
            </p:cNvCxnSpPr>
            <p:nvPr/>
          </p:nvCxnSpPr>
          <p:spPr>
            <a:xfrm>
              <a:off x="2532563" y="1638984"/>
              <a:ext cx="179808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CE80E8AA-D01F-2E09-F407-C0DE0E6FD12B}"/>
                </a:ext>
              </a:extLst>
            </p:cNvPr>
            <p:cNvCxnSpPr>
              <a:cxnSpLocks/>
              <a:stCxn id="133" idx="5"/>
              <a:endCxn id="139" idx="0"/>
            </p:cNvCxnSpPr>
            <p:nvPr/>
          </p:nvCxnSpPr>
          <p:spPr>
            <a:xfrm>
              <a:off x="2532563" y="1324456"/>
              <a:ext cx="223583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D1C3A73-E2C4-CDC7-BE4F-15E31A747D02}"/>
                </a:ext>
              </a:extLst>
            </p:cNvPr>
            <p:cNvCxnSpPr>
              <a:cxnSpLocks/>
              <a:stCxn id="134" idx="4"/>
              <a:endCxn id="140" idx="1"/>
            </p:cNvCxnSpPr>
            <p:nvPr/>
          </p:nvCxnSpPr>
          <p:spPr>
            <a:xfrm>
              <a:off x="2501610" y="1495253"/>
              <a:ext cx="223582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161E8E72-1063-6696-BF03-B9912AAF720F}"/>
                </a:ext>
              </a:extLst>
            </p:cNvPr>
            <p:cNvCxnSpPr>
              <a:cxnSpLocks/>
              <a:stCxn id="136" idx="6"/>
              <a:endCxn id="139" idx="3"/>
            </p:cNvCxnSpPr>
            <p:nvPr/>
          </p:nvCxnSpPr>
          <p:spPr>
            <a:xfrm flipV="1">
              <a:off x="2545384" y="1638984"/>
              <a:ext cx="179808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0C1E376-3FEC-3C35-181A-9E686F17EF48}"/>
                </a:ext>
              </a:extLst>
            </p:cNvPr>
            <p:cNvCxnSpPr>
              <a:cxnSpLocks/>
              <a:stCxn id="135" idx="7"/>
              <a:endCxn id="138" idx="3"/>
            </p:cNvCxnSpPr>
            <p:nvPr/>
          </p:nvCxnSpPr>
          <p:spPr>
            <a:xfrm flipV="1">
              <a:off x="2532563" y="1481720"/>
              <a:ext cx="192629" cy="9191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ECD051AB-848A-E941-C91E-9753617E5FFC}"/>
                </a:ext>
              </a:extLst>
            </p:cNvPr>
            <p:cNvCxnSpPr>
              <a:cxnSpLocks/>
              <a:stCxn id="134" idx="7"/>
              <a:endCxn id="137" idx="2"/>
            </p:cNvCxnSpPr>
            <p:nvPr/>
          </p:nvCxnSpPr>
          <p:spPr>
            <a:xfrm flipV="1">
              <a:off x="2532563" y="1291783"/>
              <a:ext cx="179808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C7DA175-207D-6B71-81F9-7B97D6C863AD}"/>
                </a:ext>
              </a:extLst>
            </p:cNvPr>
            <p:cNvCxnSpPr>
              <a:cxnSpLocks/>
              <a:stCxn id="136" idx="0"/>
              <a:endCxn id="137" idx="4"/>
            </p:cNvCxnSpPr>
            <p:nvPr/>
          </p:nvCxnSpPr>
          <p:spPr>
            <a:xfrm flipV="1">
              <a:off x="2501610" y="1337989"/>
              <a:ext cx="254536" cy="37938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C98ADD8B-7C2E-7B74-1DBC-4125E0EF1F54}"/>
                </a:ext>
              </a:extLst>
            </p:cNvPr>
            <p:cNvCxnSpPr>
              <a:cxnSpLocks/>
              <a:stCxn id="136" idx="7"/>
              <a:endCxn id="138" idx="4"/>
            </p:cNvCxnSpPr>
            <p:nvPr/>
          </p:nvCxnSpPr>
          <p:spPr>
            <a:xfrm flipV="1">
              <a:off x="2532563" y="1495253"/>
              <a:ext cx="223583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C63694D8-75AD-1D67-AC94-3F3C4AB7FFF5}"/>
                </a:ext>
              </a:extLst>
            </p:cNvPr>
            <p:cNvCxnSpPr>
              <a:cxnSpLocks/>
              <a:stCxn id="133" idx="4"/>
              <a:endCxn id="140" idx="0"/>
            </p:cNvCxnSpPr>
            <p:nvPr/>
          </p:nvCxnSpPr>
          <p:spPr>
            <a:xfrm>
              <a:off x="2501610" y="1337989"/>
              <a:ext cx="254536" cy="37938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D09BE0C1-124C-4144-E089-6B97D43CC080}"/>
                </a:ext>
              </a:extLst>
            </p:cNvPr>
            <p:cNvCxnSpPr>
              <a:cxnSpLocks/>
              <a:stCxn id="135" idx="0"/>
              <a:endCxn id="137" idx="3"/>
            </p:cNvCxnSpPr>
            <p:nvPr/>
          </p:nvCxnSpPr>
          <p:spPr>
            <a:xfrm flipV="1">
              <a:off x="2501610" y="1324456"/>
              <a:ext cx="223582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7F7C4476-4D9E-D536-47C7-C664712FD880}"/>
                </a:ext>
              </a:extLst>
            </p:cNvPr>
            <p:cNvSpPr/>
            <p:nvPr/>
          </p:nvSpPr>
          <p:spPr>
            <a:xfrm>
              <a:off x="2716424" y="1245577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B1ED0636-39E4-EB3C-FDF5-9B8D7F3D7992}"/>
                </a:ext>
              </a:extLst>
            </p:cNvPr>
            <p:cNvSpPr/>
            <p:nvPr/>
          </p:nvSpPr>
          <p:spPr>
            <a:xfrm>
              <a:off x="2716424" y="1402841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EF42F39E-4524-EE06-82EA-A7377D921D0A}"/>
                </a:ext>
              </a:extLst>
            </p:cNvPr>
            <p:cNvSpPr/>
            <p:nvPr/>
          </p:nvSpPr>
          <p:spPr>
            <a:xfrm>
              <a:off x="2716424" y="1560105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A77C6FA4-5C97-0220-A659-28D33EFE6DEA}"/>
                </a:ext>
              </a:extLst>
            </p:cNvPr>
            <p:cNvSpPr/>
            <p:nvPr/>
          </p:nvSpPr>
          <p:spPr>
            <a:xfrm>
              <a:off x="2716424" y="1717369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B1A5E85-AA92-7338-C883-4695BCBFEA95}"/>
                </a:ext>
              </a:extLst>
            </p:cNvPr>
            <p:cNvSpPr/>
            <p:nvPr/>
          </p:nvSpPr>
          <p:spPr>
            <a:xfrm>
              <a:off x="2970960" y="1245577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DB164D6B-4D3D-4418-BBCC-06EEF41ECCBC}"/>
                </a:ext>
              </a:extLst>
            </p:cNvPr>
            <p:cNvSpPr/>
            <p:nvPr/>
          </p:nvSpPr>
          <p:spPr>
            <a:xfrm>
              <a:off x="2970960" y="1402841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C56FA99-B8F2-EBFB-4739-FF14F0D6EF0A}"/>
                </a:ext>
              </a:extLst>
            </p:cNvPr>
            <p:cNvSpPr/>
            <p:nvPr/>
          </p:nvSpPr>
          <p:spPr>
            <a:xfrm>
              <a:off x="2970960" y="1560105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0BEFC45-D851-124E-0AB0-31F2638D3C5A}"/>
                </a:ext>
              </a:extLst>
            </p:cNvPr>
            <p:cNvSpPr/>
            <p:nvPr/>
          </p:nvSpPr>
          <p:spPr>
            <a:xfrm>
              <a:off x="2970960" y="1717369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5789A6C7-B24A-1952-660F-3F5863AE8599}"/>
                </a:ext>
              </a:extLst>
            </p:cNvPr>
            <p:cNvCxnSpPr>
              <a:cxnSpLocks/>
              <a:stCxn id="157" idx="7"/>
              <a:endCxn id="161" idx="1"/>
            </p:cNvCxnSpPr>
            <p:nvPr/>
          </p:nvCxnSpPr>
          <p:spPr>
            <a:xfrm>
              <a:off x="2791152" y="1259110"/>
              <a:ext cx="192629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3A434642-0430-A88F-EBF8-C4563E6DF485}"/>
                </a:ext>
              </a:extLst>
            </p:cNvPr>
            <p:cNvCxnSpPr>
              <a:cxnSpLocks/>
              <a:stCxn id="158" idx="6"/>
              <a:endCxn id="162" idx="2"/>
            </p:cNvCxnSpPr>
            <p:nvPr/>
          </p:nvCxnSpPr>
          <p:spPr>
            <a:xfrm>
              <a:off x="2803973" y="1449047"/>
              <a:ext cx="166987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458ECD0-E71B-BEBE-9195-1E541B29436D}"/>
                </a:ext>
              </a:extLst>
            </p:cNvPr>
            <p:cNvCxnSpPr>
              <a:cxnSpLocks/>
              <a:stCxn id="159" idx="6"/>
              <a:endCxn id="163" idx="2"/>
            </p:cNvCxnSpPr>
            <p:nvPr/>
          </p:nvCxnSpPr>
          <p:spPr>
            <a:xfrm>
              <a:off x="2803973" y="1606311"/>
              <a:ext cx="166987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C03CC9E9-614A-B01D-B520-C480E9139955}"/>
                </a:ext>
              </a:extLst>
            </p:cNvPr>
            <p:cNvCxnSpPr>
              <a:cxnSpLocks/>
              <a:stCxn id="160" idx="5"/>
              <a:endCxn id="164" idx="3"/>
            </p:cNvCxnSpPr>
            <p:nvPr/>
          </p:nvCxnSpPr>
          <p:spPr>
            <a:xfrm>
              <a:off x="2791152" y="1796248"/>
              <a:ext cx="192629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FEDEA125-6EE8-0F8A-A3DB-862ECE0B8CE7}"/>
                </a:ext>
              </a:extLst>
            </p:cNvPr>
            <p:cNvCxnSpPr>
              <a:cxnSpLocks/>
              <a:stCxn id="157" idx="6"/>
              <a:endCxn id="162" idx="0"/>
            </p:cNvCxnSpPr>
            <p:nvPr/>
          </p:nvCxnSpPr>
          <p:spPr>
            <a:xfrm>
              <a:off x="2803973" y="1291783"/>
              <a:ext cx="210762" cy="11105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B966955-365E-37F3-D47B-FAFFDE579675}"/>
                </a:ext>
              </a:extLst>
            </p:cNvPr>
            <p:cNvCxnSpPr>
              <a:cxnSpLocks/>
              <a:stCxn id="158" idx="5"/>
              <a:endCxn id="163" idx="1"/>
            </p:cNvCxnSpPr>
            <p:nvPr/>
          </p:nvCxnSpPr>
          <p:spPr>
            <a:xfrm>
              <a:off x="2791152" y="1481720"/>
              <a:ext cx="192629" cy="9191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7714A214-19E9-E6AB-23EC-C3FABC45DBEB}"/>
                </a:ext>
              </a:extLst>
            </p:cNvPr>
            <p:cNvCxnSpPr>
              <a:cxnSpLocks/>
              <a:stCxn id="159" idx="5"/>
              <a:endCxn id="164" idx="2"/>
            </p:cNvCxnSpPr>
            <p:nvPr/>
          </p:nvCxnSpPr>
          <p:spPr>
            <a:xfrm>
              <a:off x="2791152" y="1638984"/>
              <a:ext cx="179808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DE4548EA-8564-9D28-B84E-A5AB05F764CC}"/>
                </a:ext>
              </a:extLst>
            </p:cNvPr>
            <p:cNvCxnSpPr>
              <a:cxnSpLocks/>
              <a:stCxn id="157" idx="5"/>
              <a:endCxn id="163" idx="0"/>
            </p:cNvCxnSpPr>
            <p:nvPr/>
          </p:nvCxnSpPr>
          <p:spPr>
            <a:xfrm>
              <a:off x="2791152" y="1324456"/>
              <a:ext cx="223583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24135486-5D73-0F6E-F86E-B10744496E6A}"/>
                </a:ext>
              </a:extLst>
            </p:cNvPr>
            <p:cNvCxnSpPr>
              <a:cxnSpLocks/>
              <a:stCxn id="158" idx="4"/>
              <a:endCxn id="164" idx="1"/>
            </p:cNvCxnSpPr>
            <p:nvPr/>
          </p:nvCxnSpPr>
          <p:spPr>
            <a:xfrm>
              <a:off x="2760199" y="1495253"/>
              <a:ext cx="223582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29B6A768-BCCC-2A29-E935-19F8495504B7}"/>
                </a:ext>
              </a:extLst>
            </p:cNvPr>
            <p:cNvCxnSpPr>
              <a:cxnSpLocks/>
              <a:stCxn id="160" idx="6"/>
              <a:endCxn id="163" idx="3"/>
            </p:cNvCxnSpPr>
            <p:nvPr/>
          </p:nvCxnSpPr>
          <p:spPr>
            <a:xfrm flipV="1">
              <a:off x="2803973" y="1638984"/>
              <a:ext cx="179808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AB72873-8A3A-1D84-A79E-6D0FA403753D}"/>
                </a:ext>
              </a:extLst>
            </p:cNvPr>
            <p:cNvCxnSpPr>
              <a:cxnSpLocks/>
              <a:stCxn id="159" idx="7"/>
              <a:endCxn id="162" idx="3"/>
            </p:cNvCxnSpPr>
            <p:nvPr/>
          </p:nvCxnSpPr>
          <p:spPr>
            <a:xfrm flipV="1">
              <a:off x="2791152" y="1481720"/>
              <a:ext cx="192629" cy="9191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C1220A25-5A79-A25B-C828-E0170CE9FB02}"/>
                </a:ext>
              </a:extLst>
            </p:cNvPr>
            <p:cNvCxnSpPr>
              <a:cxnSpLocks/>
              <a:stCxn id="158" idx="7"/>
              <a:endCxn id="161" idx="2"/>
            </p:cNvCxnSpPr>
            <p:nvPr/>
          </p:nvCxnSpPr>
          <p:spPr>
            <a:xfrm flipV="1">
              <a:off x="2791152" y="1291783"/>
              <a:ext cx="179808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0B4E463-A91F-9537-EFA3-E9AE775D7F8A}"/>
                </a:ext>
              </a:extLst>
            </p:cNvPr>
            <p:cNvCxnSpPr>
              <a:cxnSpLocks/>
              <a:stCxn id="160" idx="0"/>
              <a:endCxn id="161" idx="4"/>
            </p:cNvCxnSpPr>
            <p:nvPr/>
          </p:nvCxnSpPr>
          <p:spPr>
            <a:xfrm flipV="1">
              <a:off x="2760199" y="1337989"/>
              <a:ext cx="254536" cy="37938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A273B032-838F-71B7-07C0-A627F230A77B}"/>
                </a:ext>
              </a:extLst>
            </p:cNvPr>
            <p:cNvCxnSpPr>
              <a:cxnSpLocks/>
              <a:stCxn id="160" idx="7"/>
              <a:endCxn id="162" idx="4"/>
            </p:cNvCxnSpPr>
            <p:nvPr/>
          </p:nvCxnSpPr>
          <p:spPr>
            <a:xfrm flipV="1">
              <a:off x="2791152" y="1495253"/>
              <a:ext cx="223583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C875CCF-8D25-EC67-A463-47920C2F8214}"/>
                </a:ext>
              </a:extLst>
            </p:cNvPr>
            <p:cNvCxnSpPr>
              <a:cxnSpLocks/>
              <a:stCxn id="157" idx="4"/>
              <a:endCxn id="164" idx="0"/>
            </p:cNvCxnSpPr>
            <p:nvPr/>
          </p:nvCxnSpPr>
          <p:spPr>
            <a:xfrm>
              <a:off x="2760199" y="1337989"/>
              <a:ext cx="254536" cy="37938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4318826-67E7-3940-7606-C3C604800F39}"/>
                </a:ext>
              </a:extLst>
            </p:cNvPr>
            <p:cNvCxnSpPr>
              <a:cxnSpLocks/>
              <a:stCxn id="159" idx="0"/>
              <a:endCxn id="161" idx="3"/>
            </p:cNvCxnSpPr>
            <p:nvPr/>
          </p:nvCxnSpPr>
          <p:spPr>
            <a:xfrm flipV="1">
              <a:off x="2760199" y="1324456"/>
              <a:ext cx="223582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CB24638-17DD-49CF-21FC-862889B3B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453" y="1032593"/>
            <a:ext cx="2374992" cy="16669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F28E5B-226B-994C-7C0C-8BE0027EC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9732" y="2948719"/>
            <a:ext cx="2545747" cy="36025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54F95B-8015-28DA-F76C-A4E9DE3A17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3406" y="4684259"/>
            <a:ext cx="762372" cy="7766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7DF4102-C899-06A0-EEEE-ADE7CC84224E}"/>
              </a:ext>
            </a:extLst>
          </p:cNvPr>
          <p:cNvGrpSpPr/>
          <p:nvPr/>
        </p:nvGrpSpPr>
        <p:grpSpPr>
          <a:xfrm>
            <a:off x="11150733" y="2079738"/>
            <a:ext cx="856519" cy="824575"/>
            <a:chOff x="2457835" y="1245577"/>
            <a:chExt cx="600674" cy="56420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E48B7B5-EEF8-BBEA-9BF5-A3E99A6C24AD}"/>
                </a:ext>
              </a:extLst>
            </p:cNvPr>
            <p:cNvSpPr/>
            <p:nvPr/>
          </p:nvSpPr>
          <p:spPr>
            <a:xfrm>
              <a:off x="2457835" y="1245577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14220E0-84A3-FED4-A691-449B2683EB60}"/>
                </a:ext>
              </a:extLst>
            </p:cNvPr>
            <p:cNvSpPr/>
            <p:nvPr/>
          </p:nvSpPr>
          <p:spPr>
            <a:xfrm>
              <a:off x="2457835" y="1402841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BE31B8-AF24-9C9F-5AA3-163982180F0F}"/>
                </a:ext>
              </a:extLst>
            </p:cNvPr>
            <p:cNvSpPr/>
            <p:nvPr/>
          </p:nvSpPr>
          <p:spPr>
            <a:xfrm>
              <a:off x="2457835" y="1560105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BB85A2E-114B-2BDC-F8EA-6E3308D7A9C1}"/>
                </a:ext>
              </a:extLst>
            </p:cNvPr>
            <p:cNvSpPr/>
            <p:nvPr/>
          </p:nvSpPr>
          <p:spPr>
            <a:xfrm>
              <a:off x="2457835" y="1717369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D9AA96A-26BD-7187-4EB0-64E6A25F4F6E}"/>
                </a:ext>
              </a:extLst>
            </p:cNvPr>
            <p:cNvSpPr/>
            <p:nvPr/>
          </p:nvSpPr>
          <p:spPr>
            <a:xfrm>
              <a:off x="2712371" y="1245577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3F8142F-D9CE-C657-84BD-DFF389F2351B}"/>
                </a:ext>
              </a:extLst>
            </p:cNvPr>
            <p:cNvSpPr/>
            <p:nvPr/>
          </p:nvSpPr>
          <p:spPr>
            <a:xfrm>
              <a:off x="2712371" y="1402841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EAEEEE-F43F-CA0A-D468-C990D48E4735}"/>
                </a:ext>
              </a:extLst>
            </p:cNvPr>
            <p:cNvSpPr/>
            <p:nvPr/>
          </p:nvSpPr>
          <p:spPr>
            <a:xfrm>
              <a:off x="2712371" y="1560105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BE03D6A-0A5E-E89B-D150-7315D8766A85}"/>
                </a:ext>
              </a:extLst>
            </p:cNvPr>
            <p:cNvSpPr/>
            <p:nvPr/>
          </p:nvSpPr>
          <p:spPr>
            <a:xfrm>
              <a:off x="2712371" y="1717369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D5571F-2B2F-AB64-E83D-31DE7CDBD1B9}"/>
                </a:ext>
              </a:extLst>
            </p:cNvPr>
            <p:cNvCxnSpPr>
              <a:cxnSpLocks/>
              <a:stCxn id="6" idx="7"/>
              <a:endCxn id="12" idx="1"/>
            </p:cNvCxnSpPr>
            <p:nvPr/>
          </p:nvCxnSpPr>
          <p:spPr>
            <a:xfrm>
              <a:off x="2532562" y="1259111"/>
              <a:ext cx="192630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CAA25BC-B93C-0A76-D3C0-4AB825C43968}"/>
                </a:ext>
              </a:extLst>
            </p:cNvPr>
            <p:cNvCxnSpPr>
              <a:cxnSpLocks/>
              <a:stCxn id="7" idx="6"/>
              <a:endCxn id="16" idx="2"/>
            </p:cNvCxnSpPr>
            <p:nvPr/>
          </p:nvCxnSpPr>
          <p:spPr>
            <a:xfrm>
              <a:off x="2545384" y="1449047"/>
              <a:ext cx="166987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0932192-9FAC-CBB7-46DA-85C2FEFC98C8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>
              <a:off x="2545384" y="1606311"/>
              <a:ext cx="166987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41AC52F-5F8F-E668-EAD2-72C788830DB2}"/>
                </a:ext>
              </a:extLst>
            </p:cNvPr>
            <p:cNvCxnSpPr>
              <a:cxnSpLocks/>
              <a:stCxn id="9" idx="5"/>
              <a:endCxn id="25" idx="3"/>
            </p:cNvCxnSpPr>
            <p:nvPr/>
          </p:nvCxnSpPr>
          <p:spPr>
            <a:xfrm>
              <a:off x="2532562" y="1796248"/>
              <a:ext cx="192630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013ACCE-C315-644B-EE1E-8D0750116C80}"/>
                </a:ext>
              </a:extLst>
            </p:cNvPr>
            <p:cNvCxnSpPr>
              <a:cxnSpLocks/>
              <a:stCxn id="6" idx="6"/>
              <a:endCxn id="16" idx="0"/>
            </p:cNvCxnSpPr>
            <p:nvPr/>
          </p:nvCxnSpPr>
          <p:spPr>
            <a:xfrm>
              <a:off x="2545384" y="1291783"/>
              <a:ext cx="210762" cy="11105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B53EEB6-4A51-0C6E-0515-53FDAA15E3E9}"/>
                </a:ext>
              </a:extLst>
            </p:cNvPr>
            <p:cNvCxnSpPr>
              <a:cxnSpLocks/>
              <a:stCxn id="7" idx="5"/>
              <a:endCxn id="17" idx="1"/>
            </p:cNvCxnSpPr>
            <p:nvPr/>
          </p:nvCxnSpPr>
          <p:spPr>
            <a:xfrm>
              <a:off x="2532562" y="1481720"/>
              <a:ext cx="192630" cy="9191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DD72681-12D5-A02C-AE19-161F71400743}"/>
                </a:ext>
              </a:extLst>
            </p:cNvPr>
            <p:cNvCxnSpPr>
              <a:cxnSpLocks/>
              <a:stCxn id="8" idx="5"/>
              <a:endCxn id="25" idx="2"/>
            </p:cNvCxnSpPr>
            <p:nvPr/>
          </p:nvCxnSpPr>
          <p:spPr>
            <a:xfrm>
              <a:off x="2532562" y="1638984"/>
              <a:ext cx="179809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EF35C2-A0B8-29F6-54EF-019A28304AE3}"/>
                </a:ext>
              </a:extLst>
            </p:cNvPr>
            <p:cNvCxnSpPr>
              <a:cxnSpLocks/>
              <a:stCxn id="6" idx="5"/>
              <a:endCxn id="17" idx="0"/>
            </p:cNvCxnSpPr>
            <p:nvPr/>
          </p:nvCxnSpPr>
          <p:spPr>
            <a:xfrm>
              <a:off x="2532562" y="1324456"/>
              <a:ext cx="223584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AE70D4F-050F-8A41-5AE9-A16611F665D0}"/>
                </a:ext>
              </a:extLst>
            </p:cNvPr>
            <p:cNvCxnSpPr>
              <a:cxnSpLocks/>
              <a:stCxn id="7" idx="4"/>
              <a:endCxn id="25" idx="1"/>
            </p:cNvCxnSpPr>
            <p:nvPr/>
          </p:nvCxnSpPr>
          <p:spPr>
            <a:xfrm>
              <a:off x="2501610" y="1495253"/>
              <a:ext cx="223583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444E5D-F221-6B8F-94DA-CB0739CAB20F}"/>
                </a:ext>
              </a:extLst>
            </p:cNvPr>
            <p:cNvCxnSpPr>
              <a:cxnSpLocks/>
              <a:stCxn id="9" idx="6"/>
              <a:endCxn id="17" idx="3"/>
            </p:cNvCxnSpPr>
            <p:nvPr/>
          </p:nvCxnSpPr>
          <p:spPr>
            <a:xfrm flipV="1">
              <a:off x="2545384" y="1638984"/>
              <a:ext cx="179809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75EFC1F-60E2-C73C-8DFA-9B66972F33F3}"/>
                </a:ext>
              </a:extLst>
            </p:cNvPr>
            <p:cNvCxnSpPr>
              <a:cxnSpLocks/>
              <a:stCxn id="8" idx="7"/>
              <a:endCxn id="16" idx="3"/>
            </p:cNvCxnSpPr>
            <p:nvPr/>
          </p:nvCxnSpPr>
          <p:spPr>
            <a:xfrm flipV="1">
              <a:off x="2532562" y="1481720"/>
              <a:ext cx="192630" cy="9191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547DD5D-4017-E8A6-5964-3683013E0532}"/>
                </a:ext>
              </a:extLst>
            </p:cNvPr>
            <p:cNvCxnSpPr>
              <a:cxnSpLocks/>
              <a:stCxn id="7" idx="7"/>
              <a:endCxn id="12" idx="2"/>
            </p:cNvCxnSpPr>
            <p:nvPr/>
          </p:nvCxnSpPr>
          <p:spPr>
            <a:xfrm flipV="1">
              <a:off x="2532562" y="1291783"/>
              <a:ext cx="179809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00DCF1-BBB5-A3AF-6948-8CB329E3F5DB}"/>
                </a:ext>
              </a:extLst>
            </p:cNvPr>
            <p:cNvCxnSpPr>
              <a:cxnSpLocks/>
              <a:stCxn id="9" idx="0"/>
              <a:endCxn id="12" idx="4"/>
            </p:cNvCxnSpPr>
            <p:nvPr/>
          </p:nvCxnSpPr>
          <p:spPr>
            <a:xfrm flipV="1">
              <a:off x="2501610" y="1337989"/>
              <a:ext cx="254536" cy="37938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76E0C5E-40A9-56F5-5D44-928D089C59E4}"/>
                </a:ext>
              </a:extLst>
            </p:cNvPr>
            <p:cNvCxnSpPr>
              <a:cxnSpLocks/>
              <a:stCxn id="9" idx="7"/>
              <a:endCxn id="16" idx="4"/>
            </p:cNvCxnSpPr>
            <p:nvPr/>
          </p:nvCxnSpPr>
          <p:spPr>
            <a:xfrm flipV="1">
              <a:off x="2532562" y="1495253"/>
              <a:ext cx="223584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0BA58BB-1F10-F9BB-69C2-6535D388B87F}"/>
                </a:ext>
              </a:extLst>
            </p:cNvPr>
            <p:cNvCxnSpPr>
              <a:cxnSpLocks/>
              <a:stCxn id="6" idx="4"/>
              <a:endCxn id="25" idx="0"/>
            </p:cNvCxnSpPr>
            <p:nvPr/>
          </p:nvCxnSpPr>
          <p:spPr>
            <a:xfrm>
              <a:off x="2501610" y="1337989"/>
              <a:ext cx="254536" cy="37938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069D679-0E5B-B496-7F3E-7F4EC9F6C5EF}"/>
                </a:ext>
              </a:extLst>
            </p:cNvPr>
            <p:cNvCxnSpPr>
              <a:cxnSpLocks/>
              <a:stCxn id="8" idx="0"/>
              <a:endCxn id="12" idx="3"/>
            </p:cNvCxnSpPr>
            <p:nvPr/>
          </p:nvCxnSpPr>
          <p:spPr>
            <a:xfrm flipV="1">
              <a:off x="2501610" y="1324456"/>
              <a:ext cx="223583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621AB57-1790-87D2-2392-A15CB4FC99CC}"/>
                </a:ext>
              </a:extLst>
            </p:cNvPr>
            <p:cNvSpPr/>
            <p:nvPr/>
          </p:nvSpPr>
          <p:spPr>
            <a:xfrm>
              <a:off x="2716424" y="1245577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1DACBB7-C133-91F7-7D3D-7CDD0C620B52}"/>
                </a:ext>
              </a:extLst>
            </p:cNvPr>
            <p:cNvSpPr/>
            <p:nvPr/>
          </p:nvSpPr>
          <p:spPr>
            <a:xfrm>
              <a:off x="2716424" y="1402841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0A4D14E-6069-DF40-B8D2-D0B9304B9439}"/>
                </a:ext>
              </a:extLst>
            </p:cNvPr>
            <p:cNvSpPr/>
            <p:nvPr/>
          </p:nvSpPr>
          <p:spPr>
            <a:xfrm>
              <a:off x="2716424" y="1560105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012F23E-E462-1CEB-53C6-610175F8C934}"/>
                </a:ext>
              </a:extLst>
            </p:cNvPr>
            <p:cNvSpPr/>
            <p:nvPr/>
          </p:nvSpPr>
          <p:spPr>
            <a:xfrm>
              <a:off x="2716424" y="1717369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6FBF07A-A232-38C2-F5C5-E30CADD5FDCE}"/>
                </a:ext>
              </a:extLst>
            </p:cNvPr>
            <p:cNvSpPr/>
            <p:nvPr/>
          </p:nvSpPr>
          <p:spPr>
            <a:xfrm>
              <a:off x="2970960" y="1245577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074A4C2-D12C-66B0-7DA3-A7CE77940DDC}"/>
                </a:ext>
              </a:extLst>
            </p:cNvPr>
            <p:cNvSpPr/>
            <p:nvPr/>
          </p:nvSpPr>
          <p:spPr>
            <a:xfrm>
              <a:off x="2970960" y="1402841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5A34760-3812-7FE1-B358-7848AF998EB8}"/>
                </a:ext>
              </a:extLst>
            </p:cNvPr>
            <p:cNvSpPr/>
            <p:nvPr/>
          </p:nvSpPr>
          <p:spPr>
            <a:xfrm>
              <a:off x="2970960" y="1560105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0228B63-2448-C5FF-69DC-07B1A9A07765}"/>
                </a:ext>
              </a:extLst>
            </p:cNvPr>
            <p:cNvSpPr/>
            <p:nvPr/>
          </p:nvSpPr>
          <p:spPr>
            <a:xfrm>
              <a:off x="2970960" y="1717369"/>
              <a:ext cx="87549" cy="9241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71765B1-0430-E5FC-4798-AC04A8652AFA}"/>
                </a:ext>
              </a:extLst>
            </p:cNvPr>
            <p:cNvCxnSpPr>
              <a:cxnSpLocks/>
              <a:stCxn id="42" idx="7"/>
              <a:endCxn id="46" idx="1"/>
            </p:cNvCxnSpPr>
            <p:nvPr/>
          </p:nvCxnSpPr>
          <p:spPr>
            <a:xfrm>
              <a:off x="2791151" y="1259111"/>
              <a:ext cx="192630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DD489EC-3095-6B13-E1BC-434BF689E919}"/>
                </a:ext>
              </a:extLst>
            </p:cNvPr>
            <p:cNvCxnSpPr>
              <a:cxnSpLocks/>
              <a:stCxn id="43" idx="6"/>
              <a:endCxn id="47" idx="2"/>
            </p:cNvCxnSpPr>
            <p:nvPr/>
          </p:nvCxnSpPr>
          <p:spPr>
            <a:xfrm>
              <a:off x="2803973" y="1449047"/>
              <a:ext cx="166987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A81D5EE-F36A-35AC-045C-AFCF23B609C1}"/>
                </a:ext>
              </a:extLst>
            </p:cNvPr>
            <p:cNvCxnSpPr>
              <a:cxnSpLocks/>
              <a:stCxn id="44" idx="6"/>
              <a:endCxn id="48" idx="2"/>
            </p:cNvCxnSpPr>
            <p:nvPr/>
          </p:nvCxnSpPr>
          <p:spPr>
            <a:xfrm>
              <a:off x="2803973" y="1606311"/>
              <a:ext cx="166987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67423FF-BFD1-5A35-B043-E766CE62F530}"/>
                </a:ext>
              </a:extLst>
            </p:cNvPr>
            <p:cNvCxnSpPr>
              <a:cxnSpLocks/>
              <a:stCxn id="45" idx="5"/>
              <a:endCxn id="49" idx="3"/>
            </p:cNvCxnSpPr>
            <p:nvPr/>
          </p:nvCxnSpPr>
          <p:spPr>
            <a:xfrm>
              <a:off x="2791151" y="1796248"/>
              <a:ext cx="192630" cy="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25CC95E-5D6B-C3A1-FF1E-1BC9CDF395B7}"/>
                </a:ext>
              </a:extLst>
            </p:cNvPr>
            <p:cNvCxnSpPr>
              <a:cxnSpLocks/>
              <a:stCxn id="42" idx="6"/>
              <a:endCxn id="47" idx="0"/>
            </p:cNvCxnSpPr>
            <p:nvPr/>
          </p:nvCxnSpPr>
          <p:spPr>
            <a:xfrm>
              <a:off x="2803973" y="1291783"/>
              <a:ext cx="210762" cy="11105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3FB0CB3-B809-0F45-F893-0DD1FA861AA5}"/>
                </a:ext>
              </a:extLst>
            </p:cNvPr>
            <p:cNvCxnSpPr>
              <a:cxnSpLocks/>
              <a:stCxn id="43" idx="5"/>
              <a:endCxn id="48" idx="1"/>
            </p:cNvCxnSpPr>
            <p:nvPr/>
          </p:nvCxnSpPr>
          <p:spPr>
            <a:xfrm>
              <a:off x="2791151" y="1481720"/>
              <a:ext cx="192630" cy="9191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2227091-420B-5FEA-0A83-04B8CB5E207F}"/>
                </a:ext>
              </a:extLst>
            </p:cNvPr>
            <p:cNvCxnSpPr>
              <a:cxnSpLocks/>
              <a:stCxn id="44" idx="5"/>
              <a:endCxn id="49" idx="2"/>
            </p:cNvCxnSpPr>
            <p:nvPr/>
          </p:nvCxnSpPr>
          <p:spPr>
            <a:xfrm>
              <a:off x="2791151" y="1638984"/>
              <a:ext cx="179809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54C2540-16B2-FB63-C319-2C494FA50626}"/>
                </a:ext>
              </a:extLst>
            </p:cNvPr>
            <p:cNvCxnSpPr>
              <a:cxnSpLocks/>
              <a:stCxn id="42" idx="5"/>
              <a:endCxn id="48" idx="0"/>
            </p:cNvCxnSpPr>
            <p:nvPr/>
          </p:nvCxnSpPr>
          <p:spPr>
            <a:xfrm>
              <a:off x="2791151" y="1324456"/>
              <a:ext cx="223584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D08474E-53F6-D9BC-6D96-6581F970F819}"/>
                </a:ext>
              </a:extLst>
            </p:cNvPr>
            <p:cNvCxnSpPr>
              <a:cxnSpLocks/>
              <a:stCxn id="43" idx="4"/>
              <a:endCxn id="49" idx="1"/>
            </p:cNvCxnSpPr>
            <p:nvPr/>
          </p:nvCxnSpPr>
          <p:spPr>
            <a:xfrm>
              <a:off x="2760199" y="1495253"/>
              <a:ext cx="223583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BF8D782-3DC7-B907-20E1-8BD8C4EC27E4}"/>
                </a:ext>
              </a:extLst>
            </p:cNvPr>
            <p:cNvCxnSpPr>
              <a:cxnSpLocks/>
              <a:stCxn id="45" idx="6"/>
              <a:endCxn id="48" idx="3"/>
            </p:cNvCxnSpPr>
            <p:nvPr/>
          </p:nvCxnSpPr>
          <p:spPr>
            <a:xfrm flipV="1">
              <a:off x="2803973" y="1638984"/>
              <a:ext cx="179809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2BC7020-D5F7-0468-0B4B-271E8BE691FB}"/>
                </a:ext>
              </a:extLst>
            </p:cNvPr>
            <p:cNvCxnSpPr>
              <a:cxnSpLocks/>
              <a:stCxn id="44" idx="7"/>
              <a:endCxn id="47" idx="3"/>
            </p:cNvCxnSpPr>
            <p:nvPr/>
          </p:nvCxnSpPr>
          <p:spPr>
            <a:xfrm flipV="1">
              <a:off x="2791151" y="1481720"/>
              <a:ext cx="192630" cy="91918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4EF899B-62B5-C2AD-69BD-5D59184E6C02}"/>
                </a:ext>
              </a:extLst>
            </p:cNvPr>
            <p:cNvCxnSpPr>
              <a:cxnSpLocks/>
              <a:stCxn id="43" idx="7"/>
              <a:endCxn id="46" idx="2"/>
            </p:cNvCxnSpPr>
            <p:nvPr/>
          </p:nvCxnSpPr>
          <p:spPr>
            <a:xfrm flipV="1">
              <a:off x="2791151" y="1291783"/>
              <a:ext cx="179809" cy="12459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02D38E5-95FA-7FB8-F869-D219DBD69E8E}"/>
                </a:ext>
              </a:extLst>
            </p:cNvPr>
            <p:cNvCxnSpPr>
              <a:cxnSpLocks/>
              <a:stCxn id="45" idx="0"/>
              <a:endCxn id="46" idx="4"/>
            </p:cNvCxnSpPr>
            <p:nvPr/>
          </p:nvCxnSpPr>
          <p:spPr>
            <a:xfrm flipV="1">
              <a:off x="2760199" y="1337989"/>
              <a:ext cx="254536" cy="37938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F9F14E6-6443-7ACC-A962-DCDB405CA4FB}"/>
                </a:ext>
              </a:extLst>
            </p:cNvPr>
            <p:cNvCxnSpPr>
              <a:cxnSpLocks/>
              <a:stCxn id="45" idx="7"/>
              <a:endCxn id="47" idx="4"/>
            </p:cNvCxnSpPr>
            <p:nvPr/>
          </p:nvCxnSpPr>
          <p:spPr>
            <a:xfrm flipV="1">
              <a:off x="2791151" y="1495253"/>
              <a:ext cx="223584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D49B290-9A50-97BD-CFED-D81CDCAAD282}"/>
                </a:ext>
              </a:extLst>
            </p:cNvPr>
            <p:cNvCxnSpPr>
              <a:cxnSpLocks/>
              <a:stCxn id="42" idx="4"/>
              <a:endCxn id="49" idx="0"/>
            </p:cNvCxnSpPr>
            <p:nvPr/>
          </p:nvCxnSpPr>
          <p:spPr>
            <a:xfrm>
              <a:off x="2760199" y="1337989"/>
              <a:ext cx="254536" cy="37938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93DA920-DC64-8322-7558-17A4C078C2B5}"/>
                </a:ext>
              </a:extLst>
            </p:cNvPr>
            <p:cNvCxnSpPr>
              <a:cxnSpLocks/>
              <a:stCxn id="44" idx="0"/>
              <a:endCxn id="46" idx="3"/>
            </p:cNvCxnSpPr>
            <p:nvPr/>
          </p:nvCxnSpPr>
          <p:spPr>
            <a:xfrm flipV="1">
              <a:off x="2760199" y="1324456"/>
              <a:ext cx="223583" cy="235649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 Placeholder 1">
            <a:extLst>
              <a:ext uri="{FF2B5EF4-FFF2-40B4-BE49-F238E27FC236}">
                <a16:creationId xmlns:a16="http://schemas.microsoft.com/office/drawing/2014/main" id="{E8ADD512-768D-8CBA-9A4A-9EAC2F9EB651}"/>
              </a:ext>
            </a:extLst>
          </p:cNvPr>
          <p:cNvSpPr txBox="1">
            <a:spLocks/>
          </p:cNvSpPr>
          <p:nvPr/>
        </p:nvSpPr>
        <p:spPr>
          <a:xfrm>
            <a:off x="0" y="6483600"/>
            <a:ext cx="12192000" cy="3744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2400" b="1" i="0" kern="1200">
                <a:solidFill>
                  <a:srgbClr val="000F7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None/>
              <a:defRPr sz="14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67">
                <a:solidFill>
                  <a:srgbClr val="FFFF00"/>
                </a:solidFill>
                <a:effectLst>
                  <a:glow rad="101600">
                    <a:schemeClr val="tx1"/>
                  </a:glow>
                </a:effectLst>
              </a:rPr>
              <a:t>Technical Vitality</a:t>
            </a:r>
            <a:endParaRPr lang="en-US" sz="1867">
              <a:solidFill>
                <a:srgbClr val="23B4F2"/>
              </a:solidFill>
              <a:effectLst>
                <a:glow rad="101600">
                  <a:schemeClr val="tx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47009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Acumin Pro</vt:lpstr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Shubhendu Kumar</dc:creator>
  <cp:lastModifiedBy>Singh, Shubhendu Kumar</cp:lastModifiedBy>
  <cp:revision>1</cp:revision>
  <dcterms:created xsi:type="dcterms:W3CDTF">2025-05-21T02:01:23Z</dcterms:created>
  <dcterms:modified xsi:type="dcterms:W3CDTF">2025-05-21T02:01:28Z</dcterms:modified>
</cp:coreProperties>
</file>
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6" r:id="rId4"/>
  </p:sldMasterIdLst>
  <p:notesMasterIdLst>
    <p:notesMasterId r:id="rId16"/>
  </p:notesMasterIdLst>
  <p:sldIdLst>
    <p:sldId id="365" r:id="rId5"/>
    <p:sldId id="694" r:id="rId6"/>
    <p:sldId id="698" r:id="rId7"/>
    <p:sldId id="697" r:id="rId8"/>
    <p:sldId id="699" r:id="rId9"/>
    <p:sldId id="700" r:id="rId10"/>
    <p:sldId id="701" r:id="rId11"/>
    <p:sldId id="702" r:id="rId12"/>
    <p:sldId id="703" r:id="rId13"/>
    <p:sldId id="704" r:id="rId14"/>
    <p:sldId id="70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FF"/>
    <a:srgbClr val="CC99FF"/>
    <a:srgbClr val="0099CC"/>
    <a:srgbClr val="9999FF"/>
    <a:srgbClr val="83B0D9"/>
    <a:srgbClr val="B2B2B2"/>
    <a:srgbClr val="99CCFF"/>
    <a:srgbClr val="3399FF"/>
    <a:srgbClr val="CCCCFF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BDD7F6-A98D-4C4E-8AFD-D6DF2CF55D34}" v="23" dt="2025-08-14T02:26:23.1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14" autoAdjust="0"/>
    <p:restoredTop sz="95388" autoAdjust="0"/>
  </p:normalViewPr>
  <p:slideViewPr>
    <p:cSldViewPr snapToGrid="0" snapToObjects="1">
      <p:cViewPr varScale="1">
        <p:scale>
          <a:sx n="81" d="100"/>
          <a:sy n="81" d="100"/>
        </p:scale>
        <p:origin x="76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bhendu Kumar Singh" userId="461b01912b5747a3" providerId="LiveId" clId="{1BCECB42-A274-4BC9-BC7C-B5293955AFC8}"/>
    <pc:docChg chg="custSel addSld modSld">
      <pc:chgData name="Shubhendu Kumar Singh" userId="461b01912b5747a3" providerId="LiveId" clId="{1BCECB42-A274-4BC9-BC7C-B5293955AFC8}" dt="2025-07-23T09:27:34.629" v="181" actId="14100"/>
      <pc:docMkLst>
        <pc:docMk/>
      </pc:docMkLst>
      <pc:sldChg chg="modSp add mod">
        <pc:chgData name="Shubhendu Kumar Singh" userId="461b01912b5747a3" providerId="LiveId" clId="{1BCECB42-A274-4BC9-BC7C-B5293955AFC8}" dt="2025-07-23T09:24:00.772" v="147" actId="20577"/>
        <pc:sldMkLst>
          <pc:docMk/>
          <pc:sldMk cId="2939268643" sldId="694"/>
        </pc:sldMkLst>
        <pc:spChg chg="mod">
          <ac:chgData name="Shubhendu Kumar Singh" userId="461b01912b5747a3" providerId="LiveId" clId="{1BCECB42-A274-4BC9-BC7C-B5293955AFC8}" dt="2025-07-23T09:24:00.772" v="147" actId="20577"/>
          <ac:spMkLst>
            <pc:docMk/>
            <pc:sldMk cId="2939268643" sldId="694"/>
            <ac:spMk id="2" creationId="{BE414435-FFAA-BF40-BDBD-E46E0D3E73EC}"/>
          </ac:spMkLst>
        </pc:spChg>
        <pc:spChg chg="mod">
          <ac:chgData name="Shubhendu Kumar Singh" userId="461b01912b5747a3" providerId="LiveId" clId="{1BCECB42-A274-4BC9-BC7C-B5293955AFC8}" dt="2025-07-23T09:17:44.333" v="4" actId="20577"/>
          <ac:spMkLst>
            <pc:docMk/>
            <pc:sldMk cId="2939268643" sldId="694"/>
            <ac:spMk id="3" creationId="{0C0EB9D5-02E2-153C-CB3E-1F3C73D6D43C}"/>
          </ac:spMkLst>
        </pc:spChg>
      </pc:sldChg>
      <pc:sldChg chg="addSp delSp modSp add mod">
        <pc:chgData name="Shubhendu Kumar Singh" userId="461b01912b5747a3" providerId="LiveId" clId="{1BCECB42-A274-4BC9-BC7C-B5293955AFC8}" dt="2025-07-23T09:23:38.770" v="140"/>
        <pc:sldMkLst>
          <pc:docMk/>
          <pc:sldMk cId="2987449637" sldId="695"/>
        </pc:sldMkLst>
      </pc:sldChg>
      <pc:sldChg chg="addSp delSp modSp add mod">
        <pc:chgData name="Shubhendu Kumar Singh" userId="461b01912b5747a3" providerId="LiveId" clId="{1BCECB42-A274-4BC9-BC7C-B5293955AFC8}" dt="2025-07-23T09:24:37.588" v="152" actId="1076"/>
        <pc:sldMkLst>
          <pc:docMk/>
          <pc:sldMk cId="3054927448" sldId="696"/>
        </pc:sldMkLst>
      </pc:sldChg>
      <pc:sldChg chg="addSp delSp modSp add mod">
        <pc:chgData name="Shubhendu Kumar Singh" userId="461b01912b5747a3" providerId="LiveId" clId="{1BCECB42-A274-4BC9-BC7C-B5293955AFC8}" dt="2025-07-23T09:27:34.629" v="181" actId="14100"/>
        <pc:sldMkLst>
          <pc:docMk/>
          <pc:sldMk cId="3351310430" sldId="697"/>
        </pc:sldMkLst>
      </pc:sldChg>
    </pc:docChg>
  </pc:docChgLst>
  <pc:docChgLst>
    <pc:chgData name="Shubhendu Kumar Singh" userId="461b01912b5747a3" providerId="LiveId" clId="{B9BDD7F6-A98D-4C4E-8AFD-D6DF2CF55D34}"/>
    <pc:docChg chg="undo custSel addSld delSld modSld">
      <pc:chgData name="Shubhendu Kumar Singh" userId="461b01912b5747a3" providerId="LiveId" clId="{B9BDD7F6-A98D-4C4E-8AFD-D6DF2CF55D34}" dt="2025-08-14T02:31:16.156" v="398" actId="478"/>
      <pc:docMkLst>
        <pc:docMk/>
      </pc:docMkLst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3725155999" sldId="427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4292739304" sldId="430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495320295" sldId="443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4145754570" sldId="444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885965486" sldId="445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4212799720" sldId="450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596389320" sldId="470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485660261" sldId="471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3736331534" sldId="472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252476784" sldId="473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673879803" sldId="474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24658276" sldId="475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3307596543" sldId="476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718492323" sldId="477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965329366" sldId="478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651636018" sldId="479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662154574" sldId="480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333068890" sldId="481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770894705" sldId="482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190723556" sldId="483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741357865" sldId="484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973616441" sldId="485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3724649546" sldId="486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407164125" sldId="487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905870507" sldId="488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960601251" sldId="489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337668144" sldId="490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596275230" sldId="491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4177591811" sldId="492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32447576" sldId="493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4189656730" sldId="494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446986940" sldId="495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758232143" sldId="496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4183076438" sldId="497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174174292" sldId="498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29257836" sldId="499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3766261312" sldId="500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750098351" sldId="502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454117047" sldId="503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406215322" sldId="504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3063743399" sldId="505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309935997" sldId="506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3347600924" sldId="507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438895522" sldId="508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3346972684" sldId="509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893429320" sldId="510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203119408" sldId="511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3904822695" sldId="512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3740521590" sldId="513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148029737" sldId="514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389770654" sldId="515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131296145" sldId="516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596716300" sldId="517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480954452" sldId="518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939457405" sldId="519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4008981139" sldId="520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294647914" sldId="521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4015657172" sldId="522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806121313" sldId="523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4145048812" sldId="524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3618562573" sldId="525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4152916311" sldId="526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626621858" sldId="527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76299571" sldId="528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600455981" sldId="529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838004329" sldId="530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578069428" sldId="531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212187432" sldId="532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917721118" sldId="533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580462527" sldId="534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4018077994" sldId="535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537236632" sldId="536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964081689" sldId="537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453169502" sldId="538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925992092" sldId="539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928702767" sldId="540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519350574" sldId="541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650304793" sldId="542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398072141" sldId="543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120913844" sldId="544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260186100" sldId="545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983958468" sldId="546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654524905" sldId="547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426987450" sldId="548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030066832" sldId="549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826894966" sldId="550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3690349625" sldId="551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592689829" sldId="552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3082772533" sldId="553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979173084" sldId="554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806031015" sldId="555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322358705" sldId="556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052767755" sldId="557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784055524" sldId="558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379873203" sldId="559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3152581872" sldId="560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4108737074" sldId="561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844384939" sldId="562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3374289179" sldId="563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24608724" sldId="564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3231085288" sldId="565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4193934356" sldId="566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4134748325" sldId="567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515682339" sldId="568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990949341" sldId="569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627814909" sldId="570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599124232" sldId="571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490832104" sldId="572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3467874996" sldId="573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945601082" sldId="574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3597657504" sldId="575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3465399646" sldId="576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4238623388" sldId="577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3899465770" sldId="578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742675472" sldId="579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4259463273" sldId="580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082546649" sldId="581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997456330" sldId="582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664983052" sldId="583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431441255" sldId="584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136502162" sldId="585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3104309099" sldId="586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5318555" sldId="587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508552219" sldId="588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770575004" sldId="589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256009622" sldId="590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3497610677" sldId="591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12739339" sldId="592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599706984" sldId="593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4243874874" sldId="594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449814874" sldId="595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913622064" sldId="596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872171993" sldId="597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640837763" sldId="598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141029687" sldId="599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880959403" sldId="600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3107239677" sldId="601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3649928126" sldId="602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664772912" sldId="603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039545812" sldId="604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4293725492" sldId="605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869386217" sldId="606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075985926" sldId="607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905270859" sldId="608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938109257" sldId="609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43323558" sldId="610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38625400" sldId="611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504087359" sldId="612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3777200194" sldId="613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3219000281" sldId="614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3583288549" sldId="615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863623652" sldId="616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781190439" sldId="617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503828734" sldId="618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3073505247" sldId="619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4160418850" sldId="620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958828988" sldId="621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223937455" sldId="622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910374667" sldId="623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742872938" sldId="624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3235552705" sldId="625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854450514" sldId="626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84635143" sldId="627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49678433" sldId="628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4272499353" sldId="629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734379466" sldId="630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302023672" sldId="631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945109058" sldId="632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609431401" sldId="633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684769842" sldId="634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1878575477" sldId="635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186729195" sldId="636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1496523940" sldId="637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662419460" sldId="638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1056730406" sldId="639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4053866940" sldId="640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3306633690" sldId="641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3858652944" sldId="642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928260786" sldId="643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3544075498" sldId="644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3801729895" sldId="645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333266237" sldId="646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1567503058" sldId="647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2208132945" sldId="648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468662832" sldId="649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825920284" sldId="650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2587660702" sldId="651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4161369240" sldId="652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1307686036" sldId="653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2072393348" sldId="654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3074041021" sldId="655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3352067736" sldId="656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1414775976" sldId="657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4159087435" sldId="658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3692059990" sldId="659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2921119350" sldId="660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1832546762" sldId="661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1029393708" sldId="662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439385957" sldId="663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4150855370" sldId="664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2636624176" sldId="665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3442609267" sldId="666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2452424346" sldId="667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1060342684" sldId="668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3002606696" sldId="669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570709286" sldId="670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2283612534" sldId="671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2385447988" sldId="672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624695079" sldId="673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548430205" sldId="674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530477546" sldId="675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2998022237" sldId="676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3423165307" sldId="677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1054266251" sldId="678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4202051111" sldId="679"/>
        </pc:sldMkLst>
      </pc:sldChg>
      <pc:sldChg chg="del">
        <pc:chgData name="Shubhendu Kumar Singh" userId="461b01912b5747a3" providerId="LiveId" clId="{B9BDD7F6-A98D-4C4E-8AFD-D6DF2CF55D34}" dt="2025-08-14T01:50:12.397" v="1" actId="47"/>
        <pc:sldMkLst>
          <pc:docMk/>
          <pc:sldMk cId="37890190" sldId="680"/>
        </pc:sldMkLst>
      </pc:sldChg>
      <pc:sldChg chg="del">
        <pc:chgData name="Shubhendu Kumar Singh" userId="461b01912b5747a3" providerId="LiveId" clId="{B9BDD7F6-A98D-4C4E-8AFD-D6DF2CF55D34}" dt="2025-08-14T01:50:40.346" v="2" actId="47"/>
        <pc:sldMkLst>
          <pc:docMk/>
          <pc:sldMk cId="2995265310" sldId="681"/>
        </pc:sldMkLst>
      </pc:sldChg>
      <pc:sldChg chg="del">
        <pc:chgData name="Shubhendu Kumar Singh" userId="461b01912b5747a3" providerId="LiveId" clId="{B9BDD7F6-A98D-4C4E-8AFD-D6DF2CF55D34}" dt="2025-08-14T01:50:40.346" v="2" actId="47"/>
        <pc:sldMkLst>
          <pc:docMk/>
          <pc:sldMk cId="3469295987" sldId="682"/>
        </pc:sldMkLst>
      </pc:sldChg>
      <pc:sldChg chg="del">
        <pc:chgData name="Shubhendu Kumar Singh" userId="461b01912b5747a3" providerId="LiveId" clId="{B9BDD7F6-A98D-4C4E-8AFD-D6DF2CF55D34}" dt="2025-08-14T01:50:40.346" v="2" actId="47"/>
        <pc:sldMkLst>
          <pc:docMk/>
          <pc:sldMk cId="899485800" sldId="683"/>
        </pc:sldMkLst>
      </pc:sldChg>
      <pc:sldChg chg="del">
        <pc:chgData name="Shubhendu Kumar Singh" userId="461b01912b5747a3" providerId="LiveId" clId="{B9BDD7F6-A98D-4C4E-8AFD-D6DF2CF55D34}" dt="2025-08-14T01:50:40.346" v="2" actId="47"/>
        <pc:sldMkLst>
          <pc:docMk/>
          <pc:sldMk cId="1350413089" sldId="684"/>
        </pc:sldMkLst>
      </pc:sldChg>
      <pc:sldChg chg="del">
        <pc:chgData name="Shubhendu Kumar Singh" userId="461b01912b5747a3" providerId="LiveId" clId="{B9BDD7F6-A98D-4C4E-8AFD-D6DF2CF55D34}" dt="2025-08-14T01:50:40.346" v="2" actId="47"/>
        <pc:sldMkLst>
          <pc:docMk/>
          <pc:sldMk cId="2819302231" sldId="686"/>
        </pc:sldMkLst>
      </pc:sldChg>
      <pc:sldChg chg="del">
        <pc:chgData name="Shubhendu Kumar Singh" userId="461b01912b5747a3" providerId="LiveId" clId="{B9BDD7F6-A98D-4C4E-8AFD-D6DF2CF55D34}" dt="2025-08-14T01:50:40.346" v="2" actId="47"/>
        <pc:sldMkLst>
          <pc:docMk/>
          <pc:sldMk cId="3339528629" sldId="687"/>
        </pc:sldMkLst>
      </pc:sldChg>
      <pc:sldChg chg="del">
        <pc:chgData name="Shubhendu Kumar Singh" userId="461b01912b5747a3" providerId="LiveId" clId="{B9BDD7F6-A98D-4C4E-8AFD-D6DF2CF55D34}" dt="2025-08-14T01:50:40.346" v="2" actId="47"/>
        <pc:sldMkLst>
          <pc:docMk/>
          <pc:sldMk cId="110895762" sldId="688"/>
        </pc:sldMkLst>
      </pc:sldChg>
      <pc:sldChg chg="del">
        <pc:chgData name="Shubhendu Kumar Singh" userId="461b01912b5747a3" providerId="LiveId" clId="{B9BDD7F6-A98D-4C4E-8AFD-D6DF2CF55D34}" dt="2025-08-14T01:49:55.451" v="0" actId="47"/>
        <pc:sldMkLst>
          <pc:docMk/>
          <pc:sldMk cId="2128806341" sldId="689"/>
        </pc:sldMkLst>
      </pc:sldChg>
      <pc:sldChg chg="del">
        <pc:chgData name="Shubhendu Kumar Singh" userId="461b01912b5747a3" providerId="LiveId" clId="{B9BDD7F6-A98D-4C4E-8AFD-D6DF2CF55D34}" dt="2025-08-14T01:50:40.346" v="2" actId="47"/>
        <pc:sldMkLst>
          <pc:docMk/>
          <pc:sldMk cId="986605692" sldId="690"/>
        </pc:sldMkLst>
      </pc:sldChg>
      <pc:sldChg chg="del">
        <pc:chgData name="Shubhendu Kumar Singh" userId="461b01912b5747a3" providerId="LiveId" clId="{B9BDD7F6-A98D-4C4E-8AFD-D6DF2CF55D34}" dt="2025-08-14T01:50:40.346" v="2" actId="47"/>
        <pc:sldMkLst>
          <pc:docMk/>
          <pc:sldMk cId="1119254114" sldId="691"/>
        </pc:sldMkLst>
      </pc:sldChg>
      <pc:sldChg chg="del">
        <pc:chgData name="Shubhendu Kumar Singh" userId="461b01912b5747a3" providerId="LiveId" clId="{B9BDD7F6-A98D-4C4E-8AFD-D6DF2CF55D34}" dt="2025-08-14T01:50:40.346" v="2" actId="47"/>
        <pc:sldMkLst>
          <pc:docMk/>
          <pc:sldMk cId="227533885" sldId="692"/>
        </pc:sldMkLst>
      </pc:sldChg>
      <pc:sldChg chg="del">
        <pc:chgData name="Shubhendu Kumar Singh" userId="461b01912b5747a3" providerId="LiveId" clId="{B9BDD7F6-A98D-4C4E-8AFD-D6DF2CF55D34}" dt="2025-08-14T01:50:40.346" v="2" actId="47"/>
        <pc:sldMkLst>
          <pc:docMk/>
          <pc:sldMk cId="1090846173" sldId="693"/>
        </pc:sldMkLst>
      </pc:sldChg>
      <pc:sldChg chg="modSp mod">
        <pc:chgData name="Shubhendu Kumar Singh" userId="461b01912b5747a3" providerId="LiveId" clId="{B9BDD7F6-A98D-4C4E-8AFD-D6DF2CF55D34}" dt="2025-08-14T02:31:09.871" v="397" actId="20577"/>
        <pc:sldMkLst>
          <pc:docMk/>
          <pc:sldMk cId="2939268643" sldId="694"/>
        </pc:sldMkLst>
        <pc:spChg chg="mod">
          <ac:chgData name="Shubhendu Kumar Singh" userId="461b01912b5747a3" providerId="LiveId" clId="{B9BDD7F6-A98D-4C4E-8AFD-D6DF2CF55D34}" dt="2025-08-14T02:02:02.889" v="83" actId="20577"/>
          <ac:spMkLst>
            <pc:docMk/>
            <pc:sldMk cId="2939268643" sldId="694"/>
            <ac:spMk id="2" creationId="{BE414435-FFAA-BF40-BDBD-E46E0D3E73EC}"/>
          </ac:spMkLst>
        </pc:spChg>
        <pc:spChg chg="mod">
          <ac:chgData name="Shubhendu Kumar Singh" userId="461b01912b5747a3" providerId="LiveId" clId="{B9BDD7F6-A98D-4C4E-8AFD-D6DF2CF55D34}" dt="2025-08-14T02:31:09.871" v="397" actId="20577"/>
          <ac:spMkLst>
            <pc:docMk/>
            <pc:sldMk cId="2939268643" sldId="694"/>
            <ac:spMk id="3" creationId="{0C0EB9D5-02E2-153C-CB3E-1F3C73D6D43C}"/>
          </ac:spMkLst>
        </pc:spChg>
      </pc:sldChg>
      <pc:sldChg chg="modSp del mod">
        <pc:chgData name="Shubhendu Kumar Singh" userId="461b01912b5747a3" providerId="LiveId" clId="{B9BDD7F6-A98D-4C4E-8AFD-D6DF2CF55D34}" dt="2025-08-14T02:01:44.840" v="60" actId="47"/>
        <pc:sldMkLst>
          <pc:docMk/>
          <pc:sldMk cId="2987449637" sldId="695"/>
        </pc:sldMkLst>
        <pc:spChg chg="mod">
          <ac:chgData name="Shubhendu Kumar Singh" userId="461b01912b5747a3" providerId="LiveId" clId="{B9BDD7F6-A98D-4C4E-8AFD-D6DF2CF55D34}" dt="2025-08-14T01:52:03.233" v="34" actId="20577"/>
          <ac:spMkLst>
            <pc:docMk/>
            <pc:sldMk cId="2987449637" sldId="695"/>
            <ac:spMk id="2" creationId="{8A551F44-A46F-2A2E-0F83-69C3F71DB06A}"/>
          </ac:spMkLst>
        </pc:spChg>
        <pc:spChg chg="mod">
          <ac:chgData name="Shubhendu Kumar Singh" userId="461b01912b5747a3" providerId="LiveId" clId="{B9BDD7F6-A98D-4C4E-8AFD-D6DF2CF55D34}" dt="2025-08-14T01:52:14.246" v="39" actId="20577"/>
          <ac:spMkLst>
            <pc:docMk/>
            <pc:sldMk cId="2987449637" sldId="695"/>
            <ac:spMk id="4" creationId="{8A222F2E-8E77-EC9C-EED4-4BDCC84B25BF}"/>
          </ac:spMkLst>
        </pc:spChg>
        <pc:spChg chg="mod">
          <ac:chgData name="Shubhendu Kumar Singh" userId="461b01912b5747a3" providerId="LiveId" clId="{B9BDD7F6-A98D-4C4E-8AFD-D6DF2CF55D34}" dt="2025-08-14T01:51:29.165" v="20" actId="20577"/>
          <ac:spMkLst>
            <pc:docMk/>
            <pc:sldMk cId="2987449637" sldId="695"/>
            <ac:spMk id="6" creationId="{D6D8A302-2116-EE2E-92C7-A2AD4503A039}"/>
          </ac:spMkLst>
        </pc:spChg>
        <pc:spChg chg="mod">
          <ac:chgData name="Shubhendu Kumar Singh" userId="461b01912b5747a3" providerId="LiveId" clId="{B9BDD7F6-A98D-4C4E-8AFD-D6DF2CF55D34}" dt="2025-08-14T02:01:33.153" v="59" actId="6549"/>
          <ac:spMkLst>
            <pc:docMk/>
            <pc:sldMk cId="2987449637" sldId="695"/>
            <ac:spMk id="10" creationId="{07D6CCD5-D61D-B97D-8087-08F99E2BF4B6}"/>
          </ac:spMkLst>
        </pc:spChg>
      </pc:sldChg>
      <pc:sldChg chg="addSp delSp modSp del mod">
        <pc:chgData name="Shubhendu Kumar Singh" userId="461b01912b5747a3" providerId="LiveId" clId="{B9BDD7F6-A98D-4C4E-8AFD-D6DF2CF55D34}" dt="2025-08-14T02:04:38.675" v="122" actId="47"/>
        <pc:sldMkLst>
          <pc:docMk/>
          <pc:sldMk cId="3054927448" sldId="696"/>
        </pc:sldMkLst>
        <pc:spChg chg="mod">
          <ac:chgData name="Shubhendu Kumar Singh" userId="461b01912b5747a3" providerId="LiveId" clId="{B9BDD7F6-A98D-4C4E-8AFD-D6DF2CF55D34}" dt="2025-08-14T02:02:13.801" v="94" actId="20577"/>
          <ac:spMkLst>
            <pc:docMk/>
            <pc:sldMk cId="3054927448" sldId="696"/>
            <ac:spMk id="5" creationId="{56843F89-6DF5-BF4D-A0D9-DBE55ABB78C2}"/>
          </ac:spMkLst>
        </pc:spChg>
        <pc:picChg chg="add mod">
          <ac:chgData name="Shubhendu Kumar Singh" userId="461b01912b5747a3" providerId="LiveId" clId="{B9BDD7F6-A98D-4C4E-8AFD-D6DF2CF55D34}" dt="2025-08-14T02:03:54.424" v="106" actId="14100"/>
          <ac:picMkLst>
            <pc:docMk/>
            <pc:sldMk cId="3054927448" sldId="696"/>
            <ac:picMk id="3" creationId="{C287161F-1F67-5C19-3785-F6C19CAEE7E0}"/>
          </ac:picMkLst>
        </pc:picChg>
        <pc:picChg chg="del">
          <ac:chgData name="Shubhendu Kumar Singh" userId="461b01912b5747a3" providerId="LiveId" clId="{B9BDD7F6-A98D-4C4E-8AFD-D6DF2CF55D34}" dt="2025-08-14T02:02:16.137" v="95" actId="478"/>
          <ac:picMkLst>
            <pc:docMk/>
            <pc:sldMk cId="3054927448" sldId="696"/>
            <ac:picMk id="7" creationId="{0516CCA8-8585-65E0-9CE7-FF6A3717D641}"/>
          </ac:picMkLst>
        </pc:picChg>
      </pc:sldChg>
      <pc:sldChg chg="addSp delSp modSp mod">
        <pc:chgData name="Shubhendu Kumar Singh" userId="461b01912b5747a3" providerId="LiveId" clId="{B9BDD7F6-A98D-4C4E-8AFD-D6DF2CF55D34}" dt="2025-08-14T02:12:38.628" v="222" actId="1076"/>
        <pc:sldMkLst>
          <pc:docMk/>
          <pc:sldMk cId="3351310430" sldId="697"/>
        </pc:sldMkLst>
        <pc:picChg chg="del">
          <ac:chgData name="Shubhendu Kumar Singh" userId="461b01912b5747a3" providerId="LiveId" clId="{B9BDD7F6-A98D-4C4E-8AFD-D6DF2CF55D34}" dt="2025-08-14T02:05:31.814" v="135" actId="478"/>
          <ac:picMkLst>
            <pc:docMk/>
            <pc:sldMk cId="3351310430" sldId="697"/>
            <ac:picMk id="2" creationId="{D5000665-EBDC-BA5C-7E4C-1789EE4772AD}"/>
          </ac:picMkLst>
        </pc:picChg>
        <pc:picChg chg="add del mod">
          <ac:chgData name="Shubhendu Kumar Singh" userId="461b01912b5747a3" providerId="LiveId" clId="{B9BDD7F6-A98D-4C4E-8AFD-D6DF2CF55D34}" dt="2025-08-14T02:08:03.530" v="164" actId="478"/>
          <ac:picMkLst>
            <pc:docMk/>
            <pc:sldMk cId="3351310430" sldId="697"/>
            <ac:picMk id="4" creationId="{9E202902-E4B9-EA90-874B-BB4BA319262A}"/>
          </ac:picMkLst>
        </pc:picChg>
        <pc:picChg chg="add mod">
          <ac:chgData name="Shubhendu Kumar Singh" userId="461b01912b5747a3" providerId="LiveId" clId="{B9BDD7F6-A98D-4C4E-8AFD-D6DF2CF55D34}" dt="2025-08-14T02:12:36.411" v="221" actId="1076"/>
          <ac:picMkLst>
            <pc:docMk/>
            <pc:sldMk cId="3351310430" sldId="697"/>
            <ac:picMk id="5" creationId="{DE0FE0DA-2FB9-26A7-9C62-0028DEEB802C}"/>
          </ac:picMkLst>
        </pc:picChg>
        <pc:picChg chg="add del">
          <ac:chgData name="Shubhendu Kumar Singh" userId="461b01912b5747a3" providerId="LiveId" clId="{B9BDD7F6-A98D-4C4E-8AFD-D6DF2CF55D34}" dt="2025-08-14T02:06:20.374" v="150" actId="478"/>
          <ac:picMkLst>
            <pc:docMk/>
            <pc:sldMk cId="3351310430" sldId="697"/>
            <ac:picMk id="6" creationId="{58AAE5F8-6AF6-870F-1717-E987B2AB39EB}"/>
          </ac:picMkLst>
        </pc:picChg>
        <pc:picChg chg="add del">
          <ac:chgData name="Shubhendu Kumar Singh" userId="461b01912b5747a3" providerId="LiveId" clId="{B9BDD7F6-A98D-4C4E-8AFD-D6DF2CF55D34}" dt="2025-08-14T02:08:52.936" v="179" actId="478"/>
          <ac:picMkLst>
            <pc:docMk/>
            <pc:sldMk cId="3351310430" sldId="697"/>
            <ac:picMk id="8" creationId="{4C555835-742F-D312-D625-FFF00ABD2329}"/>
          </ac:picMkLst>
        </pc:picChg>
        <pc:picChg chg="add mod">
          <ac:chgData name="Shubhendu Kumar Singh" userId="461b01912b5747a3" providerId="LiveId" clId="{B9BDD7F6-A98D-4C4E-8AFD-D6DF2CF55D34}" dt="2025-08-14T02:12:38.628" v="222" actId="1076"/>
          <ac:picMkLst>
            <pc:docMk/>
            <pc:sldMk cId="3351310430" sldId="697"/>
            <ac:picMk id="11" creationId="{9BB611BD-C286-128B-34DE-DC0EC4285DB7}"/>
          </ac:picMkLst>
        </pc:picChg>
        <pc:picChg chg="add del mod">
          <ac:chgData name="Shubhendu Kumar Singh" userId="461b01912b5747a3" providerId="LiveId" clId="{B9BDD7F6-A98D-4C4E-8AFD-D6DF2CF55D34}" dt="2025-08-14T02:11:35.913" v="207" actId="478"/>
          <ac:picMkLst>
            <pc:docMk/>
            <pc:sldMk cId="3351310430" sldId="697"/>
            <ac:picMk id="13" creationId="{00F8C906-3366-A116-4AD9-7653B66E02B9}"/>
          </ac:picMkLst>
        </pc:picChg>
        <pc:picChg chg="add mod">
          <ac:chgData name="Shubhendu Kumar Singh" userId="461b01912b5747a3" providerId="LiveId" clId="{B9BDD7F6-A98D-4C4E-8AFD-D6DF2CF55D34}" dt="2025-08-14T02:12:20.024" v="217" actId="1076"/>
          <ac:picMkLst>
            <pc:docMk/>
            <pc:sldMk cId="3351310430" sldId="697"/>
            <ac:picMk id="15" creationId="{94BED074-6070-D088-EAD0-8E4F6EBAE8ED}"/>
          </ac:picMkLst>
        </pc:picChg>
      </pc:sldChg>
      <pc:sldChg chg="addSp delSp modSp add mod">
        <pc:chgData name="Shubhendu Kumar Singh" userId="461b01912b5747a3" providerId="LiveId" clId="{B9BDD7F6-A98D-4C4E-8AFD-D6DF2CF55D34}" dt="2025-08-14T02:05:13.281" v="134" actId="14100"/>
        <pc:sldMkLst>
          <pc:docMk/>
          <pc:sldMk cId="974817197" sldId="698"/>
        </pc:sldMkLst>
        <pc:picChg chg="del">
          <ac:chgData name="Shubhendu Kumar Singh" userId="461b01912b5747a3" providerId="LiveId" clId="{B9BDD7F6-A98D-4C4E-8AFD-D6DF2CF55D34}" dt="2025-08-14T02:04:00.765" v="108" actId="478"/>
          <ac:picMkLst>
            <pc:docMk/>
            <pc:sldMk cId="974817197" sldId="698"/>
            <ac:picMk id="3" creationId="{DF12FC2D-597C-4283-F917-D5C819B41EA6}"/>
          </ac:picMkLst>
        </pc:picChg>
        <pc:picChg chg="add mod">
          <ac:chgData name="Shubhendu Kumar Singh" userId="461b01912b5747a3" providerId="LiveId" clId="{B9BDD7F6-A98D-4C4E-8AFD-D6DF2CF55D34}" dt="2025-08-14T02:04:51.943" v="127" actId="14100"/>
          <ac:picMkLst>
            <pc:docMk/>
            <pc:sldMk cId="974817197" sldId="698"/>
            <ac:picMk id="4" creationId="{5F6B08D3-3BB8-FB9F-F350-6CB29B432406}"/>
          </ac:picMkLst>
        </pc:picChg>
        <pc:picChg chg="add mod">
          <ac:chgData name="Shubhendu Kumar Singh" userId="461b01912b5747a3" providerId="LiveId" clId="{B9BDD7F6-A98D-4C4E-8AFD-D6DF2CF55D34}" dt="2025-08-14T02:05:13.281" v="134" actId="14100"/>
          <ac:picMkLst>
            <pc:docMk/>
            <pc:sldMk cId="974817197" sldId="698"/>
            <ac:picMk id="6" creationId="{EAEDC768-CD14-BAF0-B61D-A0D07AA27706}"/>
          </ac:picMkLst>
        </pc:picChg>
      </pc:sldChg>
      <pc:sldChg chg="addSp delSp modSp add mod">
        <pc:chgData name="Shubhendu Kumar Singh" userId="461b01912b5747a3" providerId="LiveId" clId="{B9BDD7F6-A98D-4C4E-8AFD-D6DF2CF55D34}" dt="2025-08-14T02:13:59.927" v="247" actId="1076"/>
        <pc:sldMkLst>
          <pc:docMk/>
          <pc:sldMk cId="2180161747" sldId="699"/>
        </pc:sldMkLst>
        <pc:picChg chg="add mod">
          <ac:chgData name="Shubhendu Kumar Singh" userId="461b01912b5747a3" providerId="LiveId" clId="{B9BDD7F6-A98D-4C4E-8AFD-D6DF2CF55D34}" dt="2025-08-14T02:13:51.002" v="244" actId="1076"/>
          <ac:picMkLst>
            <pc:docMk/>
            <pc:sldMk cId="2180161747" sldId="699"/>
            <ac:picMk id="3" creationId="{AD67F1A5-224F-2D3E-726B-99A5BC5ABCE1}"/>
          </ac:picMkLst>
        </pc:picChg>
        <pc:picChg chg="del">
          <ac:chgData name="Shubhendu Kumar Singh" userId="461b01912b5747a3" providerId="LiveId" clId="{B9BDD7F6-A98D-4C4E-8AFD-D6DF2CF55D34}" dt="2025-08-14T02:10:03.908" v="192" actId="478"/>
          <ac:picMkLst>
            <pc:docMk/>
            <pc:sldMk cId="2180161747" sldId="699"/>
            <ac:picMk id="5" creationId="{9B50983F-A73D-CB5B-4712-D96B6EAA0C7F}"/>
          </ac:picMkLst>
        </pc:picChg>
        <pc:picChg chg="add mod">
          <ac:chgData name="Shubhendu Kumar Singh" userId="461b01912b5747a3" providerId="LiveId" clId="{B9BDD7F6-A98D-4C4E-8AFD-D6DF2CF55D34}" dt="2025-08-14T02:13:59.927" v="247" actId="1076"/>
          <ac:picMkLst>
            <pc:docMk/>
            <pc:sldMk cId="2180161747" sldId="699"/>
            <ac:picMk id="6" creationId="{9D056237-2599-0F97-5160-FCA9A8604B08}"/>
          </ac:picMkLst>
        </pc:picChg>
        <pc:picChg chg="add mod">
          <ac:chgData name="Shubhendu Kumar Singh" userId="461b01912b5747a3" providerId="LiveId" clId="{B9BDD7F6-A98D-4C4E-8AFD-D6DF2CF55D34}" dt="2025-08-14T02:13:55.642" v="246" actId="14100"/>
          <ac:picMkLst>
            <pc:docMk/>
            <pc:sldMk cId="2180161747" sldId="699"/>
            <ac:picMk id="10" creationId="{531AB29E-DA8C-0123-DC08-DF4D6EFAA258}"/>
          </ac:picMkLst>
        </pc:picChg>
        <pc:picChg chg="del">
          <ac:chgData name="Shubhendu Kumar Singh" userId="461b01912b5747a3" providerId="LiveId" clId="{B9BDD7F6-A98D-4C4E-8AFD-D6DF2CF55D34}" dt="2025-08-14T02:10:30.237" v="199" actId="478"/>
          <ac:picMkLst>
            <pc:docMk/>
            <pc:sldMk cId="2180161747" sldId="699"/>
            <ac:picMk id="11" creationId="{63C60E30-E69F-4C96-1186-2582ABA7B440}"/>
          </ac:picMkLst>
        </pc:picChg>
        <pc:picChg chg="del">
          <ac:chgData name="Shubhendu Kumar Singh" userId="461b01912b5747a3" providerId="LiveId" clId="{B9BDD7F6-A98D-4C4E-8AFD-D6DF2CF55D34}" dt="2025-08-14T02:12:46.729" v="223" actId="478"/>
          <ac:picMkLst>
            <pc:docMk/>
            <pc:sldMk cId="2180161747" sldId="699"/>
            <ac:picMk id="13" creationId="{00464F7D-533E-545E-F095-84043FFD35CD}"/>
          </ac:picMkLst>
        </pc:picChg>
        <pc:picChg chg="del mod">
          <ac:chgData name="Shubhendu Kumar Singh" userId="461b01912b5747a3" providerId="LiveId" clId="{B9BDD7F6-A98D-4C4E-8AFD-D6DF2CF55D34}" dt="2025-08-14T02:13:04.902" v="230" actId="478"/>
          <ac:picMkLst>
            <pc:docMk/>
            <pc:sldMk cId="2180161747" sldId="699"/>
            <ac:picMk id="15" creationId="{7F8D4BDE-5F2D-5D56-F404-3C9620160BF4}"/>
          </ac:picMkLst>
        </pc:picChg>
      </pc:sldChg>
      <pc:sldChg chg="addSp delSp modSp add mod">
        <pc:chgData name="Shubhendu Kumar Singh" userId="461b01912b5747a3" providerId="LiveId" clId="{B9BDD7F6-A98D-4C4E-8AFD-D6DF2CF55D34}" dt="2025-08-14T02:18:18.843" v="270" actId="1076"/>
        <pc:sldMkLst>
          <pc:docMk/>
          <pc:sldMk cId="2084131335" sldId="700"/>
        </pc:sldMkLst>
        <pc:graphicFrameChg chg="add del mod modGraphic">
          <ac:chgData name="Shubhendu Kumar Singh" userId="461b01912b5747a3" providerId="LiveId" clId="{B9BDD7F6-A98D-4C4E-8AFD-D6DF2CF55D34}" dt="2025-08-14T02:17:49.647" v="264" actId="478"/>
          <ac:graphicFrameMkLst>
            <pc:docMk/>
            <pc:sldMk cId="2084131335" sldId="700"/>
            <ac:graphicFrameMk id="2" creationId="{7AB6ACBE-4401-97ED-1014-DFE495FF9689}"/>
          </ac:graphicFrameMkLst>
        </pc:graphicFrameChg>
        <pc:graphicFrameChg chg="add mod">
          <ac:chgData name="Shubhendu Kumar Singh" userId="461b01912b5747a3" providerId="LiveId" clId="{B9BDD7F6-A98D-4C4E-8AFD-D6DF2CF55D34}" dt="2025-08-14T02:18:02.342" v="267" actId="1076"/>
          <ac:graphicFrameMkLst>
            <pc:docMk/>
            <pc:sldMk cId="2084131335" sldId="700"/>
            <ac:graphicFrameMk id="4" creationId="{A6F59447-A196-90C8-5FCC-00DC53A85C72}"/>
          </ac:graphicFrameMkLst>
        </pc:graphicFrameChg>
        <pc:picChg chg="del">
          <ac:chgData name="Shubhendu Kumar Singh" userId="461b01912b5747a3" providerId="LiveId" clId="{B9BDD7F6-A98D-4C4E-8AFD-D6DF2CF55D34}" dt="2025-08-14T02:14:24.449" v="249" actId="478"/>
          <ac:picMkLst>
            <pc:docMk/>
            <pc:sldMk cId="2084131335" sldId="700"/>
            <ac:picMk id="3" creationId="{38C18520-B6DD-4412-ADA1-61389573AB53}"/>
          </ac:picMkLst>
        </pc:picChg>
        <pc:picChg chg="del">
          <ac:chgData name="Shubhendu Kumar Singh" userId="461b01912b5747a3" providerId="LiveId" clId="{B9BDD7F6-A98D-4C4E-8AFD-D6DF2CF55D34}" dt="2025-08-14T02:14:24.449" v="249" actId="478"/>
          <ac:picMkLst>
            <pc:docMk/>
            <pc:sldMk cId="2084131335" sldId="700"/>
            <ac:picMk id="6" creationId="{814CBB20-CD7F-AA86-002E-3353DDA04D0C}"/>
          </ac:picMkLst>
        </pc:picChg>
        <pc:picChg chg="mod">
          <ac:chgData name="Shubhendu Kumar Singh" userId="461b01912b5747a3" providerId="LiveId" clId="{B9BDD7F6-A98D-4C4E-8AFD-D6DF2CF55D34}" dt="2025-08-14T02:18:18.843" v="270" actId="1076"/>
          <ac:picMkLst>
            <pc:docMk/>
            <pc:sldMk cId="2084131335" sldId="700"/>
            <ac:picMk id="10" creationId="{A909A107-0E08-3DC0-7F92-7B6F9E4680BF}"/>
          </ac:picMkLst>
        </pc:picChg>
      </pc:sldChg>
      <pc:sldChg chg="delSp modSp add mod">
        <pc:chgData name="Shubhendu Kumar Singh" userId="461b01912b5747a3" providerId="LiveId" clId="{B9BDD7F6-A98D-4C4E-8AFD-D6DF2CF55D34}" dt="2025-08-14T02:31:16.156" v="398" actId="478"/>
        <pc:sldMkLst>
          <pc:docMk/>
          <pc:sldMk cId="931833251" sldId="701"/>
        </pc:sldMkLst>
        <pc:spChg chg="mod">
          <ac:chgData name="Shubhendu Kumar Singh" userId="461b01912b5747a3" providerId="LiveId" clId="{B9BDD7F6-A98D-4C4E-8AFD-D6DF2CF55D34}" dt="2025-08-14T02:19:09.437" v="276" actId="20577"/>
          <ac:spMkLst>
            <pc:docMk/>
            <pc:sldMk cId="931833251" sldId="701"/>
            <ac:spMk id="2" creationId="{F178E358-FD5B-B726-F606-FDCB1C75B07A}"/>
          </ac:spMkLst>
        </pc:spChg>
        <pc:spChg chg="del">
          <ac:chgData name="Shubhendu Kumar Singh" userId="461b01912b5747a3" providerId="LiveId" clId="{B9BDD7F6-A98D-4C4E-8AFD-D6DF2CF55D34}" dt="2025-08-14T02:31:16.156" v="398" actId="478"/>
          <ac:spMkLst>
            <pc:docMk/>
            <pc:sldMk cId="931833251" sldId="701"/>
            <ac:spMk id="3" creationId="{BA1BCD24-AEBE-CF38-21AB-CF3709404CF4}"/>
          </ac:spMkLst>
        </pc:spChg>
      </pc:sldChg>
      <pc:sldChg chg="addSp delSp modSp add mod">
        <pc:chgData name="Shubhendu Kumar Singh" userId="461b01912b5747a3" providerId="LiveId" clId="{B9BDD7F6-A98D-4C4E-8AFD-D6DF2CF55D34}" dt="2025-08-14T02:20:55.690" v="310" actId="14100"/>
        <pc:sldMkLst>
          <pc:docMk/>
          <pc:sldMk cId="3007587213" sldId="702"/>
        </pc:sldMkLst>
        <pc:spChg chg="mod">
          <ac:chgData name="Shubhendu Kumar Singh" userId="461b01912b5747a3" providerId="LiveId" clId="{B9BDD7F6-A98D-4C4E-8AFD-D6DF2CF55D34}" dt="2025-08-14T02:19:17.429" v="281" actId="20577"/>
          <ac:spMkLst>
            <pc:docMk/>
            <pc:sldMk cId="3007587213" sldId="702"/>
            <ac:spMk id="5" creationId="{F12CC13D-98F9-4040-A93C-E2ED7F7C492B}"/>
          </ac:spMkLst>
        </pc:spChg>
        <pc:picChg chg="add mod">
          <ac:chgData name="Shubhendu Kumar Singh" userId="461b01912b5747a3" providerId="LiveId" clId="{B9BDD7F6-A98D-4C4E-8AFD-D6DF2CF55D34}" dt="2025-08-14T02:20:55.690" v="310" actId="14100"/>
          <ac:picMkLst>
            <pc:docMk/>
            <pc:sldMk cId="3007587213" sldId="702"/>
            <ac:picMk id="3" creationId="{2DD1054B-6258-17DC-2DDF-A21562B3ACBA}"/>
          </ac:picMkLst>
        </pc:picChg>
        <pc:picChg chg="del mod">
          <ac:chgData name="Shubhendu Kumar Singh" userId="461b01912b5747a3" providerId="LiveId" clId="{B9BDD7F6-A98D-4C4E-8AFD-D6DF2CF55D34}" dt="2025-08-14T02:20:13.388" v="298" actId="478"/>
          <ac:picMkLst>
            <pc:docMk/>
            <pc:sldMk cId="3007587213" sldId="702"/>
            <ac:picMk id="4" creationId="{23E012D4-719E-7E09-C9F9-4759DE668313}"/>
          </ac:picMkLst>
        </pc:picChg>
        <pc:picChg chg="del">
          <ac:chgData name="Shubhendu Kumar Singh" userId="461b01912b5747a3" providerId="LiveId" clId="{B9BDD7F6-A98D-4C4E-8AFD-D6DF2CF55D34}" dt="2025-08-14T02:19:22.580" v="282" actId="478"/>
          <ac:picMkLst>
            <pc:docMk/>
            <pc:sldMk cId="3007587213" sldId="702"/>
            <ac:picMk id="6" creationId="{4519B9CC-00BE-7047-B37B-F1DC349528B7}"/>
          </ac:picMkLst>
        </pc:picChg>
        <pc:picChg chg="add mod">
          <ac:chgData name="Shubhendu Kumar Singh" userId="461b01912b5747a3" providerId="LiveId" clId="{B9BDD7F6-A98D-4C4E-8AFD-D6DF2CF55D34}" dt="2025-08-14T02:20:51.778" v="309" actId="14100"/>
          <ac:picMkLst>
            <pc:docMk/>
            <pc:sldMk cId="3007587213" sldId="702"/>
            <ac:picMk id="8" creationId="{A4989C0F-53EA-5CD9-FE64-8DBE05E51EAE}"/>
          </ac:picMkLst>
        </pc:picChg>
      </pc:sldChg>
      <pc:sldChg chg="addSp delSp modSp add mod">
        <pc:chgData name="Shubhendu Kumar Singh" userId="461b01912b5747a3" providerId="LiveId" clId="{B9BDD7F6-A98D-4C4E-8AFD-D6DF2CF55D34}" dt="2025-08-14T02:23:10.981" v="349" actId="14100"/>
        <pc:sldMkLst>
          <pc:docMk/>
          <pc:sldMk cId="3298262525" sldId="703"/>
        </pc:sldMkLst>
        <pc:picChg chg="add mod">
          <ac:chgData name="Shubhendu Kumar Singh" userId="461b01912b5747a3" providerId="LiveId" clId="{B9BDD7F6-A98D-4C4E-8AFD-D6DF2CF55D34}" dt="2025-08-14T02:22:48.977" v="343" actId="14100"/>
          <ac:picMkLst>
            <pc:docMk/>
            <pc:sldMk cId="3298262525" sldId="703"/>
            <ac:picMk id="3" creationId="{044801F2-D7E2-194A-CCD5-2222C5D6FD79}"/>
          </ac:picMkLst>
        </pc:picChg>
        <pc:picChg chg="del">
          <ac:chgData name="Shubhendu Kumar Singh" userId="461b01912b5747a3" providerId="LiveId" clId="{B9BDD7F6-A98D-4C4E-8AFD-D6DF2CF55D34}" dt="2025-08-14T02:20:59.970" v="311" actId="478"/>
          <ac:picMkLst>
            <pc:docMk/>
            <pc:sldMk cId="3298262525" sldId="703"/>
            <ac:picMk id="5" creationId="{6E959D5E-9591-CE5F-88EA-3B65DD9C9DCA}"/>
          </ac:picMkLst>
        </pc:picChg>
        <pc:picChg chg="add mod">
          <ac:chgData name="Shubhendu Kumar Singh" userId="461b01912b5747a3" providerId="LiveId" clId="{B9BDD7F6-A98D-4C4E-8AFD-D6DF2CF55D34}" dt="2025-08-14T02:23:01.356" v="346" actId="14100"/>
          <ac:picMkLst>
            <pc:docMk/>
            <pc:sldMk cId="3298262525" sldId="703"/>
            <ac:picMk id="6" creationId="{67B4F12D-13CD-79A7-76E2-B41A0A6CE9C7}"/>
          </ac:picMkLst>
        </pc:picChg>
        <pc:picChg chg="add mod">
          <ac:chgData name="Shubhendu Kumar Singh" userId="461b01912b5747a3" providerId="LiveId" clId="{B9BDD7F6-A98D-4C4E-8AFD-D6DF2CF55D34}" dt="2025-08-14T02:23:10.981" v="349" actId="14100"/>
          <ac:picMkLst>
            <pc:docMk/>
            <pc:sldMk cId="3298262525" sldId="703"/>
            <ac:picMk id="10" creationId="{FC781273-4154-EA7F-D553-C01379356DBF}"/>
          </ac:picMkLst>
        </pc:picChg>
        <pc:picChg chg="del">
          <ac:chgData name="Shubhendu Kumar Singh" userId="461b01912b5747a3" providerId="LiveId" clId="{B9BDD7F6-A98D-4C4E-8AFD-D6DF2CF55D34}" dt="2025-08-14T02:21:26.388" v="318" actId="478"/>
          <ac:picMkLst>
            <pc:docMk/>
            <pc:sldMk cId="3298262525" sldId="703"/>
            <ac:picMk id="11" creationId="{A5382786-D56B-745F-A6DA-EC1A248CD77B}"/>
          </ac:picMkLst>
        </pc:picChg>
        <pc:picChg chg="del">
          <ac:chgData name="Shubhendu Kumar Singh" userId="461b01912b5747a3" providerId="LiveId" clId="{B9BDD7F6-A98D-4C4E-8AFD-D6DF2CF55D34}" dt="2025-08-14T02:21:33.368" v="321" actId="478"/>
          <ac:picMkLst>
            <pc:docMk/>
            <pc:sldMk cId="3298262525" sldId="703"/>
            <ac:picMk id="15" creationId="{59300E1C-972D-AAD9-A761-754F168C8577}"/>
          </ac:picMkLst>
        </pc:picChg>
      </pc:sldChg>
      <pc:sldChg chg="addSp delSp modSp add mod">
        <pc:chgData name="Shubhendu Kumar Singh" userId="461b01912b5747a3" providerId="LiveId" clId="{B9BDD7F6-A98D-4C4E-8AFD-D6DF2CF55D34}" dt="2025-08-14T02:24:47.408" v="380" actId="1076"/>
        <pc:sldMkLst>
          <pc:docMk/>
          <pc:sldMk cId="788199948" sldId="704"/>
        </pc:sldMkLst>
        <pc:picChg chg="del">
          <ac:chgData name="Shubhendu Kumar Singh" userId="461b01912b5747a3" providerId="LiveId" clId="{B9BDD7F6-A98D-4C4E-8AFD-D6DF2CF55D34}" dt="2025-08-14T02:23:19.094" v="350" actId="478"/>
          <ac:picMkLst>
            <pc:docMk/>
            <pc:sldMk cId="788199948" sldId="704"/>
            <ac:picMk id="3" creationId="{B28F5349-A69B-0450-9DB5-3B7B47DC2B04}"/>
          </ac:picMkLst>
        </pc:picChg>
        <pc:picChg chg="add mod">
          <ac:chgData name="Shubhendu Kumar Singh" userId="461b01912b5747a3" providerId="LiveId" clId="{B9BDD7F6-A98D-4C4E-8AFD-D6DF2CF55D34}" dt="2025-08-14T02:24:44.120" v="379" actId="14100"/>
          <ac:picMkLst>
            <pc:docMk/>
            <pc:sldMk cId="788199948" sldId="704"/>
            <ac:picMk id="4" creationId="{EBCA04D6-D5A7-DA8D-9E06-0E7962C8C9E5}"/>
          </ac:picMkLst>
        </pc:picChg>
        <pc:picChg chg="del">
          <ac:chgData name="Shubhendu Kumar Singh" userId="461b01912b5747a3" providerId="LiveId" clId="{B9BDD7F6-A98D-4C4E-8AFD-D6DF2CF55D34}" dt="2025-08-14T02:23:40.577" v="358" actId="478"/>
          <ac:picMkLst>
            <pc:docMk/>
            <pc:sldMk cId="788199948" sldId="704"/>
            <ac:picMk id="6" creationId="{24CABF77-30BA-F5CD-4423-A9619F246D8C}"/>
          </ac:picMkLst>
        </pc:picChg>
        <pc:picChg chg="add mod">
          <ac:chgData name="Shubhendu Kumar Singh" userId="461b01912b5747a3" providerId="LiveId" clId="{B9BDD7F6-A98D-4C4E-8AFD-D6DF2CF55D34}" dt="2025-08-14T02:24:40.383" v="378" actId="14100"/>
          <ac:picMkLst>
            <pc:docMk/>
            <pc:sldMk cId="788199948" sldId="704"/>
            <ac:picMk id="8" creationId="{5CFCDF08-FB66-DFE8-17F4-C176934F45F9}"/>
          </ac:picMkLst>
        </pc:picChg>
        <pc:picChg chg="del">
          <ac:chgData name="Shubhendu Kumar Singh" userId="461b01912b5747a3" providerId="LiveId" clId="{B9BDD7F6-A98D-4C4E-8AFD-D6DF2CF55D34}" dt="2025-08-14T02:24:07.805" v="367" actId="478"/>
          <ac:picMkLst>
            <pc:docMk/>
            <pc:sldMk cId="788199948" sldId="704"/>
            <ac:picMk id="10" creationId="{F648A86E-3B0A-EC52-C431-47796049CF04}"/>
          </ac:picMkLst>
        </pc:picChg>
        <pc:picChg chg="add mod">
          <ac:chgData name="Shubhendu Kumar Singh" userId="461b01912b5747a3" providerId="LiveId" clId="{B9BDD7F6-A98D-4C4E-8AFD-D6DF2CF55D34}" dt="2025-08-14T02:24:47.408" v="380" actId="1076"/>
          <ac:picMkLst>
            <pc:docMk/>
            <pc:sldMk cId="788199948" sldId="704"/>
            <ac:picMk id="12" creationId="{CC5E5597-DD22-D0A2-513E-C8273836EC42}"/>
          </ac:picMkLst>
        </pc:picChg>
      </pc:sldChg>
      <pc:sldChg chg="addSp delSp modSp add mod">
        <pc:chgData name="Shubhendu Kumar Singh" userId="461b01912b5747a3" providerId="LiveId" clId="{B9BDD7F6-A98D-4C4E-8AFD-D6DF2CF55D34}" dt="2025-08-14T02:26:38.358" v="393" actId="14100"/>
        <pc:sldMkLst>
          <pc:docMk/>
          <pc:sldMk cId="3202426043" sldId="705"/>
        </pc:sldMkLst>
        <pc:graphicFrameChg chg="add mod modGraphic">
          <ac:chgData name="Shubhendu Kumar Singh" userId="461b01912b5747a3" providerId="LiveId" clId="{B9BDD7F6-A98D-4C4E-8AFD-D6DF2CF55D34}" dt="2025-08-14T02:26:38.358" v="393" actId="14100"/>
          <ac:graphicFrameMkLst>
            <pc:docMk/>
            <pc:sldMk cId="3202426043" sldId="705"/>
            <ac:graphicFrameMk id="3" creationId="{90BB09D4-E2C4-4835-38FD-E92420890194}"/>
          </ac:graphicFrameMkLst>
        </pc:graphicFrameChg>
        <pc:graphicFrameChg chg="del">
          <ac:chgData name="Shubhendu Kumar Singh" userId="461b01912b5747a3" providerId="LiveId" clId="{B9BDD7F6-A98D-4C4E-8AFD-D6DF2CF55D34}" dt="2025-08-14T02:25:19.122" v="388" actId="478"/>
          <ac:graphicFrameMkLst>
            <pc:docMk/>
            <pc:sldMk cId="3202426043" sldId="705"/>
            <ac:graphicFrameMk id="4" creationId="{9E5E7E89-B879-A660-9B54-EDF60DFAD5C0}"/>
          </ac:graphicFrameMkLst>
        </pc:graphicFrameChg>
        <pc:picChg chg="add mod">
          <ac:chgData name="Shubhendu Kumar Singh" userId="461b01912b5747a3" providerId="LiveId" clId="{B9BDD7F6-A98D-4C4E-8AFD-D6DF2CF55D34}" dt="2025-08-14T02:25:14.003" v="387" actId="1076"/>
          <ac:picMkLst>
            <pc:docMk/>
            <pc:sldMk cId="3202426043" sldId="705"/>
            <ac:picMk id="2" creationId="{4CCD67DF-A39D-DD53-81F8-E886E4AC6197}"/>
          </ac:picMkLst>
        </pc:picChg>
        <pc:picChg chg="del">
          <ac:chgData name="Shubhendu Kumar Singh" userId="461b01912b5747a3" providerId="LiveId" clId="{B9BDD7F6-A98D-4C4E-8AFD-D6DF2CF55D34}" dt="2025-08-14T02:24:52.536" v="381" actId="478"/>
          <ac:picMkLst>
            <pc:docMk/>
            <pc:sldMk cId="3202426043" sldId="705"/>
            <ac:picMk id="10" creationId="{409A1732-352D-680B-0162-3E6DED77D990}"/>
          </ac:picMkLst>
        </pc:picChg>
      </pc:sldChg>
    </pc:docChg>
  </pc:docChgLst>
  <pc:docChgLst>
    <pc:chgData name="Shubhendu Kumar Singh" userId="461b01912b5747a3" providerId="LiveId" clId="{123257E2-2039-4D81-A3D1-C3DE1B36AB83}"/>
    <pc:docChg chg="undo custSel addSld modSld">
      <pc:chgData name="Shubhendu Kumar Singh" userId="461b01912b5747a3" providerId="LiveId" clId="{123257E2-2039-4D81-A3D1-C3DE1B36AB83}" dt="2024-10-15T09:05:49.970" v="99" actId="1076"/>
      <pc:docMkLst>
        <pc:docMk/>
      </pc:docMkLst>
      <pc:sldChg chg="addSp delSp modSp add mod">
        <pc:chgData name="Shubhendu Kumar Singh" userId="461b01912b5747a3" providerId="LiveId" clId="{123257E2-2039-4D81-A3D1-C3DE1B36AB83}" dt="2024-10-15T09:05:49.970" v="99" actId="1076"/>
        <pc:sldMkLst>
          <pc:docMk/>
          <pc:sldMk cId="2249308559" sldId="423"/>
        </pc:sldMkLst>
      </pc:sldChg>
    </pc:docChg>
  </pc:docChgLst>
  <pc:docChgLst>
    <pc:chgData name="Shubhendu Kumar Singh" userId="461b01912b5747a3" providerId="LiveId" clId="{A26CC00C-B93B-4591-BD9D-06731C0D6747}"/>
    <pc:docChg chg="undo custSel addSld delSld modSld sldOrd">
      <pc:chgData name="Shubhendu Kumar Singh" userId="461b01912b5747a3" providerId="LiveId" clId="{A26CC00C-B93B-4591-BD9D-06731C0D6747}" dt="2025-01-23T04:16:39.233" v="959" actId="1076"/>
      <pc:docMkLst>
        <pc:docMk/>
      </pc:docMkLst>
      <pc:sldChg chg="modSp mod">
        <pc:chgData name="Shubhendu Kumar Singh" userId="461b01912b5747a3" providerId="LiveId" clId="{A26CC00C-B93B-4591-BD9D-06731C0D6747}" dt="2025-01-22T04:13:21.663" v="5" actId="20577"/>
        <pc:sldMkLst>
          <pc:docMk/>
          <pc:sldMk cId="734630831" sldId="365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3725155999" sldId="427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4292739304" sldId="430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2944807018" sldId="440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3500109330" sldId="441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932135082" sldId="442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495320295" sldId="443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4145754570" sldId="444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2885965486" sldId="445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1866640217" sldId="446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1356373293" sldId="447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3677341236" sldId="448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4212799720" sldId="450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1014711234" sldId="451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3229367106" sldId="452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925879224" sldId="453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1626087198" sldId="454"/>
        </pc:sldMkLst>
      </pc:sldChg>
      <pc:sldChg chg="del">
        <pc:chgData name="Shubhendu Kumar Singh" userId="461b01912b5747a3" providerId="LiveId" clId="{A26CC00C-B93B-4591-BD9D-06731C0D6747}" dt="2025-01-22T04:19:56.928" v="7" actId="47"/>
        <pc:sldMkLst>
          <pc:docMk/>
          <pc:sldMk cId="392483643" sldId="455"/>
        </pc:sldMkLst>
      </pc:sldChg>
      <pc:sldChg chg="del">
        <pc:chgData name="Shubhendu Kumar Singh" userId="461b01912b5747a3" providerId="LiveId" clId="{A26CC00C-B93B-4591-BD9D-06731C0D6747}" dt="2025-01-22T04:20:01.926" v="8" actId="47"/>
        <pc:sldMkLst>
          <pc:docMk/>
          <pc:sldMk cId="3636388766" sldId="457"/>
        </pc:sldMkLst>
      </pc:sldChg>
      <pc:sldChg chg="del">
        <pc:chgData name="Shubhendu Kumar Singh" userId="461b01912b5747a3" providerId="LiveId" clId="{A26CC00C-B93B-4591-BD9D-06731C0D6747}" dt="2025-01-22T04:20:01.926" v="8" actId="47"/>
        <pc:sldMkLst>
          <pc:docMk/>
          <pc:sldMk cId="1295701564" sldId="458"/>
        </pc:sldMkLst>
      </pc:sldChg>
      <pc:sldChg chg="del">
        <pc:chgData name="Shubhendu Kumar Singh" userId="461b01912b5747a3" providerId="LiveId" clId="{A26CC00C-B93B-4591-BD9D-06731C0D6747}" dt="2025-01-22T04:20:01.926" v="8" actId="47"/>
        <pc:sldMkLst>
          <pc:docMk/>
          <pc:sldMk cId="1264891376" sldId="460"/>
        </pc:sldMkLst>
      </pc:sldChg>
      <pc:sldChg chg="del">
        <pc:chgData name="Shubhendu Kumar Singh" userId="461b01912b5747a3" providerId="LiveId" clId="{A26CC00C-B93B-4591-BD9D-06731C0D6747}" dt="2025-01-22T04:20:24.366" v="9" actId="47"/>
        <pc:sldMkLst>
          <pc:docMk/>
          <pc:sldMk cId="618678656" sldId="461"/>
        </pc:sldMkLst>
      </pc:sldChg>
      <pc:sldChg chg="del">
        <pc:chgData name="Shubhendu Kumar Singh" userId="461b01912b5747a3" providerId="LiveId" clId="{A26CC00C-B93B-4591-BD9D-06731C0D6747}" dt="2025-01-22T04:20:24.366" v="9" actId="47"/>
        <pc:sldMkLst>
          <pc:docMk/>
          <pc:sldMk cId="655757706" sldId="466"/>
        </pc:sldMkLst>
      </pc:sldChg>
      <pc:sldChg chg="del">
        <pc:chgData name="Shubhendu Kumar Singh" userId="461b01912b5747a3" providerId="LiveId" clId="{A26CC00C-B93B-4591-BD9D-06731C0D6747}" dt="2025-01-22T04:20:24.366" v="9" actId="47"/>
        <pc:sldMkLst>
          <pc:docMk/>
          <pc:sldMk cId="2533947036" sldId="467"/>
        </pc:sldMkLst>
      </pc:sldChg>
      <pc:sldChg chg="del">
        <pc:chgData name="Shubhendu Kumar Singh" userId="461b01912b5747a3" providerId="LiveId" clId="{A26CC00C-B93B-4591-BD9D-06731C0D6747}" dt="2025-01-22T04:20:24.366" v="9" actId="47"/>
        <pc:sldMkLst>
          <pc:docMk/>
          <pc:sldMk cId="583197572" sldId="468"/>
        </pc:sldMkLst>
      </pc:sldChg>
      <pc:sldChg chg="del">
        <pc:chgData name="Shubhendu Kumar Singh" userId="461b01912b5747a3" providerId="LiveId" clId="{A26CC00C-B93B-4591-BD9D-06731C0D6747}" dt="2025-01-22T04:20:24.366" v="9" actId="47"/>
        <pc:sldMkLst>
          <pc:docMk/>
          <pc:sldMk cId="891642349" sldId="469"/>
        </pc:sldMkLst>
      </pc:sldChg>
      <pc:sldChg chg="addSp delSp modSp mod">
        <pc:chgData name="Shubhendu Kumar Singh" userId="461b01912b5747a3" providerId="LiveId" clId="{A26CC00C-B93B-4591-BD9D-06731C0D6747}" dt="2025-01-23T00:32:45.520" v="501" actId="14100"/>
        <pc:sldMkLst>
          <pc:docMk/>
          <pc:sldMk cId="596389320" sldId="470"/>
        </pc:sldMkLst>
      </pc:sldChg>
      <pc:sldChg chg="del">
        <pc:chgData name="Shubhendu Kumar Singh" userId="461b01912b5747a3" providerId="LiveId" clId="{A26CC00C-B93B-4591-BD9D-06731C0D6747}" dt="2025-01-22T04:19:56.928" v="7" actId="47"/>
        <pc:sldMkLst>
          <pc:docMk/>
          <pc:sldMk cId="1782458803" sldId="471"/>
        </pc:sldMkLst>
      </pc:sldChg>
      <pc:sldChg chg="modSp mod">
        <pc:chgData name="Shubhendu Kumar Singh" userId="461b01912b5747a3" providerId="LiveId" clId="{A26CC00C-B93B-4591-BD9D-06731C0D6747}" dt="2025-01-22T04:28:00.516" v="76" actId="20577"/>
        <pc:sldMkLst>
          <pc:docMk/>
          <pc:sldMk cId="2485660261" sldId="471"/>
        </pc:sldMkLst>
      </pc:sldChg>
      <pc:sldChg chg="del">
        <pc:chgData name="Shubhendu Kumar Singh" userId="461b01912b5747a3" providerId="LiveId" clId="{A26CC00C-B93B-4591-BD9D-06731C0D6747}" dt="2025-01-22T04:21:29.575" v="10" actId="47"/>
        <pc:sldMkLst>
          <pc:docMk/>
          <pc:sldMk cId="2017827870" sldId="472"/>
        </pc:sldMkLst>
      </pc:sldChg>
      <pc:sldChg chg="addSp delSp modSp mod ord">
        <pc:chgData name="Shubhendu Kumar Singh" userId="461b01912b5747a3" providerId="LiveId" clId="{A26CC00C-B93B-4591-BD9D-06731C0D6747}" dt="2025-01-22T21:13:29.947" v="416" actId="20577"/>
        <pc:sldMkLst>
          <pc:docMk/>
          <pc:sldMk cId="3736331534" sldId="472"/>
        </pc:sldMkLst>
      </pc:sldChg>
      <pc:sldChg chg="addSp delSp modSp add mod ord">
        <pc:chgData name="Shubhendu Kumar Singh" userId="461b01912b5747a3" providerId="LiveId" clId="{A26CC00C-B93B-4591-BD9D-06731C0D6747}" dt="2025-01-22T21:13:42.569" v="447" actId="20577"/>
        <pc:sldMkLst>
          <pc:docMk/>
          <pc:sldMk cId="2252476784" sldId="473"/>
        </pc:sldMkLst>
      </pc:sldChg>
      <pc:sldChg chg="del">
        <pc:chgData name="Shubhendu Kumar Singh" userId="461b01912b5747a3" providerId="LiveId" clId="{A26CC00C-B93B-4591-BD9D-06731C0D6747}" dt="2025-01-22T04:19:56.928" v="7" actId="47"/>
        <pc:sldMkLst>
          <pc:docMk/>
          <pc:sldMk cId="3635191793" sldId="473"/>
        </pc:sldMkLst>
      </pc:sldChg>
      <pc:sldChg chg="delSp modSp add del mod">
        <pc:chgData name="Shubhendu Kumar Singh" userId="461b01912b5747a3" providerId="LiveId" clId="{A26CC00C-B93B-4591-BD9D-06731C0D6747}" dt="2025-01-22T21:42:04.001" v="484" actId="47"/>
        <pc:sldMkLst>
          <pc:docMk/>
          <pc:sldMk cId="352323815" sldId="474"/>
        </pc:sldMkLst>
      </pc:sldChg>
      <pc:sldChg chg="addSp delSp modSp add del mod">
        <pc:chgData name="Shubhendu Kumar Singh" userId="461b01912b5747a3" providerId="LiveId" clId="{A26CC00C-B93B-4591-BD9D-06731C0D6747}" dt="2025-01-23T00:31:29.913" v="489" actId="47"/>
        <pc:sldMkLst>
          <pc:docMk/>
          <pc:sldMk cId="1017415631" sldId="474"/>
        </pc:sldMkLst>
      </pc:sldChg>
      <pc:sldChg chg="add">
        <pc:chgData name="Shubhendu Kumar Singh" userId="461b01912b5747a3" providerId="LiveId" clId="{A26CC00C-B93B-4591-BD9D-06731C0D6747}" dt="2025-01-23T00:31:34.080" v="490" actId="2890"/>
        <pc:sldMkLst>
          <pc:docMk/>
          <pc:sldMk cId="2673879803" sldId="474"/>
        </pc:sldMkLst>
      </pc:sldChg>
      <pc:sldChg chg="del">
        <pc:chgData name="Shubhendu Kumar Singh" userId="461b01912b5747a3" providerId="LiveId" clId="{A26CC00C-B93B-4591-BD9D-06731C0D6747}" dt="2025-01-22T04:19:56.928" v="7" actId="47"/>
        <pc:sldMkLst>
          <pc:docMk/>
          <pc:sldMk cId="4006462711" sldId="474"/>
        </pc:sldMkLst>
      </pc:sldChg>
      <pc:sldChg chg="addSp delSp modSp add mod">
        <pc:chgData name="Shubhendu Kumar Singh" userId="461b01912b5747a3" providerId="LiveId" clId="{A26CC00C-B93B-4591-BD9D-06731C0D6747}" dt="2025-01-23T04:16:39.233" v="959" actId="1076"/>
        <pc:sldMkLst>
          <pc:docMk/>
          <pc:sldMk cId="124658276" sldId="475"/>
        </pc:sldMkLst>
      </pc:sldChg>
      <pc:sldChg chg="del">
        <pc:chgData name="Shubhendu Kumar Singh" userId="461b01912b5747a3" providerId="LiveId" clId="{A26CC00C-B93B-4591-BD9D-06731C0D6747}" dt="2025-01-22T04:20:24.366" v="9" actId="47"/>
        <pc:sldMkLst>
          <pc:docMk/>
          <pc:sldMk cId="127027669" sldId="475"/>
        </pc:sldMkLst>
      </pc:sldChg>
      <pc:sldChg chg="del">
        <pc:chgData name="Shubhendu Kumar Singh" userId="461b01912b5747a3" providerId="LiveId" clId="{A26CC00C-B93B-4591-BD9D-06731C0D6747}" dt="2025-01-22T04:19:06.998" v="6" actId="47"/>
        <pc:sldMkLst>
          <pc:docMk/>
          <pc:sldMk cId="2979823947" sldId="476"/>
        </pc:sldMkLst>
      </pc:sldChg>
      <pc:sldChg chg="del">
        <pc:chgData name="Shubhendu Kumar Singh" userId="461b01912b5747a3" providerId="LiveId" clId="{A26CC00C-B93B-4591-BD9D-06731C0D6747}" dt="2025-01-22T04:20:24.366" v="9" actId="47"/>
        <pc:sldMkLst>
          <pc:docMk/>
          <pc:sldMk cId="1853082879" sldId="477"/>
        </pc:sldMkLst>
      </pc:sldChg>
      <pc:sldChg chg="del">
        <pc:chgData name="Shubhendu Kumar Singh" userId="461b01912b5747a3" providerId="LiveId" clId="{A26CC00C-B93B-4591-BD9D-06731C0D6747}" dt="2025-01-22T04:19:06.998" v="6" actId="47"/>
        <pc:sldMkLst>
          <pc:docMk/>
          <pc:sldMk cId="3946934369" sldId="478"/>
        </pc:sldMkLst>
      </pc:sldChg>
      <pc:sldChg chg="del">
        <pc:chgData name="Shubhendu Kumar Singh" userId="461b01912b5747a3" providerId="LiveId" clId="{A26CC00C-B93B-4591-BD9D-06731C0D6747}" dt="2025-01-22T04:19:06.998" v="6" actId="47"/>
        <pc:sldMkLst>
          <pc:docMk/>
          <pc:sldMk cId="2442688752" sldId="479"/>
        </pc:sldMkLst>
      </pc:sldChg>
      <pc:sldChg chg="del">
        <pc:chgData name="Shubhendu Kumar Singh" userId="461b01912b5747a3" providerId="LiveId" clId="{A26CC00C-B93B-4591-BD9D-06731C0D6747}" dt="2025-01-22T04:19:06.998" v="6" actId="47"/>
        <pc:sldMkLst>
          <pc:docMk/>
          <pc:sldMk cId="421877273" sldId="480"/>
        </pc:sldMkLst>
      </pc:sldChg>
      <pc:sldChg chg="del">
        <pc:chgData name="Shubhendu Kumar Singh" userId="461b01912b5747a3" providerId="LiveId" clId="{A26CC00C-B93B-4591-BD9D-06731C0D6747}" dt="2025-01-22T04:19:06.998" v="6" actId="47"/>
        <pc:sldMkLst>
          <pc:docMk/>
          <pc:sldMk cId="2244522489" sldId="481"/>
        </pc:sldMkLst>
      </pc:sldChg>
      <pc:sldChg chg="del">
        <pc:chgData name="Shubhendu Kumar Singh" userId="461b01912b5747a3" providerId="LiveId" clId="{A26CC00C-B93B-4591-BD9D-06731C0D6747}" dt="2025-01-22T04:19:06.998" v="6" actId="47"/>
        <pc:sldMkLst>
          <pc:docMk/>
          <pc:sldMk cId="4241874730" sldId="483"/>
        </pc:sldMkLst>
      </pc:sldChg>
      <pc:sldChg chg="del">
        <pc:chgData name="Shubhendu Kumar Singh" userId="461b01912b5747a3" providerId="LiveId" clId="{A26CC00C-B93B-4591-BD9D-06731C0D6747}" dt="2025-01-22T04:19:06.998" v="6" actId="47"/>
        <pc:sldMkLst>
          <pc:docMk/>
          <pc:sldMk cId="3983696921" sldId="484"/>
        </pc:sldMkLst>
      </pc:sldChg>
      <pc:sldChg chg="del">
        <pc:chgData name="Shubhendu Kumar Singh" userId="461b01912b5747a3" providerId="LiveId" clId="{A26CC00C-B93B-4591-BD9D-06731C0D6747}" dt="2025-01-22T04:19:06.998" v="6" actId="47"/>
        <pc:sldMkLst>
          <pc:docMk/>
          <pc:sldMk cId="145135501" sldId="485"/>
        </pc:sldMkLst>
      </pc:sldChg>
      <pc:sldChg chg="del">
        <pc:chgData name="Shubhendu Kumar Singh" userId="461b01912b5747a3" providerId="LiveId" clId="{A26CC00C-B93B-4591-BD9D-06731C0D6747}" dt="2025-01-22T04:19:06.998" v="6" actId="47"/>
        <pc:sldMkLst>
          <pc:docMk/>
          <pc:sldMk cId="1522601370" sldId="486"/>
        </pc:sldMkLst>
      </pc:sldChg>
    </pc:docChg>
  </pc:docChgLst>
  <pc:docChgLst>
    <pc:chgData name="Shubhendu Kumar Singh" userId="461b01912b5747a3" providerId="LiveId" clId="{F8A85157-E817-47ED-9103-DE8D33375D5B}"/>
    <pc:docChg chg="undo custSel addSld delSld modSld sldOrd">
      <pc:chgData name="Shubhendu Kumar Singh" userId="461b01912b5747a3" providerId="LiveId" clId="{F8A85157-E817-47ED-9103-DE8D33375D5B}" dt="2025-02-27T04:43:33.250" v="698" actId="1076"/>
      <pc:docMkLst>
        <pc:docMk/>
      </pc:docMkLst>
      <pc:sldChg chg="del">
        <pc:chgData name="Shubhendu Kumar Singh" userId="461b01912b5747a3" providerId="LiveId" clId="{F8A85157-E817-47ED-9103-DE8D33375D5B}" dt="2025-02-27T02:22:04.336" v="501" actId="47"/>
        <pc:sldMkLst>
          <pc:docMk/>
          <pc:sldMk cId="2944807018" sldId="440"/>
        </pc:sldMkLst>
      </pc:sldChg>
      <pc:sldChg chg="del">
        <pc:chgData name="Shubhendu Kumar Singh" userId="461b01912b5747a3" providerId="LiveId" clId="{F8A85157-E817-47ED-9103-DE8D33375D5B}" dt="2025-02-27T02:22:04.336" v="501" actId="47"/>
        <pc:sldMkLst>
          <pc:docMk/>
          <pc:sldMk cId="3500109330" sldId="441"/>
        </pc:sldMkLst>
      </pc:sldChg>
      <pc:sldChg chg="del">
        <pc:chgData name="Shubhendu Kumar Singh" userId="461b01912b5747a3" providerId="LiveId" clId="{F8A85157-E817-47ED-9103-DE8D33375D5B}" dt="2025-02-27T02:22:04.336" v="501" actId="47"/>
        <pc:sldMkLst>
          <pc:docMk/>
          <pc:sldMk cId="932135082" sldId="442"/>
        </pc:sldMkLst>
      </pc:sldChg>
      <pc:sldChg chg="modSp mod">
        <pc:chgData name="Shubhendu Kumar Singh" userId="461b01912b5747a3" providerId="LiveId" clId="{F8A85157-E817-47ED-9103-DE8D33375D5B}" dt="2025-02-27T04:43:33.250" v="698" actId="1076"/>
        <pc:sldMkLst>
          <pc:docMk/>
          <pc:sldMk cId="495320295" sldId="443"/>
        </pc:sldMkLst>
      </pc:sldChg>
      <pc:sldChg chg="del">
        <pc:chgData name="Shubhendu Kumar Singh" userId="461b01912b5747a3" providerId="LiveId" clId="{F8A85157-E817-47ED-9103-DE8D33375D5B}" dt="2025-02-27T02:22:04.336" v="501" actId="47"/>
        <pc:sldMkLst>
          <pc:docMk/>
          <pc:sldMk cId="1866640217" sldId="446"/>
        </pc:sldMkLst>
      </pc:sldChg>
      <pc:sldChg chg="del">
        <pc:chgData name="Shubhendu Kumar Singh" userId="461b01912b5747a3" providerId="LiveId" clId="{F8A85157-E817-47ED-9103-DE8D33375D5B}" dt="2025-02-27T02:22:04.336" v="501" actId="47"/>
        <pc:sldMkLst>
          <pc:docMk/>
          <pc:sldMk cId="1356373293" sldId="447"/>
        </pc:sldMkLst>
      </pc:sldChg>
      <pc:sldChg chg="del">
        <pc:chgData name="Shubhendu Kumar Singh" userId="461b01912b5747a3" providerId="LiveId" clId="{F8A85157-E817-47ED-9103-DE8D33375D5B}" dt="2025-02-27T02:22:04.336" v="501" actId="47"/>
        <pc:sldMkLst>
          <pc:docMk/>
          <pc:sldMk cId="3677341236" sldId="448"/>
        </pc:sldMkLst>
      </pc:sldChg>
      <pc:sldChg chg="del">
        <pc:chgData name="Shubhendu Kumar Singh" userId="461b01912b5747a3" providerId="LiveId" clId="{F8A85157-E817-47ED-9103-DE8D33375D5B}" dt="2025-02-27T02:22:04.336" v="501" actId="47"/>
        <pc:sldMkLst>
          <pc:docMk/>
          <pc:sldMk cId="1014711234" sldId="451"/>
        </pc:sldMkLst>
      </pc:sldChg>
      <pc:sldChg chg="del">
        <pc:chgData name="Shubhendu Kumar Singh" userId="461b01912b5747a3" providerId="LiveId" clId="{F8A85157-E817-47ED-9103-DE8D33375D5B}" dt="2025-02-27T02:22:04.336" v="501" actId="47"/>
        <pc:sldMkLst>
          <pc:docMk/>
          <pc:sldMk cId="3229367106" sldId="452"/>
        </pc:sldMkLst>
      </pc:sldChg>
      <pc:sldChg chg="del">
        <pc:chgData name="Shubhendu Kumar Singh" userId="461b01912b5747a3" providerId="LiveId" clId="{F8A85157-E817-47ED-9103-DE8D33375D5B}" dt="2025-02-27T02:22:04.336" v="501" actId="47"/>
        <pc:sldMkLst>
          <pc:docMk/>
          <pc:sldMk cId="925879224" sldId="453"/>
        </pc:sldMkLst>
      </pc:sldChg>
      <pc:sldChg chg="del">
        <pc:chgData name="Shubhendu Kumar Singh" userId="461b01912b5747a3" providerId="LiveId" clId="{F8A85157-E817-47ED-9103-DE8D33375D5B}" dt="2025-02-27T02:22:04.336" v="501" actId="47"/>
        <pc:sldMkLst>
          <pc:docMk/>
          <pc:sldMk cId="1626087198" sldId="454"/>
        </pc:sldMkLst>
      </pc:sldChg>
      <pc:sldChg chg="delSp modSp add mod ord">
        <pc:chgData name="Shubhendu Kumar Singh" userId="461b01912b5747a3" providerId="LiveId" clId="{F8A85157-E817-47ED-9103-DE8D33375D5B}" dt="2025-02-27T02:00:53.331" v="67" actId="20577"/>
        <pc:sldMkLst>
          <pc:docMk/>
          <pc:sldMk cId="3307596543" sldId="476"/>
        </pc:sldMkLst>
      </pc:sldChg>
      <pc:sldChg chg="add del ord">
        <pc:chgData name="Shubhendu Kumar Singh" userId="461b01912b5747a3" providerId="LiveId" clId="{F8A85157-E817-47ED-9103-DE8D33375D5B}" dt="2025-02-27T01:59:16.301" v="6" actId="47"/>
        <pc:sldMkLst>
          <pc:docMk/>
          <pc:sldMk cId="1099903753" sldId="477"/>
        </pc:sldMkLst>
      </pc:sldChg>
      <pc:sldChg chg="modSp mod">
        <pc:chgData name="Shubhendu Kumar Singh" userId="461b01912b5747a3" providerId="LiveId" clId="{F8A85157-E817-47ED-9103-DE8D33375D5B}" dt="2025-02-27T02:00:18.815" v="34" actId="1076"/>
        <pc:sldMkLst>
          <pc:docMk/>
          <pc:sldMk cId="2718492323" sldId="477"/>
        </pc:sldMkLst>
      </pc:sldChg>
      <pc:sldChg chg="addSp delSp modSp add mod ord">
        <pc:chgData name="Shubhendu Kumar Singh" userId="461b01912b5747a3" providerId="LiveId" clId="{F8A85157-E817-47ED-9103-DE8D33375D5B}" dt="2025-02-27T02:13:06.705" v="362" actId="1076"/>
        <pc:sldMkLst>
          <pc:docMk/>
          <pc:sldMk cId="965329366" sldId="478"/>
        </pc:sldMkLst>
      </pc:sldChg>
      <pc:sldChg chg="addSp delSp modSp add mod">
        <pc:chgData name="Shubhendu Kumar Singh" userId="461b01912b5747a3" providerId="LiveId" clId="{F8A85157-E817-47ED-9103-DE8D33375D5B}" dt="2025-02-27T02:15:08.720" v="388" actId="14100"/>
        <pc:sldMkLst>
          <pc:docMk/>
          <pc:sldMk cId="651636018" sldId="479"/>
        </pc:sldMkLst>
      </pc:sldChg>
      <pc:sldChg chg="addSp delSp modSp add mod">
        <pc:chgData name="Shubhendu Kumar Singh" userId="461b01912b5747a3" providerId="LiveId" clId="{F8A85157-E817-47ED-9103-DE8D33375D5B}" dt="2025-02-27T02:25:42.622" v="551" actId="20577"/>
        <pc:sldMkLst>
          <pc:docMk/>
          <pc:sldMk cId="662154574" sldId="480"/>
        </pc:sldMkLst>
      </pc:sldChg>
      <pc:sldChg chg="addSp delSp modSp add mod">
        <pc:chgData name="Shubhendu Kumar Singh" userId="461b01912b5747a3" providerId="LiveId" clId="{F8A85157-E817-47ED-9103-DE8D33375D5B}" dt="2025-02-27T02:25:34.989" v="547" actId="20577"/>
        <pc:sldMkLst>
          <pc:docMk/>
          <pc:sldMk cId="1333068890" sldId="481"/>
        </pc:sldMkLst>
      </pc:sldChg>
      <pc:sldChg chg="addSp delSp modSp add mod">
        <pc:chgData name="Shubhendu Kumar Singh" userId="461b01912b5747a3" providerId="LiveId" clId="{F8A85157-E817-47ED-9103-DE8D33375D5B}" dt="2025-02-27T02:27:40.016" v="573" actId="1076"/>
        <pc:sldMkLst>
          <pc:docMk/>
          <pc:sldMk cId="770894705" sldId="482"/>
        </pc:sldMkLst>
      </pc:sldChg>
      <pc:sldChg chg="addSp delSp modSp add mod">
        <pc:chgData name="Shubhendu Kumar Singh" userId="461b01912b5747a3" providerId="LiveId" clId="{F8A85157-E817-47ED-9103-DE8D33375D5B}" dt="2025-02-27T02:29:58.921" v="600" actId="1076"/>
        <pc:sldMkLst>
          <pc:docMk/>
          <pc:sldMk cId="1190723556" sldId="483"/>
        </pc:sldMkLst>
      </pc:sldChg>
      <pc:sldChg chg="modSp add mod ord">
        <pc:chgData name="Shubhendu Kumar Singh" userId="461b01912b5747a3" providerId="LiveId" clId="{F8A85157-E817-47ED-9103-DE8D33375D5B}" dt="2025-02-27T02:36:16.952" v="697" actId="20577"/>
        <pc:sldMkLst>
          <pc:docMk/>
          <pc:sldMk cId="2741357865" sldId="484"/>
        </pc:sldMkLst>
      </pc:sldChg>
      <pc:sldChg chg="modSp add mod ord">
        <pc:chgData name="Shubhendu Kumar Singh" userId="461b01912b5747a3" providerId="LiveId" clId="{F8A85157-E817-47ED-9103-DE8D33375D5B}" dt="2025-02-27T02:30:54.430" v="650" actId="20577"/>
        <pc:sldMkLst>
          <pc:docMk/>
          <pc:sldMk cId="1973616441" sldId="485"/>
        </pc:sldMkLst>
      </pc:sldChg>
      <pc:sldChg chg="addSp delSp modSp add mod ord">
        <pc:chgData name="Shubhendu Kumar Singh" userId="461b01912b5747a3" providerId="LiveId" clId="{F8A85157-E817-47ED-9103-DE8D33375D5B}" dt="2025-02-27T02:32:06.253" v="664" actId="1076"/>
        <pc:sldMkLst>
          <pc:docMk/>
          <pc:sldMk cId="3724649546" sldId="486"/>
        </pc:sldMkLst>
      </pc:sldChg>
      <pc:sldChg chg="addSp delSp modSp add mod ord">
        <pc:chgData name="Shubhendu Kumar Singh" userId="461b01912b5747a3" providerId="LiveId" clId="{F8A85157-E817-47ED-9103-DE8D33375D5B}" dt="2025-02-27T02:33:59.601" v="685" actId="14100"/>
        <pc:sldMkLst>
          <pc:docMk/>
          <pc:sldMk cId="2407164125" sldId="487"/>
        </pc:sldMkLst>
      </pc:sldChg>
    </pc:docChg>
  </pc:docChgLst>
  <pc:docChgLst>
    <pc:chgData name="Shubhendu Kumar Singh" userId="461b01912b5747a3" providerId="LiveId" clId="{0E4A160C-6965-4536-8DFF-AF26EF05FB7E}"/>
    <pc:docChg chg="undo custSel addSld delSld modSld sldOrd">
      <pc:chgData name="Shubhendu Kumar Singh" userId="461b01912b5747a3" providerId="LiveId" clId="{0E4A160C-6965-4536-8DFF-AF26EF05FB7E}" dt="2024-11-07T16:59:57.685" v="3124" actId="47"/>
      <pc:docMkLst>
        <pc:docMk/>
      </pc:docMkLst>
      <pc:sldChg chg="modSp mod">
        <pc:chgData name="Shubhendu Kumar Singh" userId="461b01912b5747a3" providerId="LiveId" clId="{0E4A160C-6965-4536-8DFF-AF26EF05FB7E}" dt="2024-11-04T05:57:54.212" v="285" actId="20577"/>
        <pc:sldMkLst>
          <pc:docMk/>
          <pc:sldMk cId="3462350368" sldId="358"/>
        </pc:sldMkLst>
      </pc:sldChg>
      <pc:sldChg chg="addSp delSp modSp add mod ord">
        <pc:chgData name="Shubhendu Kumar Singh" userId="461b01912b5747a3" providerId="LiveId" clId="{0E4A160C-6965-4536-8DFF-AF26EF05FB7E}" dt="2024-11-07T06:17:33.391" v="2535" actId="20577"/>
        <pc:sldMkLst>
          <pc:docMk/>
          <pc:sldMk cId="1869610329" sldId="424"/>
        </pc:sldMkLst>
      </pc:sldChg>
      <pc:sldChg chg="add">
        <pc:chgData name="Shubhendu Kumar Singh" userId="461b01912b5747a3" providerId="LiveId" clId="{0E4A160C-6965-4536-8DFF-AF26EF05FB7E}" dt="2024-11-03T06:15:48.506" v="45" actId="2890"/>
        <pc:sldMkLst>
          <pc:docMk/>
          <pc:sldMk cId="1331353543" sldId="425"/>
        </pc:sldMkLst>
      </pc:sldChg>
      <pc:sldChg chg="addSp delSp modSp add mod">
        <pc:chgData name="Shubhendu Kumar Singh" userId="461b01912b5747a3" providerId="LiveId" clId="{0E4A160C-6965-4536-8DFF-AF26EF05FB7E}" dt="2024-11-05T03:32:44.723" v="1693" actId="20577"/>
        <pc:sldMkLst>
          <pc:docMk/>
          <pc:sldMk cId="2735324592" sldId="426"/>
        </pc:sldMkLst>
      </pc:sldChg>
      <pc:sldChg chg="delSp modSp add mod ord delAnim">
        <pc:chgData name="Shubhendu Kumar Singh" userId="461b01912b5747a3" providerId="LiveId" clId="{0E4A160C-6965-4536-8DFF-AF26EF05FB7E}" dt="2024-11-07T03:10:13.382" v="2050" actId="1076"/>
        <pc:sldMkLst>
          <pc:docMk/>
          <pc:sldMk cId="3725155999" sldId="427"/>
        </pc:sldMkLst>
      </pc:sldChg>
      <pc:sldChg chg="add del">
        <pc:chgData name="Shubhendu Kumar Singh" userId="461b01912b5747a3" providerId="LiveId" clId="{0E4A160C-6965-4536-8DFF-AF26EF05FB7E}" dt="2024-11-05T07:27:12.036" v="2008" actId="2696"/>
        <pc:sldMkLst>
          <pc:docMk/>
          <pc:sldMk cId="331758838" sldId="428"/>
        </pc:sldMkLst>
      </pc:sldChg>
      <pc:sldChg chg="addSp delSp modSp add del mod">
        <pc:chgData name="Shubhendu Kumar Singh" userId="461b01912b5747a3" providerId="LiveId" clId="{0E4A160C-6965-4536-8DFF-AF26EF05FB7E}" dt="2024-11-07T04:23:57.338" v="2131" actId="47"/>
        <pc:sldMkLst>
          <pc:docMk/>
          <pc:sldMk cId="3567602749" sldId="429"/>
        </pc:sldMkLst>
      </pc:sldChg>
      <pc:sldChg chg="addSp delSp modSp add mod ord">
        <pc:chgData name="Shubhendu Kumar Singh" userId="461b01912b5747a3" providerId="LiveId" clId="{0E4A160C-6965-4536-8DFF-AF26EF05FB7E}" dt="2024-11-05T07:23:59.496" v="2007" actId="20577"/>
        <pc:sldMkLst>
          <pc:docMk/>
          <pc:sldMk cId="4292739304" sldId="430"/>
        </pc:sldMkLst>
      </pc:sldChg>
      <pc:sldChg chg="addSp delSp modSp add mod">
        <pc:chgData name="Shubhendu Kumar Singh" userId="461b01912b5747a3" providerId="LiveId" clId="{0E4A160C-6965-4536-8DFF-AF26EF05FB7E}" dt="2024-11-07T04:04:55.378" v="2117" actId="1076"/>
        <pc:sldMkLst>
          <pc:docMk/>
          <pc:sldMk cId="304010095" sldId="431"/>
        </pc:sldMkLst>
      </pc:sldChg>
      <pc:sldChg chg="modSp add del mod ord">
        <pc:chgData name="Shubhendu Kumar Singh" userId="461b01912b5747a3" providerId="LiveId" clId="{0E4A160C-6965-4536-8DFF-AF26EF05FB7E}" dt="2024-11-07T04:42:06.742" v="2231" actId="47"/>
        <pc:sldMkLst>
          <pc:docMk/>
          <pc:sldMk cId="251598858" sldId="432"/>
        </pc:sldMkLst>
      </pc:sldChg>
      <pc:sldChg chg="addSp delSp modSp add del mod">
        <pc:chgData name="Shubhendu Kumar Singh" userId="461b01912b5747a3" providerId="LiveId" clId="{0E4A160C-6965-4536-8DFF-AF26EF05FB7E}" dt="2024-11-07T04:42:03.322" v="2230" actId="47"/>
        <pc:sldMkLst>
          <pc:docMk/>
          <pc:sldMk cId="1329699615" sldId="433"/>
        </pc:sldMkLst>
      </pc:sldChg>
      <pc:sldChg chg="modSp add del mod ord">
        <pc:chgData name="Shubhendu Kumar Singh" userId="461b01912b5747a3" providerId="LiveId" clId="{0E4A160C-6965-4536-8DFF-AF26EF05FB7E}" dt="2024-11-07T04:28:11.296" v="2132" actId="47"/>
        <pc:sldMkLst>
          <pc:docMk/>
          <pc:sldMk cId="1385723288" sldId="433"/>
        </pc:sldMkLst>
      </pc:sldChg>
      <pc:sldChg chg="addSp modSp add mod ord">
        <pc:chgData name="Shubhendu Kumar Singh" userId="461b01912b5747a3" providerId="LiveId" clId="{0E4A160C-6965-4536-8DFF-AF26EF05FB7E}" dt="2024-11-07T08:11:18.209" v="2611" actId="20577"/>
        <pc:sldMkLst>
          <pc:docMk/>
          <pc:sldMk cId="4085001802" sldId="434"/>
        </pc:sldMkLst>
      </pc:sldChg>
      <pc:sldChg chg="modSp add mod">
        <pc:chgData name="Shubhendu Kumar Singh" userId="461b01912b5747a3" providerId="LiveId" clId="{0E4A160C-6965-4536-8DFF-AF26EF05FB7E}" dt="2024-11-07T08:10:59.686" v="2595" actId="20577"/>
        <pc:sldMkLst>
          <pc:docMk/>
          <pc:sldMk cId="1520957443" sldId="435"/>
        </pc:sldMkLst>
      </pc:sldChg>
      <pc:sldChg chg="addSp delSp modSp add mod">
        <pc:chgData name="Shubhendu Kumar Singh" userId="461b01912b5747a3" providerId="LiveId" clId="{0E4A160C-6965-4536-8DFF-AF26EF05FB7E}" dt="2024-11-07T12:19:06.614" v="3069" actId="1076"/>
        <pc:sldMkLst>
          <pc:docMk/>
          <pc:sldMk cId="1477373688" sldId="436"/>
        </pc:sldMkLst>
      </pc:sldChg>
      <pc:sldChg chg="modSp add mod ord">
        <pc:chgData name="Shubhendu Kumar Singh" userId="461b01912b5747a3" providerId="LiveId" clId="{0E4A160C-6965-4536-8DFF-AF26EF05FB7E}" dt="2024-11-07T08:15:43.609" v="3056" actId="20577"/>
        <pc:sldMkLst>
          <pc:docMk/>
          <pc:sldMk cId="2950768659" sldId="437"/>
        </pc:sldMkLst>
      </pc:sldChg>
      <pc:sldChg chg="addSp delSp modSp add del mod">
        <pc:chgData name="Shubhendu Kumar Singh" userId="461b01912b5747a3" providerId="LiveId" clId="{0E4A160C-6965-4536-8DFF-AF26EF05FB7E}" dt="2024-11-07T16:59:57.685" v="3124" actId="47"/>
        <pc:sldMkLst>
          <pc:docMk/>
          <pc:sldMk cId="2057211306" sldId="438"/>
        </pc:sldMkLst>
      </pc:sldChg>
      <pc:sldChg chg="modSp add del mod ord">
        <pc:chgData name="Shubhendu Kumar Singh" userId="461b01912b5747a3" providerId="LiveId" clId="{0E4A160C-6965-4536-8DFF-AF26EF05FB7E}" dt="2024-11-07T16:59:53.606" v="3123" actId="47"/>
        <pc:sldMkLst>
          <pc:docMk/>
          <pc:sldMk cId="2274286587" sldId="439"/>
        </pc:sldMkLst>
      </pc:sldChg>
    </pc:docChg>
  </pc:docChgLst>
  <pc:docChgLst>
    <pc:chgData name="Shubhendu Kumar Singh" userId="461b01912b5747a3" providerId="LiveId" clId="{02D4653C-9B20-4A86-894F-7000ABD9869B}"/>
    <pc:docChg chg="undo redo custSel addSld delSld modSld sldOrd">
      <pc:chgData name="Shubhendu Kumar Singh" userId="461b01912b5747a3" providerId="LiveId" clId="{02D4653C-9B20-4A86-894F-7000ABD9869B}" dt="2024-12-06T02:39:34.984" v="5397" actId="1076"/>
      <pc:docMkLst>
        <pc:docMk/>
      </pc:docMkLst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462350368" sldId="358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82193129" sldId="367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279733034" sldId="368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433855362" sldId="374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754630173" sldId="376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088277697" sldId="377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553818468" sldId="379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570631743" sldId="380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543165754" sldId="381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145618349" sldId="382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970997789" sldId="383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876155432" sldId="384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425223204" sldId="385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711533023" sldId="386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2289381446" sldId="388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287042813" sldId="389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47521997" sldId="390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4044542422" sldId="391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833987533" sldId="392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973246558" sldId="393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923061849" sldId="395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219553677" sldId="396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14562810" sldId="397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435882729" sldId="398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543621644" sldId="399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898871339" sldId="400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2451253319" sldId="401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521842807" sldId="402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2729759636" sldId="403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441515603" sldId="404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062768489" sldId="405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27699170" sldId="406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359902114" sldId="407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2674990936" sldId="408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838978580" sldId="409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708969727" sldId="410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760023958" sldId="411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307711479" sldId="412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59900268" sldId="413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2986509641" sldId="414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2287213750" sldId="415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371334923" sldId="416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4188719388" sldId="417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728605426" sldId="418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404518301" sldId="419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566156269" sldId="420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986597373" sldId="421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469052448" sldId="422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2249308559" sldId="423"/>
        </pc:sldMkLst>
      </pc:sldChg>
      <pc:sldChg chg="del">
        <pc:chgData name="Shubhendu Kumar Singh" userId="461b01912b5747a3" providerId="LiveId" clId="{02D4653C-9B20-4A86-894F-7000ABD9869B}" dt="2024-11-13T09:21:17.414" v="58" actId="47"/>
        <pc:sldMkLst>
          <pc:docMk/>
          <pc:sldMk cId="1869610329" sldId="424"/>
        </pc:sldMkLst>
      </pc:sldChg>
      <pc:sldChg chg="del">
        <pc:chgData name="Shubhendu Kumar Singh" userId="461b01912b5747a3" providerId="LiveId" clId="{02D4653C-9B20-4A86-894F-7000ABD9869B}" dt="2024-11-13T18:41:48.997" v="119" actId="47"/>
        <pc:sldMkLst>
          <pc:docMk/>
          <pc:sldMk cId="1331353543" sldId="425"/>
        </pc:sldMkLst>
      </pc:sldChg>
      <pc:sldChg chg="del ord">
        <pc:chgData name="Shubhendu Kumar Singh" userId="461b01912b5747a3" providerId="LiveId" clId="{02D4653C-9B20-4A86-894F-7000ABD9869B}" dt="2024-11-26T06:57:06.566" v="4603" actId="47"/>
        <pc:sldMkLst>
          <pc:docMk/>
          <pc:sldMk cId="2735324592" sldId="426"/>
        </pc:sldMkLst>
      </pc:sldChg>
      <pc:sldChg chg="addSp delSp modSp mod ord modAnim">
        <pc:chgData name="Shubhendu Kumar Singh" userId="461b01912b5747a3" providerId="LiveId" clId="{02D4653C-9B20-4A86-894F-7000ABD9869B}" dt="2024-11-14T02:39:18.099" v="2697"/>
        <pc:sldMkLst>
          <pc:docMk/>
          <pc:sldMk cId="3725155999" sldId="427"/>
        </pc:sldMkLst>
      </pc:sldChg>
      <pc:sldChg chg="del">
        <pc:chgData name="Shubhendu Kumar Singh" userId="461b01912b5747a3" providerId="LiveId" clId="{02D4653C-9B20-4A86-894F-7000ABD9869B}" dt="2024-11-13T09:21:42.985" v="66" actId="47"/>
        <pc:sldMkLst>
          <pc:docMk/>
          <pc:sldMk cId="304010095" sldId="431"/>
        </pc:sldMkLst>
      </pc:sldChg>
      <pc:sldChg chg="del">
        <pc:chgData name="Shubhendu Kumar Singh" userId="461b01912b5747a3" providerId="LiveId" clId="{02D4653C-9B20-4A86-894F-7000ABD9869B}" dt="2024-11-13T09:21:44.706" v="67" actId="47"/>
        <pc:sldMkLst>
          <pc:docMk/>
          <pc:sldMk cId="4085001802" sldId="434"/>
        </pc:sldMkLst>
      </pc:sldChg>
      <pc:sldChg chg="del">
        <pc:chgData name="Shubhendu Kumar Singh" userId="461b01912b5747a3" providerId="LiveId" clId="{02D4653C-9B20-4A86-894F-7000ABD9869B}" dt="2024-11-13T18:41:48.997" v="119" actId="47"/>
        <pc:sldMkLst>
          <pc:docMk/>
          <pc:sldMk cId="1520957443" sldId="435"/>
        </pc:sldMkLst>
      </pc:sldChg>
      <pc:sldChg chg="del">
        <pc:chgData name="Shubhendu Kumar Singh" userId="461b01912b5747a3" providerId="LiveId" clId="{02D4653C-9B20-4A86-894F-7000ABD9869B}" dt="2024-11-13T09:33:02.865" v="113" actId="47"/>
        <pc:sldMkLst>
          <pc:docMk/>
          <pc:sldMk cId="1477373688" sldId="436"/>
        </pc:sldMkLst>
      </pc:sldChg>
      <pc:sldChg chg="del">
        <pc:chgData name="Shubhendu Kumar Singh" userId="461b01912b5747a3" providerId="LiveId" clId="{02D4653C-9B20-4A86-894F-7000ABD9869B}" dt="2024-11-13T09:33:02.865" v="113" actId="47"/>
        <pc:sldMkLst>
          <pc:docMk/>
          <pc:sldMk cId="2950768659" sldId="437"/>
        </pc:sldMkLst>
      </pc:sldChg>
      <pc:sldChg chg="addSp delSp modSp add del mod ord">
        <pc:chgData name="Shubhendu Kumar Singh" userId="461b01912b5747a3" providerId="LiveId" clId="{02D4653C-9B20-4A86-894F-7000ABD9869B}" dt="2024-11-13T09:33:02.865" v="113" actId="47"/>
        <pc:sldMkLst>
          <pc:docMk/>
          <pc:sldMk cId="4076220576" sldId="438"/>
        </pc:sldMkLst>
      </pc:sldChg>
      <pc:sldChg chg="addSp delSp modSp add del mod ord">
        <pc:chgData name="Shubhendu Kumar Singh" userId="461b01912b5747a3" providerId="LiveId" clId="{02D4653C-9B20-4A86-894F-7000ABD9869B}" dt="2024-11-13T09:33:02.865" v="113" actId="47"/>
        <pc:sldMkLst>
          <pc:docMk/>
          <pc:sldMk cId="891528321" sldId="439"/>
        </pc:sldMkLst>
      </pc:sldChg>
      <pc:sldChg chg="modSp add mod ord">
        <pc:chgData name="Shubhendu Kumar Singh" userId="461b01912b5747a3" providerId="LiveId" clId="{02D4653C-9B20-4A86-894F-7000ABD9869B}" dt="2024-11-14T00:58:24.134" v="1528" actId="6549"/>
        <pc:sldMkLst>
          <pc:docMk/>
          <pc:sldMk cId="2944807018" sldId="440"/>
        </pc:sldMkLst>
      </pc:sldChg>
      <pc:sldChg chg="addSp delSp modSp add mod ord">
        <pc:chgData name="Shubhendu Kumar Singh" userId="461b01912b5747a3" providerId="LiveId" clId="{02D4653C-9B20-4A86-894F-7000ABD9869B}" dt="2024-11-13T09:33:36.711" v="118" actId="14100"/>
        <pc:sldMkLst>
          <pc:docMk/>
          <pc:sldMk cId="3500109330" sldId="441"/>
        </pc:sldMkLst>
      </pc:sldChg>
      <pc:sldChg chg="addSp delSp modSp add mod">
        <pc:chgData name="Shubhendu Kumar Singh" userId="461b01912b5747a3" providerId="LiveId" clId="{02D4653C-9B20-4A86-894F-7000ABD9869B}" dt="2024-11-13T09:31:46.626" v="101" actId="1076"/>
        <pc:sldMkLst>
          <pc:docMk/>
          <pc:sldMk cId="932135082" sldId="442"/>
        </pc:sldMkLst>
      </pc:sldChg>
      <pc:sldChg chg="addSp delSp modSp add mod">
        <pc:chgData name="Shubhendu Kumar Singh" userId="461b01912b5747a3" providerId="LiveId" clId="{02D4653C-9B20-4A86-894F-7000ABD9869B}" dt="2024-12-03T02:08:07.750" v="4683" actId="1076"/>
        <pc:sldMkLst>
          <pc:docMk/>
          <pc:sldMk cId="495320295" sldId="443"/>
        </pc:sldMkLst>
      </pc:sldChg>
      <pc:sldChg chg="addSp delSp modSp add mod ord">
        <pc:chgData name="Shubhendu Kumar Singh" userId="461b01912b5747a3" providerId="LiveId" clId="{02D4653C-9B20-4A86-894F-7000ABD9869B}" dt="2024-11-13T22:32:09.210" v="974" actId="1076"/>
        <pc:sldMkLst>
          <pc:docMk/>
          <pc:sldMk cId="4145754570" sldId="444"/>
        </pc:sldMkLst>
      </pc:sldChg>
      <pc:sldChg chg="addSp delSp modSp add mod ord">
        <pc:chgData name="Shubhendu Kumar Singh" userId="461b01912b5747a3" providerId="LiveId" clId="{02D4653C-9B20-4A86-894F-7000ABD9869B}" dt="2024-11-14T06:01:25.246" v="3679" actId="20577"/>
        <pc:sldMkLst>
          <pc:docMk/>
          <pc:sldMk cId="2885965486" sldId="445"/>
        </pc:sldMkLst>
      </pc:sldChg>
      <pc:sldChg chg="modSp add mod ord">
        <pc:chgData name="Shubhendu Kumar Singh" userId="461b01912b5747a3" providerId="LiveId" clId="{02D4653C-9B20-4A86-894F-7000ABD9869B}" dt="2024-11-14T02:28:33.279" v="2471" actId="20577"/>
        <pc:sldMkLst>
          <pc:docMk/>
          <pc:sldMk cId="1866640217" sldId="446"/>
        </pc:sldMkLst>
      </pc:sldChg>
      <pc:sldChg chg="addSp delSp modSp add mod ord">
        <pc:chgData name="Shubhendu Kumar Singh" userId="461b01912b5747a3" providerId="LiveId" clId="{02D4653C-9B20-4A86-894F-7000ABD9869B}" dt="2024-11-14T01:01:32.482" v="1573" actId="1076"/>
        <pc:sldMkLst>
          <pc:docMk/>
          <pc:sldMk cId="1356373293" sldId="447"/>
        </pc:sldMkLst>
      </pc:sldChg>
      <pc:sldChg chg="addSp delSp modSp add mod ord">
        <pc:chgData name="Shubhendu Kumar Singh" userId="461b01912b5747a3" providerId="LiveId" clId="{02D4653C-9B20-4A86-894F-7000ABD9869B}" dt="2024-11-14T01:02:28.132" v="1585" actId="14100"/>
        <pc:sldMkLst>
          <pc:docMk/>
          <pc:sldMk cId="3677341236" sldId="448"/>
        </pc:sldMkLst>
      </pc:sldChg>
      <pc:sldChg chg="addSp delSp modSp add del mod ord">
        <pc:chgData name="Shubhendu Kumar Singh" userId="461b01912b5747a3" providerId="LiveId" clId="{02D4653C-9B20-4A86-894F-7000ABD9869B}" dt="2024-11-14T02:07:54.986" v="2024" actId="47"/>
        <pc:sldMkLst>
          <pc:docMk/>
          <pc:sldMk cId="1841129783" sldId="449"/>
        </pc:sldMkLst>
      </pc:sldChg>
      <pc:sldChg chg="addSp delSp modSp add mod setBg">
        <pc:chgData name="Shubhendu Kumar Singh" userId="461b01912b5747a3" providerId="LiveId" clId="{02D4653C-9B20-4A86-894F-7000ABD9869B}" dt="2024-11-14T03:04:55.113" v="2718" actId="1582"/>
        <pc:sldMkLst>
          <pc:docMk/>
          <pc:sldMk cId="4212799720" sldId="450"/>
        </pc:sldMkLst>
      </pc:sldChg>
      <pc:sldChg chg="modSp add mod ord">
        <pc:chgData name="Shubhendu Kumar Singh" userId="461b01912b5747a3" providerId="LiveId" clId="{02D4653C-9B20-4A86-894F-7000ABD9869B}" dt="2024-11-18T06:07:31.236" v="3814" actId="20577"/>
        <pc:sldMkLst>
          <pc:docMk/>
          <pc:sldMk cId="1014711234" sldId="451"/>
        </pc:sldMkLst>
      </pc:sldChg>
      <pc:sldChg chg="addSp delSp modSp add mod ord">
        <pc:chgData name="Shubhendu Kumar Singh" userId="461b01912b5747a3" providerId="LiveId" clId="{02D4653C-9B20-4A86-894F-7000ABD9869B}" dt="2024-11-26T06:48:31.288" v="4602" actId="478"/>
        <pc:sldMkLst>
          <pc:docMk/>
          <pc:sldMk cId="3229367106" sldId="452"/>
        </pc:sldMkLst>
      </pc:sldChg>
      <pc:sldChg chg="addSp delSp modSp add mod ord">
        <pc:chgData name="Shubhendu Kumar Singh" userId="461b01912b5747a3" providerId="LiveId" clId="{02D4653C-9B20-4A86-894F-7000ABD9869B}" dt="2024-11-14T04:33:35.059" v="2825" actId="14100"/>
        <pc:sldMkLst>
          <pc:docMk/>
          <pc:sldMk cId="925879224" sldId="453"/>
        </pc:sldMkLst>
      </pc:sldChg>
      <pc:sldChg chg="addSp delSp modSp add mod ord">
        <pc:chgData name="Shubhendu Kumar Singh" userId="461b01912b5747a3" providerId="LiveId" clId="{02D4653C-9B20-4A86-894F-7000ABD9869B}" dt="2024-11-14T05:43:56.784" v="3677" actId="20577"/>
        <pc:sldMkLst>
          <pc:docMk/>
          <pc:sldMk cId="1626087198" sldId="454"/>
        </pc:sldMkLst>
      </pc:sldChg>
      <pc:sldChg chg="addSp delSp modSp add del mod ord">
        <pc:chgData name="Shubhendu Kumar Singh" userId="461b01912b5747a3" providerId="LiveId" clId="{02D4653C-9B20-4A86-894F-7000ABD9869B}" dt="2024-11-19T23:42:48.262" v="4108" actId="1076"/>
        <pc:sldMkLst>
          <pc:docMk/>
          <pc:sldMk cId="392483643" sldId="455"/>
        </pc:sldMkLst>
      </pc:sldChg>
      <pc:sldChg chg="add del ord">
        <pc:chgData name="Shubhendu Kumar Singh" userId="461b01912b5747a3" providerId="LiveId" clId="{02D4653C-9B20-4A86-894F-7000ABD9869B}" dt="2024-11-16T02:07:48.938" v="3683" actId="47"/>
        <pc:sldMkLst>
          <pc:docMk/>
          <pc:sldMk cId="3146303548" sldId="455"/>
        </pc:sldMkLst>
      </pc:sldChg>
      <pc:sldChg chg="addSp delSp modSp add del mod ord">
        <pc:chgData name="Shubhendu Kumar Singh" userId="461b01912b5747a3" providerId="LiveId" clId="{02D4653C-9B20-4A86-894F-7000ABD9869B}" dt="2024-11-19T05:09:23.312" v="3823" actId="47"/>
        <pc:sldMkLst>
          <pc:docMk/>
          <pc:sldMk cId="4174847656" sldId="456"/>
        </pc:sldMkLst>
      </pc:sldChg>
      <pc:sldChg chg="delSp add del mod ord">
        <pc:chgData name="Shubhendu Kumar Singh" userId="461b01912b5747a3" providerId="LiveId" clId="{02D4653C-9B20-4A86-894F-7000ABD9869B}" dt="2024-11-18T06:17:12.105" v="3817" actId="47"/>
        <pc:sldMkLst>
          <pc:docMk/>
          <pc:sldMk cId="2557570298" sldId="457"/>
        </pc:sldMkLst>
      </pc:sldChg>
      <pc:sldChg chg="delSp add del mod">
        <pc:chgData name="Shubhendu Kumar Singh" userId="461b01912b5747a3" providerId="LiveId" clId="{02D4653C-9B20-4A86-894F-7000ABD9869B}" dt="2024-11-19T05:09:06.697" v="3822" actId="2696"/>
        <pc:sldMkLst>
          <pc:docMk/>
          <pc:sldMk cId="3636388766" sldId="457"/>
        </pc:sldMkLst>
      </pc:sldChg>
      <pc:sldChg chg="add del">
        <pc:chgData name="Shubhendu Kumar Singh" userId="461b01912b5747a3" providerId="LiveId" clId="{02D4653C-9B20-4A86-894F-7000ABD9869B}" dt="2024-11-19T05:09:06.697" v="3822" actId="2696"/>
        <pc:sldMkLst>
          <pc:docMk/>
          <pc:sldMk cId="1295701564" sldId="458"/>
        </pc:sldMkLst>
      </pc:sldChg>
      <pc:sldChg chg="delSp modSp add mod ord">
        <pc:chgData name="Shubhendu Kumar Singh" userId="461b01912b5747a3" providerId="LiveId" clId="{02D4653C-9B20-4A86-894F-7000ABD9869B}" dt="2024-11-19T23:20:52.915" v="3874" actId="20577"/>
        <pc:sldMkLst>
          <pc:docMk/>
          <pc:sldMk cId="2017827870" sldId="472"/>
        </pc:sldMkLst>
      </pc:sldChg>
      <pc:sldChg chg="add">
        <pc:chgData name="Shubhendu Kumar Singh" userId="461b01912b5747a3" providerId="LiveId" clId="{02D4653C-9B20-4A86-894F-7000ABD9869B}" dt="2024-11-19T23:21:02.676" v="3875" actId="2890"/>
        <pc:sldMkLst>
          <pc:docMk/>
          <pc:sldMk cId="3635191793" sldId="473"/>
        </pc:sldMkLst>
      </pc:sldChg>
      <pc:sldChg chg="add">
        <pc:chgData name="Shubhendu Kumar Singh" userId="461b01912b5747a3" providerId="LiveId" clId="{02D4653C-9B20-4A86-894F-7000ABD9869B}" dt="2024-11-19T23:31:48.633" v="3992" actId="2890"/>
        <pc:sldMkLst>
          <pc:docMk/>
          <pc:sldMk cId="4006462711" sldId="474"/>
        </pc:sldMkLst>
      </pc:sldChg>
      <pc:sldChg chg="addSp delSp modSp add mod ord">
        <pc:chgData name="Shubhendu Kumar Singh" userId="461b01912b5747a3" providerId="LiveId" clId="{02D4653C-9B20-4A86-894F-7000ABD9869B}" dt="2024-11-26T07:01:55.984" v="4638" actId="14100"/>
        <pc:sldMkLst>
          <pc:docMk/>
          <pc:sldMk cId="127027669" sldId="475"/>
        </pc:sldMkLst>
      </pc:sldChg>
      <pc:sldChg chg="addSp delSp modSp add mod ord">
        <pc:chgData name="Shubhendu Kumar Singh" userId="461b01912b5747a3" providerId="LiveId" clId="{02D4653C-9B20-4A86-894F-7000ABD9869B}" dt="2024-12-06T02:34:04.085" v="5374" actId="478"/>
        <pc:sldMkLst>
          <pc:docMk/>
          <pc:sldMk cId="2979823947" sldId="476"/>
        </pc:sldMkLst>
      </pc:sldChg>
      <pc:sldChg chg="addSp delSp modSp add mod">
        <pc:chgData name="Shubhendu Kumar Singh" userId="461b01912b5747a3" providerId="LiveId" clId="{02D4653C-9B20-4A86-894F-7000ABD9869B}" dt="2024-11-30T04:48:20.056" v="4675" actId="1076"/>
        <pc:sldMkLst>
          <pc:docMk/>
          <pc:sldMk cId="1853082879" sldId="477"/>
        </pc:sldMkLst>
      </pc:sldChg>
      <pc:sldChg chg="modSp add del mod">
        <pc:chgData name="Shubhendu Kumar Singh" userId="461b01912b5747a3" providerId="LiveId" clId="{02D4653C-9B20-4A86-894F-7000ABD9869B}" dt="2024-11-28T04:57:39.615" v="4673" actId="47"/>
        <pc:sldMkLst>
          <pc:docMk/>
          <pc:sldMk cId="759669890" sldId="478"/>
        </pc:sldMkLst>
      </pc:sldChg>
      <pc:sldChg chg="addSp delSp modSp add mod">
        <pc:chgData name="Shubhendu Kumar Singh" userId="461b01912b5747a3" providerId="LiveId" clId="{02D4653C-9B20-4A86-894F-7000ABD9869B}" dt="2024-12-06T00:05:09.523" v="5237" actId="1076"/>
        <pc:sldMkLst>
          <pc:docMk/>
          <pc:sldMk cId="3946934369" sldId="478"/>
        </pc:sldMkLst>
      </pc:sldChg>
      <pc:sldChg chg="addSp delSp modSp add mod">
        <pc:chgData name="Shubhendu Kumar Singh" userId="461b01912b5747a3" providerId="LiveId" clId="{02D4653C-9B20-4A86-894F-7000ABD9869B}" dt="2024-12-05T23:58:15.211" v="5186" actId="14100"/>
        <pc:sldMkLst>
          <pc:docMk/>
          <pc:sldMk cId="2442688752" sldId="479"/>
        </pc:sldMkLst>
      </pc:sldChg>
      <pc:sldChg chg="addSp delSp modSp add mod">
        <pc:chgData name="Shubhendu Kumar Singh" userId="461b01912b5747a3" providerId="LiveId" clId="{02D4653C-9B20-4A86-894F-7000ABD9869B}" dt="2024-12-04T19:12:18.909" v="4901" actId="207"/>
        <pc:sldMkLst>
          <pc:docMk/>
          <pc:sldMk cId="421877273" sldId="480"/>
        </pc:sldMkLst>
      </pc:sldChg>
      <pc:sldChg chg="addSp delSp modSp add mod">
        <pc:chgData name="Shubhendu Kumar Singh" userId="461b01912b5747a3" providerId="LiveId" clId="{02D4653C-9B20-4A86-894F-7000ABD9869B}" dt="2024-12-04T22:13:48.815" v="4963" actId="14100"/>
        <pc:sldMkLst>
          <pc:docMk/>
          <pc:sldMk cId="2244522489" sldId="481"/>
        </pc:sldMkLst>
      </pc:sldChg>
      <pc:sldChg chg="addSp delSp modSp add del mod">
        <pc:chgData name="Shubhendu Kumar Singh" userId="461b01912b5747a3" providerId="LiveId" clId="{02D4653C-9B20-4A86-894F-7000ABD9869B}" dt="2024-12-06T00:02:48.819" v="5213" actId="47"/>
        <pc:sldMkLst>
          <pc:docMk/>
          <pc:sldMk cId="3804403277" sldId="482"/>
        </pc:sldMkLst>
      </pc:sldChg>
      <pc:sldChg chg="addSp delSp modSp add mod">
        <pc:chgData name="Shubhendu Kumar Singh" userId="461b01912b5747a3" providerId="LiveId" clId="{02D4653C-9B20-4A86-894F-7000ABD9869B}" dt="2024-12-05T06:33:58.039" v="5116" actId="14100"/>
        <pc:sldMkLst>
          <pc:docMk/>
          <pc:sldMk cId="4241874730" sldId="483"/>
        </pc:sldMkLst>
      </pc:sldChg>
      <pc:sldChg chg="addSp delSp modSp add mod ord">
        <pc:chgData name="Shubhendu Kumar Singh" userId="461b01912b5747a3" providerId="LiveId" clId="{02D4653C-9B20-4A86-894F-7000ABD9869B}" dt="2024-12-06T02:39:34.984" v="5397" actId="1076"/>
        <pc:sldMkLst>
          <pc:docMk/>
          <pc:sldMk cId="3983696921" sldId="484"/>
        </pc:sldMkLst>
      </pc:sldChg>
      <pc:sldChg chg="addSp delSp modSp add mod">
        <pc:chgData name="Shubhendu Kumar Singh" userId="461b01912b5747a3" providerId="LiveId" clId="{02D4653C-9B20-4A86-894F-7000ABD9869B}" dt="2024-12-06T00:07:31.251" v="5256" actId="14100"/>
        <pc:sldMkLst>
          <pc:docMk/>
          <pc:sldMk cId="145135501" sldId="485"/>
        </pc:sldMkLst>
      </pc:sldChg>
      <pc:sldChg chg="delSp modSp add del mod">
        <pc:chgData name="Shubhendu Kumar Singh" userId="461b01912b5747a3" providerId="LiveId" clId="{02D4653C-9B20-4A86-894F-7000ABD9869B}" dt="2024-12-05T23:55:21.315" v="5163" actId="47"/>
        <pc:sldMkLst>
          <pc:docMk/>
          <pc:sldMk cId="3917741220" sldId="485"/>
        </pc:sldMkLst>
      </pc:sldChg>
      <pc:sldChg chg="add">
        <pc:chgData name="Shubhendu Kumar Singh" userId="461b01912b5747a3" providerId="LiveId" clId="{02D4653C-9B20-4A86-894F-7000ABD9869B}" dt="2024-12-06T00:02:30.499" v="5210" actId="2890"/>
        <pc:sldMkLst>
          <pc:docMk/>
          <pc:sldMk cId="1522601370" sldId="486"/>
        </pc:sldMkLst>
      </pc:sldChg>
    </pc:docChg>
  </pc:docChgLst>
  <pc:docChgLst>
    <pc:chgData name="Shubhendu Kumar Singh" userId="461b01912b5747a3" providerId="LiveId" clId="{F4C033E9-66D6-415E-853D-B4DEABD9780C}"/>
    <pc:docChg chg="custSel addSld delSld modSld">
      <pc:chgData name="Shubhendu Kumar Singh" userId="461b01912b5747a3" providerId="LiveId" clId="{F4C033E9-66D6-415E-853D-B4DEABD9780C}" dt="2025-04-17T05:40:54.565" v="645" actId="1076"/>
      <pc:docMkLst>
        <pc:docMk/>
      </pc:docMkLst>
      <pc:sldChg chg="addSp modSp add mod">
        <pc:chgData name="Shubhendu Kumar Singh" userId="461b01912b5747a3" providerId="LiveId" clId="{F4C033E9-66D6-415E-853D-B4DEABD9780C}" dt="2025-04-17T05:27:48.946" v="174" actId="1076"/>
        <pc:sldMkLst>
          <pc:docMk/>
          <pc:sldMk cId="2995265310" sldId="681"/>
        </pc:sldMkLst>
      </pc:sldChg>
      <pc:sldChg chg="modSp add mod">
        <pc:chgData name="Shubhendu Kumar Singh" userId="461b01912b5747a3" providerId="LiveId" clId="{F4C033E9-66D6-415E-853D-B4DEABD9780C}" dt="2025-04-17T05:35:22.842" v="576" actId="20577"/>
        <pc:sldMkLst>
          <pc:docMk/>
          <pc:sldMk cId="3469295987" sldId="682"/>
        </pc:sldMkLst>
      </pc:sldChg>
      <pc:sldChg chg="addSp delSp modSp add mod">
        <pc:chgData name="Shubhendu Kumar Singh" userId="461b01912b5747a3" providerId="LiveId" clId="{F4C033E9-66D6-415E-853D-B4DEABD9780C}" dt="2025-04-17T05:36:47.163" v="584" actId="14100"/>
        <pc:sldMkLst>
          <pc:docMk/>
          <pc:sldMk cId="899485800" sldId="683"/>
        </pc:sldMkLst>
      </pc:sldChg>
      <pc:sldChg chg="addSp delSp modSp add mod">
        <pc:chgData name="Shubhendu Kumar Singh" userId="461b01912b5747a3" providerId="LiveId" clId="{F4C033E9-66D6-415E-853D-B4DEABD9780C}" dt="2025-04-17T05:37:51.530" v="603" actId="1076"/>
        <pc:sldMkLst>
          <pc:docMk/>
          <pc:sldMk cId="1350413089" sldId="684"/>
        </pc:sldMkLst>
      </pc:sldChg>
      <pc:sldChg chg="delSp add del mod">
        <pc:chgData name="Shubhendu Kumar Singh" userId="461b01912b5747a3" providerId="LiveId" clId="{F4C033E9-66D6-415E-853D-B4DEABD9780C}" dt="2025-04-17T05:38:23.124" v="605" actId="47"/>
        <pc:sldMkLst>
          <pc:docMk/>
          <pc:sldMk cId="2338973870" sldId="685"/>
        </pc:sldMkLst>
      </pc:sldChg>
      <pc:sldChg chg="addSp delSp modSp add mod">
        <pc:chgData name="Shubhendu Kumar Singh" userId="461b01912b5747a3" providerId="LiveId" clId="{F4C033E9-66D6-415E-853D-B4DEABD9780C}" dt="2025-04-17T05:39:17.213" v="621" actId="14100"/>
        <pc:sldMkLst>
          <pc:docMk/>
          <pc:sldMk cId="2819302231" sldId="686"/>
        </pc:sldMkLst>
      </pc:sldChg>
      <pc:sldChg chg="addSp delSp modSp add mod">
        <pc:chgData name="Shubhendu Kumar Singh" userId="461b01912b5747a3" providerId="LiveId" clId="{F4C033E9-66D6-415E-853D-B4DEABD9780C}" dt="2025-04-17T05:40:36.097" v="640" actId="14100"/>
        <pc:sldMkLst>
          <pc:docMk/>
          <pc:sldMk cId="3339528629" sldId="687"/>
        </pc:sldMkLst>
      </pc:sldChg>
      <pc:sldChg chg="addSp delSp modSp add mod">
        <pc:chgData name="Shubhendu Kumar Singh" userId="461b01912b5747a3" providerId="LiveId" clId="{F4C033E9-66D6-415E-853D-B4DEABD9780C}" dt="2025-04-17T05:40:54.565" v="645" actId="1076"/>
        <pc:sldMkLst>
          <pc:docMk/>
          <pc:sldMk cId="110895762" sldId="688"/>
        </pc:sldMkLst>
      </pc:sldChg>
    </pc:docChg>
  </pc:docChgLst>
  <pc:docChgLst>
    <pc:chgData name="Shubhendu Kumar Singh" userId="461b01912b5747a3" providerId="LiveId" clId="{453890BB-00DE-4E7F-B8B9-4ECB17253CFF}"/>
    <pc:docChg chg="undo custSel addSld delSld modSld">
      <pc:chgData name="Shubhendu Kumar Singh" userId="461b01912b5747a3" providerId="LiveId" clId="{453890BB-00DE-4E7F-B8B9-4ECB17253CFF}" dt="2025-07-02T10:01:28.586" v="752" actId="20577"/>
      <pc:docMkLst>
        <pc:docMk/>
      </pc:docMkLst>
      <pc:sldChg chg="modSp add mod">
        <pc:chgData name="Shubhendu Kumar Singh" userId="461b01912b5747a3" providerId="LiveId" clId="{453890BB-00DE-4E7F-B8B9-4ECB17253CFF}" dt="2025-07-02T10:01:28.586" v="752" actId="20577"/>
        <pc:sldMkLst>
          <pc:docMk/>
          <pc:sldMk cId="986605692" sldId="690"/>
        </pc:sldMkLst>
      </pc:sldChg>
      <pc:sldChg chg="addSp modSp add mod">
        <pc:chgData name="Shubhendu Kumar Singh" userId="461b01912b5747a3" providerId="LiveId" clId="{453890BB-00DE-4E7F-B8B9-4ECB17253CFF}" dt="2025-07-02T10:01:13.293" v="746" actId="14100"/>
        <pc:sldMkLst>
          <pc:docMk/>
          <pc:sldMk cId="1119254114" sldId="691"/>
        </pc:sldMkLst>
      </pc:sldChg>
      <pc:sldChg chg="addSp delSp modSp add mod">
        <pc:chgData name="Shubhendu Kumar Singh" userId="461b01912b5747a3" providerId="LiveId" clId="{453890BB-00DE-4E7F-B8B9-4ECB17253CFF}" dt="2025-07-02T09:51:24.719" v="215" actId="1076"/>
        <pc:sldMkLst>
          <pc:docMk/>
          <pc:sldMk cId="227533885" sldId="692"/>
        </pc:sldMkLst>
      </pc:sldChg>
      <pc:sldChg chg="addSp delSp modSp add mod">
        <pc:chgData name="Shubhendu Kumar Singh" userId="461b01912b5747a3" providerId="LiveId" clId="{453890BB-00DE-4E7F-B8B9-4ECB17253CFF}" dt="2025-07-02T09:54:27.366" v="269" actId="14100"/>
        <pc:sldMkLst>
          <pc:docMk/>
          <pc:sldMk cId="1090846173" sldId="693"/>
        </pc:sldMkLst>
      </pc:sldChg>
      <pc:sldChg chg="add del">
        <pc:chgData name="Shubhendu Kumar Singh" userId="461b01912b5747a3" providerId="LiveId" clId="{453890BB-00DE-4E7F-B8B9-4ECB17253CFF}" dt="2025-07-02T09:51:39.848" v="216" actId="2696"/>
        <pc:sldMkLst>
          <pc:docMk/>
          <pc:sldMk cId="3095174841" sldId="694"/>
        </pc:sldMkLst>
      </pc:sldChg>
      <pc:sldChg chg="add del">
        <pc:chgData name="Shubhendu Kumar Singh" userId="461b01912b5747a3" providerId="LiveId" clId="{453890BB-00DE-4E7F-B8B9-4ECB17253CFF}" dt="2025-07-02T09:51:39.848" v="216" actId="2696"/>
        <pc:sldMkLst>
          <pc:docMk/>
          <pc:sldMk cId="1488759902" sldId="695"/>
        </pc:sldMkLst>
      </pc:sldChg>
      <pc:sldChg chg="add del">
        <pc:chgData name="Shubhendu Kumar Singh" userId="461b01912b5747a3" providerId="LiveId" clId="{453890BB-00DE-4E7F-B8B9-4ECB17253CFF}" dt="2025-07-02T09:51:46.174" v="217" actId="47"/>
        <pc:sldMkLst>
          <pc:docMk/>
          <pc:sldMk cId="2859791482" sldId="696"/>
        </pc:sldMkLst>
      </pc:sldChg>
    </pc:docChg>
  </pc:docChgLst>
  <pc:docChgLst>
    <pc:chgData name="Shubhendu Kumar Singh" userId="461b01912b5747a3" providerId="LiveId" clId="{8C8C3555-911D-4968-B035-6E6B9AD04DE2}"/>
    <pc:docChg chg="undo custSel addSld delSld modSld sldOrd">
      <pc:chgData name="Shubhendu Kumar Singh" userId="461b01912b5747a3" providerId="LiveId" clId="{8C8C3555-911D-4968-B035-6E6B9AD04DE2}" dt="2025-03-27T06:28:00.038" v="4108" actId="20577"/>
      <pc:docMkLst>
        <pc:docMk/>
      </pc:docMkLst>
      <pc:sldChg chg="modSp mod">
        <pc:chgData name="Shubhendu Kumar Singh" userId="461b01912b5747a3" providerId="LiveId" clId="{8C8C3555-911D-4968-B035-6E6B9AD04DE2}" dt="2025-03-11T14:09:50.748" v="2"/>
        <pc:sldMkLst>
          <pc:docMk/>
          <pc:sldMk cId="3346972684" sldId="509"/>
        </pc:sldMkLst>
      </pc:sldChg>
      <pc:sldChg chg="modSp mod">
        <pc:chgData name="Shubhendu Kumar Singh" userId="461b01912b5747a3" providerId="LiveId" clId="{8C8C3555-911D-4968-B035-6E6B9AD04DE2}" dt="2025-03-11T14:10:26.535" v="7" actId="20577"/>
        <pc:sldMkLst>
          <pc:docMk/>
          <pc:sldMk cId="1893429320" sldId="510"/>
        </pc:sldMkLst>
      </pc:sldChg>
      <pc:sldChg chg="modSp mod">
        <pc:chgData name="Shubhendu Kumar Singh" userId="461b01912b5747a3" providerId="LiveId" clId="{8C8C3555-911D-4968-B035-6E6B9AD04DE2}" dt="2025-03-11T14:11:28.022" v="50" actId="1076"/>
        <pc:sldMkLst>
          <pc:docMk/>
          <pc:sldMk cId="1203119408" sldId="511"/>
        </pc:sldMkLst>
      </pc:sldChg>
      <pc:sldChg chg="modSp mod">
        <pc:chgData name="Shubhendu Kumar Singh" userId="461b01912b5747a3" providerId="LiveId" clId="{8C8C3555-911D-4968-B035-6E6B9AD04DE2}" dt="2025-03-11T14:22:20.968" v="313" actId="20577"/>
        <pc:sldMkLst>
          <pc:docMk/>
          <pc:sldMk cId="3904822695" sldId="512"/>
        </pc:sldMkLst>
      </pc:sldChg>
      <pc:sldChg chg="addSp delSp modSp mod">
        <pc:chgData name="Shubhendu Kumar Singh" userId="461b01912b5747a3" providerId="LiveId" clId="{8C8C3555-911D-4968-B035-6E6B9AD04DE2}" dt="2025-03-11T14:17:31.636" v="238" actId="1076"/>
        <pc:sldMkLst>
          <pc:docMk/>
          <pc:sldMk cId="3740521590" sldId="513"/>
        </pc:sldMkLst>
      </pc:sldChg>
      <pc:sldChg chg="addSp delSp modSp mod">
        <pc:chgData name="Shubhendu Kumar Singh" userId="461b01912b5747a3" providerId="LiveId" clId="{8C8C3555-911D-4968-B035-6E6B9AD04DE2}" dt="2025-03-11T14:18:37.791" v="255" actId="1076"/>
        <pc:sldMkLst>
          <pc:docMk/>
          <pc:sldMk cId="1148029737" sldId="514"/>
        </pc:sldMkLst>
      </pc:sldChg>
      <pc:sldChg chg="addSp delSp modSp mod">
        <pc:chgData name="Shubhendu Kumar Singh" userId="461b01912b5747a3" providerId="LiveId" clId="{8C8C3555-911D-4968-B035-6E6B9AD04DE2}" dt="2025-03-11T14:20:35.635" v="283" actId="14100"/>
        <pc:sldMkLst>
          <pc:docMk/>
          <pc:sldMk cId="2389770654" sldId="515"/>
        </pc:sldMkLst>
      </pc:sldChg>
      <pc:sldChg chg="addSp delSp modSp mod">
        <pc:chgData name="Shubhendu Kumar Singh" userId="461b01912b5747a3" providerId="LiveId" clId="{8C8C3555-911D-4968-B035-6E6B9AD04DE2}" dt="2025-03-11T14:22:00.583" v="301" actId="1076"/>
        <pc:sldMkLst>
          <pc:docMk/>
          <pc:sldMk cId="1131296145" sldId="516"/>
        </pc:sldMkLst>
      </pc:sldChg>
      <pc:sldChg chg="modSp mod">
        <pc:chgData name="Shubhendu Kumar Singh" userId="461b01912b5747a3" providerId="LiveId" clId="{8C8C3555-911D-4968-B035-6E6B9AD04DE2}" dt="2025-03-11T14:22:46.769" v="317" actId="20577"/>
        <pc:sldMkLst>
          <pc:docMk/>
          <pc:sldMk cId="2596716300" sldId="517"/>
        </pc:sldMkLst>
      </pc:sldChg>
      <pc:sldChg chg="addSp delSp modSp mod">
        <pc:chgData name="Shubhendu Kumar Singh" userId="461b01912b5747a3" providerId="LiveId" clId="{8C8C3555-911D-4968-B035-6E6B9AD04DE2}" dt="2025-03-11T14:23:32.239" v="327" actId="14100"/>
        <pc:sldMkLst>
          <pc:docMk/>
          <pc:sldMk cId="2480954452" sldId="518"/>
        </pc:sldMkLst>
      </pc:sldChg>
      <pc:sldChg chg="addSp delSp modSp mod">
        <pc:chgData name="Shubhendu Kumar Singh" userId="461b01912b5747a3" providerId="LiveId" clId="{8C8C3555-911D-4968-B035-6E6B9AD04DE2}" dt="2025-03-11T14:25:09.168" v="345" actId="1076"/>
        <pc:sldMkLst>
          <pc:docMk/>
          <pc:sldMk cId="2939457405" sldId="519"/>
        </pc:sldMkLst>
      </pc:sldChg>
      <pc:sldChg chg="addSp delSp modSp mod">
        <pc:chgData name="Shubhendu Kumar Singh" userId="461b01912b5747a3" providerId="LiveId" clId="{8C8C3555-911D-4968-B035-6E6B9AD04DE2}" dt="2025-03-11T14:26:21.066" v="360" actId="14100"/>
        <pc:sldMkLst>
          <pc:docMk/>
          <pc:sldMk cId="4008981139" sldId="520"/>
        </pc:sldMkLst>
      </pc:sldChg>
      <pc:sldChg chg="addSp delSp modSp mod">
        <pc:chgData name="Shubhendu Kumar Singh" userId="461b01912b5747a3" providerId="LiveId" clId="{8C8C3555-911D-4968-B035-6E6B9AD04DE2}" dt="2025-03-11T14:27:26.969" v="376" actId="14100"/>
        <pc:sldMkLst>
          <pc:docMk/>
          <pc:sldMk cId="1294647914" sldId="521"/>
        </pc:sldMkLst>
      </pc:sldChg>
      <pc:sldChg chg="modSp mod">
        <pc:chgData name="Shubhendu Kumar Singh" userId="461b01912b5747a3" providerId="LiveId" clId="{8C8C3555-911D-4968-B035-6E6B9AD04DE2}" dt="2025-03-11T14:27:51.663" v="380" actId="20577"/>
        <pc:sldMkLst>
          <pc:docMk/>
          <pc:sldMk cId="4015657172" sldId="522"/>
        </pc:sldMkLst>
      </pc:sldChg>
      <pc:sldChg chg="addSp delSp modSp mod">
        <pc:chgData name="Shubhendu Kumar Singh" userId="461b01912b5747a3" providerId="LiveId" clId="{8C8C3555-911D-4968-B035-6E6B9AD04DE2}" dt="2025-03-11T14:28:26.074" v="389" actId="14100"/>
        <pc:sldMkLst>
          <pc:docMk/>
          <pc:sldMk cId="2806121313" sldId="523"/>
        </pc:sldMkLst>
      </pc:sldChg>
      <pc:sldChg chg="addSp delSp modSp mod">
        <pc:chgData name="Shubhendu Kumar Singh" userId="461b01912b5747a3" providerId="LiveId" clId="{8C8C3555-911D-4968-B035-6E6B9AD04DE2}" dt="2025-03-11T14:29:31.242" v="407" actId="1076"/>
        <pc:sldMkLst>
          <pc:docMk/>
          <pc:sldMk cId="4145048812" sldId="524"/>
        </pc:sldMkLst>
      </pc:sldChg>
      <pc:sldChg chg="addSp delSp modSp mod">
        <pc:chgData name="Shubhendu Kumar Singh" userId="461b01912b5747a3" providerId="LiveId" clId="{8C8C3555-911D-4968-B035-6E6B9AD04DE2}" dt="2025-03-11T14:30:39.059" v="426" actId="14100"/>
        <pc:sldMkLst>
          <pc:docMk/>
          <pc:sldMk cId="3618562573" sldId="525"/>
        </pc:sldMkLst>
      </pc:sldChg>
      <pc:sldChg chg="addSp delSp modSp mod">
        <pc:chgData name="Shubhendu Kumar Singh" userId="461b01912b5747a3" providerId="LiveId" clId="{8C8C3555-911D-4968-B035-6E6B9AD04DE2}" dt="2025-03-11T14:31:34.553" v="442" actId="14100"/>
        <pc:sldMkLst>
          <pc:docMk/>
          <pc:sldMk cId="4152916311" sldId="526"/>
        </pc:sldMkLst>
      </pc:sldChg>
      <pc:sldChg chg="addSp delSp modSp add mod">
        <pc:chgData name="Shubhendu Kumar Singh" userId="461b01912b5747a3" providerId="LiveId" clId="{8C8C3555-911D-4968-B035-6E6B9AD04DE2}" dt="2025-03-11T14:33:04.528" v="512" actId="1076"/>
        <pc:sldMkLst>
          <pc:docMk/>
          <pc:sldMk cId="626621858" sldId="527"/>
        </pc:sldMkLst>
      </pc:sldChg>
      <pc:sldChg chg="addSp delSp modSp mod">
        <pc:chgData name="Shubhendu Kumar Singh" userId="461b01912b5747a3" providerId="LiveId" clId="{8C8C3555-911D-4968-B035-6E6B9AD04DE2}" dt="2025-03-11T14:33:52.360" v="517" actId="1076"/>
        <pc:sldMkLst>
          <pc:docMk/>
          <pc:sldMk cId="176299571" sldId="528"/>
        </pc:sldMkLst>
      </pc:sldChg>
      <pc:sldChg chg="addSp delSp modSp mod">
        <pc:chgData name="Shubhendu Kumar Singh" userId="461b01912b5747a3" providerId="LiveId" clId="{8C8C3555-911D-4968-B035-6E6B9AD04DE2}" dt="2025-03-11T14:34:08.449" v="521" actId="962"/>
        <pc:sldMkLst>
          <pc:docMk/>
          <pc:sldMk cId="600455981" sldId="529"/>
        </pc:sldMkLst>
      </pc:sldChg>
      <pc:sldChg chg="addSp delSp modSp mod">
        <pc:chgData name="Shubhendu Kumar Singh" userId="461b01912b5747a3" providerId="LiveId" clId="{8C8C3555-911D-4968-B035-6E6B9AD04DE2}" dt="2025-03-12T07:32:22.273" v="535" actId="1076"/>
        <pc:sldMkLst>
          <pc:docMk/>
          <pc:sldMk cId="838004329" sldId="530"/>
        </pc:sldMkLst>
      </pc:sldChg>
      <pc:sldChg chg="addSp delSp modSp mod">
        <pc:chgData name="Shubhendu Kumar Singh" userId="461b01912b5747a3" providerId="LiveId" clId="{8C8C3555-911D-4968-B035-6E6B9AD04DE2}" dt="2025-03-12T07:33:59.713" v="559" actId="20577"/>
        <pc:sldMkLst>
          <pc:docMk/>
          <pc:sldMk cId="2578069428" sldId="531"/>
        </pc:sldMkLst>
      </pc:sldChg>
      <pc:sldChg chg="addSp delSp modSp mod">
        <pc:chgData name="Shubhendu Kumar Singh" userId="461b01912b5747a3" providerId="LiveId" clId="{8C8C3555-911D-4968-B035-6E6B9AD04DE2}" dt="2025-03-12T07:35:27.373" v="580" actId="14100"/>
        <pc:sldMkLst>
          <pc:docMk/>
          <pc:sldMk cId="2212187432" sldId="532"/>
        </pc:sldMkLst>
      </pc:sldChg>
      <pc:sldChg chg="addSp delSp modSp mod">
        <pc:chgData name="Shubhendu Kumar Singh" userId="461b01912b5747a3" providerId="LiveId" clId="{8C8C3555-911D-4968-B035-6E6B9AD04DE2}" dt="2025-03-12T07:36:46.401" v="602" actId="14100"/>
        <pc:sldMkLst>
          <pc:docMk/>
          <pc:sldMk cId="1917721118" sldId="533"/>
        </pc:sldMkLst>
      </pc:sldChg>
      <pc:sldChg chg="addSp modSp mod">
        <pc:chgData name="Shubhendu Kumar Singh" userId="461b01912b5747a3" providerId="LiveId" clId="{8C8C3555-911D-4968-B035-6E6B9AD04DE2}" dt="2025-03-27T06:28:00.038" v="4108" actId="20577"/>
        <pc:sldMkLst>
          <pc:docMk/>
          <pc:sldMk cId="1580462527" sldId="534"/>
        </pc:sldMkLst>
      </pc:sldChg>
      <pc:sldChg chg="modSp mod">
        <pc:chgData name="Shubhendu Kumar Singh" userId="461b01912b5747a3" providerId="LiveId" clId="{8C8C3555-911D-4968-B035-6E6B9AD04DE2}" dt="2025-03-18T09:06:09.416" v="811" actId="20577"/>
        <pc:sldMkLst>
          <pc:docMk/>
          <pc:sldMk cId="4018077994" sldId="535"/>
        </pc:sldMkLst>
      </pc:sldChg>
      <pc:sldChg chg="addSp delSp modSp mod">
        <pc:chgData name="Shubhendu Kumar Singh" userId="461b01912b5747a3" providerId="LiveId" clId="{8C8C3555-911D-4968-B035-6E6B9AD04DE2}" dt="2025-03-18T09:07:37.538" v="826" actId="14100"/>
        <pc:sldMkLst>
          <pc:docMk/>
          <pc:sldMk cId="537236632" sldId="536"/>
        </pc:sldMkLst>
      </pc:sldChg>
      <pc:sldChg chg="addSp delSp modSp mod">
        <pc:chgData name="Shubhendu Kumar Singh" userId="461b01912b5747a3" providerId="LiveId" clId="{8C8C3555-911D-4968-B035-6E6B9AD04DE2}" dt="2025-03-18T09:08:57.865" v="845" actId="14100"/>
        <pc:sldMkLst>
          <pc:docMk/>
          <pc:sldMk cId="964081689" sldId="537"/>
        </pc:sldMkLst>
      </pc:sldChg>
      <pc:sldChg chg="addSp delSp modSp mod">
        <pc:chgData name="Shubhendu Kumar Singh" userId="461b01912b5747a3" providerId="LiveId" clId="{8C8C3555-911D-4968-B035-6E6B9AD04DE2}" dt="2025-03-18T09:10:34.082" v="862" actId="1076"/>
        <pc:sldMkLst>
          <pc:docMk/>
          <pc:sldMk cId="2453169502" sldId="538"/>
        </pc:sldMkLst>
      </pc:sldChg>
      <pc:sldChg chg="addSp delSp modSp mod">
        <pc:chgData name="Shubhendu Kumar Singh" userId="461b01912b5747a3" providerId="LiveId" clId="{8C8C3555-911D-4968-B035-6E6B9AD04DE2}" dt="2025-03-18T09:11:54.570" v="881" actId="14100"/>
        <pc:sldMkLst>
          <pc:docMk/>
          <pc:sldMk cId="925992092" sldId="539"/>
        </pc:sldMkLst>
      </pc:sldChg>
      <pc:sldChg chg="addSp delSp modSp mod">
        <pc:chgData name="Shubhendu Kumar Singh" userId="461b01912b5747a3" providerId="LiveId" clId="{8C8C3555-911D-4968-B035-6E6B9AD04DE2}" dt="2025-03-18T09:12:12.757" v="885" actId="962"/>
        <pc:sldMkLst>
          <pc:docMk/>
          <pc:sldMk cId="2928702767" sldId="540"/>
        </pc:sldMkLst>
      </pc:sldChg>
      <pc:sldChg chg="modSp mod">
        <pc:chgData name="Shubhendu Kumar Singh" userId="461b01912b5747a3" providerId="LiveId" clId="{8C8C3555-911D-4968-B035-6E6B9AD04DE2}" dt="2025-03-19T04:19:01.830" v="980" actId="20577"/>
        <pc:sldMkLst>
          <pc:docMk/>
          <pc:sldMk cId="2519350574" sldId="541"/>
        </pc:sldMkLst>
      </pc:sldChg>
      <pc:sldChg chg="modSp mod">
        <pc:chgData name="Shubhendu Kumar Singh" userId="461b01912b5747a3" providerId="LiveId" clId="{8C8C3555-911D-4968-B035-6E6B9AD04DE2}" dt="2025-03-19T04:18:24.249" v="971" actId="1076"/>
        <pc:sldMkLst>
          <pc:docMk/>
          <pc:sldMk cId="2650304793" sldId="542"/>
        </pc:sldMkLst>
      </pc:sldChg>
      <pc:sldChg chg="addSp delSp modSp mod">
        <pc:chgData name="Shubhendu Kumar Singh" userId="461b01912b5747a3" providerId="LiveId" clId="{8C8C3555-911D-4968-B035-6E6B9AD04DE2}" dt="2025-03-26T07:46:21.082" v="2919" actId="20577"/>
        <pc:sldMkLst>
          <pc:docMk/>
          <pc:sldMk cId="1398072141" sldId="543"/>
        </pc:sldMkLst>
      </pc:sldChg>
      <pc:sldChg chg="addSp delSp modSp mod">
        <pc:chgData name="Shubhendu Kumar Singh" userId="461b01912b5747a3" providerId="LiveId" clId="{8C8C3555-911D-4968-B035-6E6B9AD04DE2}" dt="2025-03-19T04:21:50.491" v="1020" actId="14100"/>
        <pc:sldMkLst>
          <pc:docMk/>
          <pc:sldMk cId="1120913844" sldId="544"/>
        </pc:sldMkLst>
      </pc:sldChg>
      <pc:sldChg chg="addSp delSp modSp mod">
        <pc:chgData name="Shubhendu Kumar Singh" userId="461b01912b5747a3" providerId="LiveId" clId="{8C8C3555-911D-4968-B035-6E6B9AD04DE2}" dt="2025-03-19T04:22:53.880" v="1038" actId="14100"/>
        <pc:sldMkLst>
          <pc:docMk/>
          <pc:sldMk cId="1260186100" sldId="545"/>
        </pc:sldMkLst>
      </pc:sldChg>
      <pc:sldChg chg="addSp delSp modSp mod">
        <pc:chgData name="Shubhendu Kumar Singh" userId="461b01912b5747a3" providerId="LiveId" clId="{8C8C3555-911D-4968-B035-6E6B9AD04DE2}" dt="2025-03-19T04:26:45.966" v="1056" actId="14100"/>
        <pc:sldMkLst>
          <pc:docMk/>
          <pc:sldMk cId="1983958468" sldId="546"/>
        </pc:sldMkLst>
      </pc:sldChg>
      <pc:sldChg chg="addSp delSp modSp mod">
        <pc:chgData name="Shubhendu Kumar Singh" userId="461b01912b5747a3" providerId="LiveId" clId="{8C8C3555-911D-4968-B035-6E6B9AD04DE2}" dt="2025-03-19T04:27:02.416" v="1061" actId="1076"/>
        <pc:sldMkLst>
          <pc:docMk/>
          <pc:sldMk cId="654524905" sldId="547"/>
        </pc:sldMkLst>
      </pc:sldChg>
      <pc:sldChg chg="modSp mod">
        <pc:chgData name="Shubhendu Kumar Singh" userId="461b01912b5747a3" providerId="LiveId" clId="{8C8C3555-911D-4968-B035-6E6B9AD04DE2}" dt="2025-03-19T06:07:18.190" v="1063"/>
        <pc:sldMkLst>
          <pc:docMk/>
          <pc:sldMk cId="1426987450" sldId="548"/>
        </pc:sldMkLst>
      </pc:sldChg>
      <pc:sldChg chg="modSp mod">
        <pc:chgData name="Shubhendu Kumar Singh" userId="461b01912b5747a3" providerId="LiveId" clId="{8C8C3555-911D-4968-B035-6E6B9AD04DE2}" dt="2025-03-19T06:07:49.823" v="1069" actId="1076"/>
        <pc:sldMkLst>
          <pc:docMk/>
          <pc:sldMk cId="1030066832" sldId="549"/>
        </pc:sldMkLst>
      </pc:sldChg>
      <pc:sldChg chg="addSp delSp modSp mod">
        <pc:chgData name="Shubhendu Kumar Singh" userId="461b01912b5747a3" providerId="LiveId" clId="{8C8C3555-911D-4968-B035-6E6B9AD04DE2}" dt="2025-03-19T06:09:15.448" v="1086" actId="14100"/>
        <pc:sldMkLst>
          <pc:docMk/>
          <pc:sldMk cId="2826894966" sldId="550"/>
        </pc:sldMkLst>
      </pc:sldChg>
      <pc:sldChg chg="addSp delSp modSp mod">
        <pc:chgData name="Shubhendu Kumar Singh" userId="461b01912b5747a3" providerId="LiveId" clId="{8C8C3555-911D-4968-B035-6E6B9AD04DE2}" dt="2025-03-19T06:10:38.336" v="1105" actId="14100"/>
        <pc:sldMkLst>
          <pc:docMk/>
          <pc:sldMk cId="3690349625" sldId="551"/>
        </pc:sldMkLst>
      </pc:sldChg>
      <pc:sldChg chg="addSp delSp modSp mod">
        <pc:chgData name="Shubhendu Kumar Singh" userId="461b01912b5747a3" providerId="LiveId" clId="{8C8C3555-911D-4968-B035-6E6B9AD04DE2}" dt="2025-03-19T06:12:00.255" v="1124" actId="14100"/>
        <pc:sldMkLst>
          <pc:docMk/>
          <pc:sldMk cId="2592689829" sldId="552"/>
        </pc:sldMkLst>
      </pc:sldChg>
      <pc:sldChg chg="addSp delSp modSp mod">
        <pc:chgData name="Shubhendu Kumar Singh" userId="461b01912b5747a3" providerId="LiveId" clId="{8C8C3555-911D-4968-B035-6E6B9AD04DE2}" dt="2025-03-19T06:13:21.400" v="1143" actId="14100"/>
        <pc:sldMkLst>
          <pc:docMk/>
          <pc:sldMk cId="3082772533" sldId="553"/>
        </pc:sldMkLst>
      </pc:sldChg>
      <pc:sldChg chg="addSp delSp modSp mod">
        <pc:chgData name="Shubhendu Kumar Singh" userId="461b01912b5747a3" providerId="LiveId" clId="{8C8C3555-911D-4968-B035-6E6B9AD04DE2}" dt="2025-03-19T06:13:54.424" v="1149" actId="1076"/>
        <pc:sldMkLst>
          <pc:docMk/>
          <pc:sldMk cId="1979173084" sldId="554"/>
        </pc:sldMkLst>
      </pc:sldChg>
      <pc:sldChg chg="addSp delSp modSp add mod">
        <pc:chgData name="Shubhendu Kumar Singh" userId="461b01912b5747a3" providerId="LiveId" clId="{8C8C3555-911D-4968-B035-6E6B9AD04DE2}" dt="2025-03-19T06:36:15.846" v="1477" actId="1076"/>
        <pc:sldMkLst>
          <pc:docMk/>
          <pc:sldMk cId="806031015" sldId="555"/>
        </pc:sldMkLst>
      </pc:sldChg>
      <pc:sldChg chg="addSp delSp modSp mod">
        <pc:chgData name="Shubhendu Kumar Singh" userId="461b01912b5747a3" providerId="LiveId" clId="{8C8C3555-911D-4968-B035-6E6B9AD04DE2}" dt="2025-03-19T06:31:14.622" v="1469" actId="20577"/>
        <pc:sldMkLst>
          <pc:docMk/>
          <pc:sldMk cId="322358705" sldId="556"/>
        </pc:sldMkLst>
      </pc:sldChg>
      <pc:sldChg chg="addSp modSp mod">
        <pc:chgData name="Shubhendu Kumar Singh" userId="461b01912b5747a3" providerId="LiveId" clId="{8C8C3555-911D-4968-B035-6E6B9AD04DE2}" dt="2025-03-27T06:27:30.806" v="4105" actId="20577"/>
        <pc:sldMkLst>
          <pc:docMk/>
          <pc:sldMk cId="2052767755" sldId="557"/>
        </pc:sldMkLst>
      </pc:sldChg>
      <pc:sldChg chg="modSp mod">
        <pc:chgData name="Shubhendu Kumar Singh" userId="461b01912b5747a3" providerId="LiveId" clId="{8C8C3555-911D-4968-B035-6E6B9AD04DE2}" dt="2025-03-26T04:44:20.710" v="1567" actId="20577"/>
        <pc:sldMkLst>
          <pc:docMk/>
          <pc:sldMk cId="1784055524" sldId="558"/>
        </pc:sldMkLst>
      </pc:sldChg>
      <pc:sldChg chg="addSp delSp modSp mod">
        <pc:chgData name="Shubhendu Kumar Singh" userId="461b01912b5747a3" providerId="LiveId" clId="{8C8C3555-911D-4968-B035-6E6B9AD04DE2}" dt="2025-03-26T04:46:49.727" v="1574" actId="1076"/>
        <pc:sldMkLst>
          <pc:docMk/>
          <pc:sldMk cId="2379873203" sldId="559"/>
        </pc:sldMkLst>
      </pc:sldChg>
      <pc:sldChg chg="addSp delSp modSp mod">
        <pc:chgData name="Shubhendu Kumar Singh" userId="461b01912b5747a3" providerId="LiveId" clId="{8C8C3555-911D-4968-B035-6E6B9AD04DE2}" dt="2025-03-26T04:47:51.503" v="1590" actId="1076"/>
        <pc:sldMkLst>
          <pc:docMk/>
          <pc:sldMk cId="3152581872" sldId="560"/>
        </pc:sldMkLst>
      </pc:sldChg>
      <pc:sldChg chg="addSp delSp modSp mod">
        <pc:chgData name="Shubhendu Kumar Singh" userId="461b01912b5747a3" providerId="LiveId" clId="{8C8C3555-911D-4968-B035-6E6B9AD04DE2}" dt="2025-03-26T04:49:16.426" v="1611" actId="14100"/>
        <pc:sldMkLst>
          <pc:docMk/>
          <pc:sldMk cId="4108737074" sldId="561"/>
        </pc:sldMkLst>
      </pc:sldChg>
      <pc:sldChg chg="addSp delSp modSp mod">
        <pc:chgData name="Shubhendu Kumar Singh" userId="461b01912b5747a3" providerId="LiveId" clId="{8C8C3555-911D-4968-B035-6E6B9AD04DE2}" dt="2025-03-26T04:50:37.619" v="1633" actId="14100"/>
        <pc:sldMkLst>
          <pc:docMk/>
          <pc:sldMk cId="2844384939" sldId="562"/>
        </pc:sldMkLst>
      </pc:sldChg>
      <pc:sldChg chg="addSp delSp modSp mod">
        <pc:chgData name="Shubhendu Kumar Singh" userId="461b01912b5747a3" providerId="LiveId" clId="{8C8C3555-911D-4968-B035-6E6B9AD04DE2}" dt="2025-03-26T04:51:18.503" v="1639" actId="1076"/>
        <pc:sldMkLst>
          <pc:docMk/>
          <pc:sldMk cId="3374289179" sldId="563"/>
        </pc:sldMkLst>
      </pc:sldChg>
      <pc:sldChg chg="addSp delSp modSp add mod">
        <pc:chgData name="Shubhendu Kumar Singh" userId="461b01912b5747a3" providerId="LiveId" clId="{8C8C3555-911D-4968-B035-6E6B9AD04DE2}" dt="2025-03-26T04:53:00.038" v="1828" actId="14100"/>
        <pc:sldMkLst>
          <pc:docMk/>
          <pc:sldMk cId="124608724" sldId="564"/>
        </pc:sldMkLst>
      </pc:sldChg>
      <pc:sldChg chg="del">
        <pc:chgData name="Shubhendu Kumar Singh" userId="461b01912b5747a3" providerId="LiveId" clId="{8C8C3555-911D-4968-B035-6E6B9AD04DE2}" dt="2025-03-26T04:51:31.957" v="1640" actId="2696"/>
        <pc:sldMkLst>
          <pc:docMk/>
          <pc:sldMk cId="1486564851" sldId="564"/>
        </pc:sldMkLst>
      </pc:sldChg>
      <pc:sldChg chg="modSp mod">
        <pc:chgData name="Shubhendu Kumar Singh" userId="461b01912b5747a3" providerId="LiveId" clId="{8C8C3555-911D-4968-B035-6E6B9AD04DE2}" dt="2025-03-27T04:37:00.915" v="3885" actId="20577"/>
        <pc:sldMkLst>
          <pc:docMk/>
          <pc:sldMk cId="3231085288" sldId="565"/>
        </pc:sldMkLst>
      </pc:sldChg>
      <pc:sldChg chg="modSp mod">
        <pc:chgData name="Shubhendu Kumar Singh" userId="461b01912b5747a3" providerId="LiveId" clId="{8C8C3555-911D-4968-B035-6E6B9AD04DE2}" dt="2025-03-26T04:53:32.650" v="1834" actId="20577"/>
        <pc:sldMkLst>
          <pc:docMk/>
          <pc:sldMk cId="4193934356" sldId="566"/>
        </pc:sldMkLst>
      </pc:sldChg>
      <pc:sldChg chg="addSp delSp modSp mod">
        <pc:chgData name="Shubhendu Kumar Singh" userId="461b01912b5747a3" providerId="LiveId" clId="{8C8C3555-911D-4968-B035-6E6B9AD04DE2}" dt="2025-03-26T04:55:06.769" v="1845" actId="1076"/>
        <pc:sldMkLst>
          <pc:docMk/>
          <pc:sldMk cId="4134748325" sldId="567"/>
        </pc:sldMkLst>
      </pc:sldChg>
      <pc:sldChg chg="addSp delSp modSp mod">
        <pc:chgData name="Shubhendu Kumar Singh" userId="461b01912b5747a3" providerId="LiveId" clId="{8C8C3555-911D-4968-B035-6E6B9AD04DE2}" dt="2025-03-26T04:56:14.190" v="1864" actId="14100"/>
        <pc:sldMkLst>
          <pc:docMk/>
          <pc:sldMk cId="1515682339" sldId="568"/>
        </pc:sldMkLst>
      </pc:sldChg>
      <pc:sldChg chg="addSp delSp modSp mod">
        <pc:chgData name="Shubhendu Kumar Singh" userId="461b01912b5747a3" providerId="LiveId" clId="{8C8C3555-911D-4968-B035-6E6B9AD04DE2}" dt="2025-03-26T04:56:54.096" v="1876" actId="14100"/>
        <pc:sldMkLst>
          <pc:docMk/>
          <pc:sldMk cId="1990949341" sldId="569"/>
        </pc:sldMkLst>
      </pc:sldChg>
      <pc:sldChg chg="addSp delSp modSp mod">
        <pc:chgData name="Shubhendu Kumar Singh" userId="461b01912b5747a3" providerId="LiveId" clId="{8C8C3555-911D-4968-B035-6E6B9AD04DE2}" dt="2025-03-26T04:57:52.683" v="1891" actId="14100"/>
        <pc:sldMkLst>
          <pc:docMk/>
          <pc:sldMk cId="2627814909" sldId="570"/>
        </pc:sldMkLst>
      </pc:sldChg>
      <pc:sldChg chg="addSp delSp modSp mod">
        <pc:chgData name="Shubhendu Kumar Singh" userId="461b01912b5747a3" providerId="LiveId" clId="{8C8C3555-911D-4968-B035-6E6B9AD04DE2}" dt="2025-03-26T04:58:36.433" v="1906" actId="14100"/>
        <pc:sldMkLst>
          <pc:docMk/>
          <pc:sldMk cId="599124232" sldId="571"/>
        </pc:sldMkLst>
      </pc:sldChg>
      <pc:sldChg chg="addSp delSp modSp mod">
        <pc:chgData name="Shubhendu Kumar Singh" userId="461b01912b5747a3" providerId="LiveId" clId="{8C8C3555-911D-4968-B035-6E6B9AD04DE2}" dt="2025-03-26T05:12:45.251" v="1913" actId="1076"/>
        <pc:sldMkLst>
          <pc:docMk/>
          <pc:sldMk cId="490832104" sldId="572"/>
        </pc:sldMkLst>
      </pc:sldChg>
      <pc:sldChg chg="delSp del mod">
        <pc:chgData name="Shubhendu Kumar Singh" userId="461b01912b5747a3" providerId="LiveId" clId="{8C8C3555-911D-4968-B035-6E6B9AD04DE2}" dt="2025-03-26T04:59:36.060" v="1908" actId="47"/>
        <pc:sldMkLst>
          <pc:docMk/>
          <pc:sldMk cId="2084037283" sldId="572"/>
        </pc:sldMkLst>
      </pc:sldChg>
      <pc:sldChg chg="modSp mod">
        <pc:chgData name="Shubhendu Kumar Singh" userId="461b01912b5747a3" providerId="LiveId" clId="{8C8C3555-911D-4968-B035-6E6B9AD04DE2}" dt="2025-03-27T04:36:51.761" v="3873" actId="20577"/>
        <pc:sldMkLst>
          <pc:docMk/>
          <pc:sldMk cId="3467874996" sldId="573"/>
        </pc:sldMkLst>
      </pc:sldChg>
      <pc:sldChg chg="modSp mod">
        <pc:chgData name="Shubhendu Kumar Singh" userId="461b01912b5747a3" providerId="LiveId" clId="{8C8C3555-911D-4968-B035-6E6B9AD04DE2}" dt="2025-03-26T06:28:05.361" v="1923" actId="20577"/>
        <pc:sldMkLst>
          <pc:docMk/>
          <pc:sldMk cId="1945601082" sldId="574"/>
        </pc:sldMkLst>
      </pc:sldChg>
      <pc:sldChg chg="addSp delSp modSp mod">
        <pc:chgData name="Shubhendu Kumar Singh" userId="461b01912b5747a3" providerId="LiveId" clId="{8C8C3555-911D-4968-B035-6E6B9AD04DE2}" dt="2025-03-26T06:28:35.149" v="1932" actId="14100"/>
        <pc:sldMkLst>
          <pc:docMk/>
          <pc:sldMk cId="3597657504" sldId="575"/>
        </pc:sldMkLst>
      </pc:sldChg>
      <pc:sldChg chg="addSp delSp modSp mod">
        <pc:chgData name="Shubhendu Kumar Singh" userId="461b01912b5747a3" providerId="LiveId" clId="{8C8C3555-911D-4968-B035-6E6B9AD04DE2}" dt="2025-03-26T06:30:26.600" v="1953" actId="14100"/>
        <pc:sldMkLst>
          <pc:docMk/>
          <pc:sldMk cId="3465399646" sldId="576"/>
        </pc:sldMkLst>
      </pc:sldChg>
      <pc:sldChg chg="addSp delSp modSp mod">
        <pc:chgData name="Shubhendu Kumar Singh" userId="461b01912b5747a3" providerId="LiveId" clId="{8C8C3555-911D-4968-B035-6E6B9AD04DE2}" dt="2025-03-26T06:31:18.484" v="1968" actId="14100"/>
        <pc:sldMkLst>
          <pc:docMk/>
          <pc:sldMk cId="4238623388" sldId="577"/>
        </pc:sldMkLst>
      </pc:sldChg>
      <pc:sldChg chg="addSp delSp modSp mod">
        <pc:chgData name="Shubhendu Kumar Singh" userId="461b01912b5747a3" providerId="LiveId" clId="{8C8C3555-911D-4968-B035-6E6B9AD04DE2}" dt="2025-03-26T06:32:16.111" v="1985" actId="14100"/>
        <pc:sldMkLst>
          <pc:docMk/>
          <pc:sldMk cId="3899465770" sldId="578"/>
        </pc:sldMkLst>
      </pc:sldChg>
      <pc:sldChg chg="addSp delSp modSp mod">
        <pc:chgData name="Shubhendu Kumar Singh" userId="461b01912b5747a3" providerId="LiveId" clId="{8C8C3555-911D-4968-B035-6E6B9AD04DE2}" dt="2025-03-26T06:33:09.426" v="1998" actId="14100"/>
        <pc:sldMkLst>
          <pc:docMk/>
          <pc:sldMk cId="2742675472" sldId="579"/>
        </pc:sldMkLst>
      </pc:sldChg>
      <pc:sldChg chg="addSp delSp modSp mod">
        <pc:chgData name="Shubhendu Kumar Singh" userId="461b01912b5747a3" providerId="LiveId" clId="{8C8C3555-911D-4968-B035-6E6B9AD04DE2}" dt="2025-03-26T06:33:28.508" v="2003" actId="1076"/>
        <pc:sldMkLst>
          <pc:docMk/>
          <pc:sldMk cId="4259463273" sldId="580"/>
        </pc:sldMkLst>
      </pc:sldChg>
      <pc:sldChg chg="addSp delSp modSp add mod">
        <pc:chgData name="Shubhendu Kumar Singh" userId="461b01912b5747a3" providerId="LiveId" clId="{8C8C3555-911D-4968-B035-6E6B9AD04DE2}" dt="2025-03-26T09:34:26.258" v="3061" actId="14100"/>
        <pc:sldMkLst>
          <pc:docMk/>
          <pc:sldMk cId="2082546649" sldId="581"/>
        </pc:sldMkLst>
      </pc:sldChg>
      <pc:sldChg chg="addSp modSp add mod">
        <pc:chgData name="Shubhendu Kumar Singh" userId="461b01912b5747a3" providerId="LiveId" clId="{8C8C3555-911D-4968-B035-6E6B9AD04DE2}" dt="2025-03-26T09:36:40.364" v="3069" actId="14100"/>
        <pc:sldMkLst>
          <pc:docMk/>
          <pc:sldMk cId="997456330" sldId="582"/>
        </pc:sldMkLst>
      </pc:sldChg>
      <pc:sldChg chg="add del">
        <pc:chgData name="Shubhendu Kumar Singh" userId="461b01912b5747a3" providerId="LiveId" clId="{8C8C3555-911D-4968-B035-6E6B9AD04DE2}" dt="2025-03-26T07:38:36.824" v="2865" actId="47"/>
        <pc:sldMkLst>
          <pc:docMk/>
          <pc:sldMk cId="1534677710" sldId="583"/>
        </pc:sldMkLst>
      </pc:sldChg>
      <pc:sldChg chg="addSp delSp modSp add mod">
        <pc:chgData name="Shubhendu Kumar Singh" userId="461b01912b5747a3" providerId="LiveId" clId="{8C8C3555-911D-4968-B035-6E6B9AD04DE2}" dt="2025-03-26T07:58:55.424" v="3027" actId="1076"/>
        <pc:sldMkLst>
          <pc:docMk/>
          <pc:sldMk cId="2664983052" sldId="583"/>
        </pc:sldMkLst>
      </pc:sldChg>
      <pc:sldChg chg="modSp mod">
        <pc:chgData name="Shubhendu Kumar Singh" userId="461b01912b5747a3" providerId="LiveId" clId="{8C8C3555-911D-4968-B035-6E6B9AD04DE2}" dt="2025-03-26T20:17:45.414" v="3124" actId="20577"/>
        <pc:sldMkLst>
          <pc:docMk/>
          <pc:sldMk cId="1431441255" sldId="584"/>
        </pc:sldMkLst>
      </pc:sldChg>
      <pc:sldChg chg="modSp mod">
        <pc:chgData name="Shubhendu Kumar Singh" userId="461b01912b5747a3" providerId="LiveId" clId="{8C8C3555-911D-4968-B035-6E6B9AD04DE2}" dt="2025-03-26T20:19:46.949" v="3165" actId="255"/>
        <pc:sldMkLst>
          <pc:docMk/>
          <pc:sldMk cId="1136502162" sldId="585"/>
        </pc:sldMkLst>
      </pc:sldChg>
      <pc:sldChg chg="addSp delSp modSp mod">
        <pc:chgData name="Shubhendu Kumar Singh" userId="461b01912b5747a3" providerId="LiveId" clId="{8C8C3555-911D-4968-B035-6E6B9AD04DE2}" dt="2025-03-26T20:20:43.961" v="3185" actId="1076"/>
        <pc:sldMkLst>
          <pc:docMk/>
          <pc:sldMk cId="3104309099" sldId="586"/>
        </pc:sldMkLst>
      </pc:sldChg>
      <pc:sldChg chg="addSp delSp modSp mod">
        <pc:chgData name="Shubhendu Kumar Singh" userId="461b01912b5747a3" providerId="LiveId" clId="{8C8C3555-911D-4968-B035-6E6B9AD04DE2}" dt="2025-03-26T20:21:47.870" v="3198" actId="14100"/>
        <pc:sldMkLst>
          <pc:docMk/>
          <pc:sldMk cId="25318555" sldId="587"/>
        </pc:sldMkLst>
      </pc:sldChg>
      <pc:sldChg chg="addSp delSp modSp mod">
        <pc:chgData name="Shubhendu Kumar Singh" userId="461b01912b5747a3" providerId="LiveId" clId="{8C8C3555-911D-4968-B035-6E6B9AD04DE2}" dt="2025-03-26T20:23:31.487" v="3225" actId="14100"/>
        <pc:sldMkLst>
          <pc:docMk/>
          <pc:sldMk cId="1508552219" sldId="588"/>
        </pc:sldMkLst>
      </pc:sldChg>
      <pc:sldChg chg="addSp delSp modSp mod">
        <pc:chgData name="Shubhendu Kumar Singh" userId="461b01912b5747a3" providerId="LiveId" clId="{8C8C3555-911D-4968-B035-6E6B9AD04DE2}" dt="2025-03-26T20:24:27.640" v="3242" actId="1076"/>
        <pc:sldMkLst>
          <pc:docMk/>
          <pc:sldMk cId="1770575004" sldId="589"/>
        </pc:sldMkLst>
      </pc:sldChg>
      <pc:sldChg chg="addSp delSp modSp mod">
        <pc:chgData name="Shubhendu Kumar Singh" userId="461b01912b5747a3" providerId="LiveId" clId="{8C8C3555-911D-4968-B035-6E6B9AD04DE2}" dt="2025-03-26T20:24:49.297" v="3248" actId="1076"/>
        <pc:sldMkLst>
          <pc:docMk/>
          <pc:sldMk cId="1256009622" sldId="590"/>
        </pc:sldMkLst>
      </pc:sldChg>
      <pc:sldChg chg="addSp delSp modSp add mod">
        <pc:chgData name="Shubhendu Kumar Singh" userId="461b01912b5747a3" providerId="LiveId" clId="{8C8C3555-911D-4968-B035-6E6B9AD04DE2}" dt="2025-03-26T20:22:18.189" v="3209" actId="1076"/>
        <pc:sldMkLst>
          <pc:docMk/>
          <pc:sldMk cId="3497610677" sldId="591"/>
        </pc:sldMkLst>
      </pc:sldChg>
      <pc:sldChg chg="modSp mod">
        <pc:chgData name="Shubhendu Kumar Singh" userId="461b01912b5747a3" providerId="LiveId" clId="{8C8C3555-911D-4968-B035-6E6B9AD04DE2}" dt="2025-03-27T06:12:12.748" v="3924" actId="20577"/>
        <pc:sldMkLst>
          <pc:docMk/>
          <pc:sldMk cId="212739339" sldId="592"/>
        </pc:sldMkLst>
      </pc:sldChg>
      <pc:sldChg chg="modSp del mod">
        <pc:chgData name="Shubhendu Kumar Singh" userId="461b01912b5747a3" providerId="LiveId" clId="{8C8C3555-911D-4968-B035-6E6B9AD04DE2}" dt="2025-03-27T03:15:40.778" v="3601" actId="2696"/>
        <pc:sldMkLst>
          <pc:docMk/>
          <pc:sldMk cId="1741504502" sldId="592"/>
        </pc:sldMkLst>
      </pc:sldChg>
      <pc:sldChg chg="modSp del mod">
        <pc:chgData name="Shubhendu Kumar Singh" userId="461b01912b5747a3" providerId="LiveId" clId="{8C8C3555-911D-4968-B035-6E6B9AD04DE2}" dt="2025-03-27T03:15:40.778" v="3601" actId="2696"/>
        <pc:sldMkLst>
          <pc:docMk/>
          <pc:sldMk cId="1171412783" sldId="593"/>
        </pc:sldMkLst>
      </pc:sldChg>
      <pc:sldChg chg="addSp delSp modSp del mod">
        <pc:chgData name="Shubhendu Kumar Singh" userId="461b01912b5747a3" providerId="LiveId" clId="{8C8C3555-911D-4968-B035-6E6B9AD04DE2}" dt="2025-03-27T03:15:40.778" v="3601" actId="2696"/>
        <pc:sldMkLst>
          <pc:docMk/>
          <pc:sldMk cId="2121974229" sldId="594"/>
        </pc:sldMkLst>
      </pc:sldChg>
      <pc:sldChg chg="addSp delSp modSp del mod">
        <pc:chgData name="Shubhendu Kumar Singh" userId="461b01912b5747a3" providerId="LiveId" clId="{8C8C3555-911D-4968-B035-6E6B9AD04DE2}" dt="2025-03-27T03:15:40.778" v="3601" actId="2696"/>
        <pc:sldMkLst>
          <pc:docMk/>
          <pc:sldMk cId="98710750" sldId="595"/>
        </pc:sldMkLst>
      </pc:sldChg>
      <pc:sldChg chg="addSp delSp modSp del mod">
        <pc:chgData name="Shubhendu Kumar Singh" userId="461b01912b5747a3" providerId="LiveId" clId="{8C8C3555-911D-4968-B035-6E6B9AD04DE2}" dt="2025-03-27T03:15:40.778" v="3601" actId="2696"/>
        <pc:sldMkLst>
          <pc:docMk/>
          <pc:sldMk cId="25289604" sldId="596"/>
        </pc:sldMkLst>
      </pc:sldChg>
      <pc:sldChg chg="addSp delSp modSp del mod ord">
        <pc:chgData name="Shubhendu Kumar Singh" userId="461b01912b5747a3" providerId="LiveId" clId="{8C8C3555-911D-4968-B035-6E6B9AD04DE2}" dt="2025-03-27T03:15:40.778" v="3601" actId="2696"/>
        <pc:sldMkLst>
          <pc:docMk/>
          <pc:sldMk cId="1661677486" sldId="597"/>
        </pc:sldMkLst>
      </pc:sldChg>
      <pc:sldChg chg="addSp delSp modSp del mod">
        <pc:chgData name="Shubhendu Kumar Singh" userId="461b01912b5747a3" providerId="LiveId" clId="{8C8C3555-911D-4968-B035-6E6B9AD04DE2}" dt="2025-03-27T03:15:40.778" v="3601" actId="2696"/>
        <pc:sldMkLst>
          <pc:docMk/>
          <pc:sldMk cId="4200366679" sldId="598"/>
        </pc:sldMkLst>
      </pc:sldChg>
      <pc:sldChg chg="addSp delSp modSp del mod">
        <pc:chgData name="Shubhendu Kumar Singh" userId="461b01912b5747a3" providerId="LiveId" clId="{8C8C3555-911D-4968-B035-6E6B9AD04DE2}" dt="2025-03-27T03:15:40.778" v="3601" actId="2696"/>
        <pc:sldMkLst>
          <pc:docMk/>
          <pc:sldMk cId="132010277" sldId="599"/>
        </pc:sldMkLst>
      </pc:sldChg>
      <pc:sldChg chg="modSp mod">
        <pc:chgData name="Shubhendu Kumar Singh" userId="461b01912b5747a3" providerId="LiveId" clId="{8C8C3555-911D-4968-B035-6E6B9AD04DE2}" dt="2025-03-27T06:12:23.595" v="3936" actId="20577"/>
        <pc:sldMkLst>
          <pc:docMk/>
          <pc:sldMk cId="1880959403" sldId="600"/>
        </pc:sldMkLst>
      </pc:sldChg>
      <pc:sldChg chg="modSp mod">
        <pc:chgData name="Shubhendu Kumar Singh" userId="461b01912b5747a3" providerId="LiveId" clId="{8C8C3555-911D-4968-B035-6E6B9AD04DE2}" dt="2025-03-27T04:26:17.016" v="3621" actId="20577"/>
        <pc:sldMkLst>
          <pc:docMk/>
          <pc:sldMk cId="3107239677" sldId="601"/>
        </pc:sldMkLst>
      </pc:sldChg>
      <pc:sldChg chg="addSp delSp modSp mod">
        <pc:chgData name="Shubhendu Kumar Singh" userId="461b01912b5747a3" providerId="LiveId" clId="{8C8C3555-911D-4968-B035-6E6B9AD04DE2}" dt="2025-03-27T04:27:08.802" v="3635" actId="1076"/>
        <pc:sldMkLst>
          <pc:docMk/>
          <pc:sldMk cId="3649928126" sldId="602"/>
        </pc:sldMkLst>
      </pc:sldChg>
      <pc:sldChg chg="addSp delSp modSp mod">
        <pc:chgData name="Shubhendu Kumar Singh" userId="461b01912b5747a3" providerId="LiveId" clId="{8C8C3555-911D-4968-B035-6E6B9AD04DE2}" dt="2025-03-27T04:27:57.622" v="3651" actId="14100"/>
        <pc:sldMkLst>
          <pc:docMk/>
          <pc:sldMk cId="2664772912" sldId="603"/>
        </pc:sldMkLst>
      </pc:sldChg>
      <pc:sldChg chg="addSp delSp modSp mod">
        <pc:chgData name="Shubhendu Kumar Singh" userId="461b01912b5747a3" providerId="LiveId" clId="{8C8C3555-911D-4968-B035-6E6B9AD04DE2}" dt="2025-03-27T04:28:54.506" v="3666" actId="14100"/>
        <pc:sldMkLst>
          <pc:docMk/>
          <pc:sldMk cId="1039545812" sldId="604"/>
        </pc:sldMkLst>
      </pc:sldChg>
      <pc:sldChg chg="addSp delSp modSp mod">
        <pc:chgData name="Shubhendu Kumar Singh" userId="461b01912b5747a3" providerId="LiveId" clId="{8C8C3555-911D-4968-B035-6E6B9AD04DE2}" dt="2025-03-27T04:29:43.186" v="3682" actId="14100"/>
        <pc:sldMkLst>
          <pc:docMk/>
          <pc:sldMk cId="4293725492" sldId="605"/>
        </pc:sldMkLst>
      </pc:sldChg>
      <pc:sldChg chg="addSp delSp modSp mod">
        <pc:chgData name="Shubhendu Kumar Singh" userId="461b01912b5747a3" providerId="LiveId" clId="{8C8C3555-911D-4968-B035-6E6B9AD04DE2}" dt="2025-03-27T04:30:37.486" v="3700" actId="1076"/>
        <pc:sldMkLst>
          <pc:docMk/>
          <pc:sldMk cId="2869386217" sldId="606"/>
        </pc:sldMkLst>
      </pc:sldChg>
      <pc:sldChg chg="addSp delSp modSp mod">
        <pc:chgData name="Shubhendu Kumar Singh" userId="461b01912b5747a3" providerId="LiveId" clId="{8C8C3555-911D-4968-B035-6E6B9AD04DE2}" dt="2025-03-27T04:30:58.583" v="3707" actId="14100"/>
        <pc:sldMkLst>
          <pc:docMk/>
          <pc:sldMk cId="1075985926" sldId="607"/>
        </pc:sldMkLst>
      </pc:sldChg>
      <pc:sldChg chg="addSp delSp modSp mod">
        <pc:chgData name="Shubhendu Kumar Singh" userId="461b01912b5747a3" providerId="LiveId" clId="{8C8C3555-911D-4968-B035-6E6B9AD04DE2}" dt="2025-03-27T06:20:14.631" v="4087" actId="14100"/>
        <pc:sldMkLst>
          <pc:docMk/>
          <pc:sldMk cId="2905270859" sldId="608"/>
        </pc:sldMkLst>
      </pc:sldChg>
      <pc:sldChg chg="modSp mod">
        <pc:chgData name="Shubhendu Kumar Singh" userId="461b01912b5747a3" providerId="LiveId" clId="{8C8C3555-911D-4968-B035-6E6B9AD04DE2}" dt="2025-03-27T06:12:35.819" v="3950" actId="20577"/>
        <pc:sldMkLst>
          <pc:docMk/>
          <pc:sldMk cId="938109257" sldId="609"/>
        </pc:sldMkLst>
      </pc:sldChg>
      <pc:sldChg chg="modSp mod">
        <pc:chgData name="Shubhendu Kumar Singh" userId="461b01912b5747a3" providerId="LiveId" clId="{8C8C3555-911D-4968-B035-6E6B9AD04DE2}" dt="2025-03-27T06:12:51.210" v="3956" actId="20577"/>
        <pc:sldMkLst>
          <pc:docMk/>
          <pc:sldMk cId="243323558" sldId="610"/>
        </pc:sldMkLst>
      </pc:sldChg>
      <pc:sldChg chg="addSp delSp modSp mod">
        <pc:chgData name="Shubhendu Kumar Singh" userId="461b01912b5747a3" providerId="LiveId" clId="{8C8C3555-911D-4968-B035-6E6B9AD04DE2}" dt="2025-03-27T06:13:31.413" v="3968" actId="1076"/>
        <pc:sldMkLst>
          <pc:docMk/>
          <pc:sldMk cId="138625400" sldId="611"/>
        </pc:sldMkLst>
      </pc:sldChg>
      <pc:sldChg chg="addSp delSp modSp mod">
        <pc:chgData name="Shubhendu Kumar Singh" userId="461b01912b5747a3" providerId="LiveId" clId="{8C8C3555-911D-4968-B035-6E6B9AD04DE2}" dt="2025-03-27T06:14:43.973" v="3987" actId="1076"/>
        <pc:sldMkLst>
          <pc:docMk/>
          <pc:sldMk cId="504087359" sldId="612"/>
        </pc:sldMkLst>
      </pc:sldChg>
      <pc:sldChg chg="addSp delSp modSp mod">
        <pc:chgData name="Shubhendu Kumar Singh" userId="461b01912b5747a3" providerId="LiveId" clId="{8C8C3555-911D-4968-B035-6E6B9AD04DE2}" dt="2025-03-27T06:15:13.821" v="3997" actId="14100"/>
        <pc:sldMkLst>
          <pc:docMk/>
          <pc:sldMk cId="3777200194" sldId="613"/>
        </pc:sldMkLst>
      </pc:sldChg>
      <pc:sldChg chg="addSp delSp modSp mod">
        <pc:chgData name="Shubhendu Kumar Singh" userId="461b01912b5747a3" providerId="LiveId" clId="{8C8C3555-911D-4968-B035-6E6B9AD04DE2}" dt="2025-03-27T06:16:24.506" v="4016" actId="14100"/>
        <pc:sldMkLst>
          <pc:docMk/>
          <pc:sldMk cId="3219000281" sldId="614"/>
        </pc:sldMkLst>
      </pc:sldChg>
      <pc:sldChg chg="addSp delSp modSp mod">
        <pc:chgData name="Shubhendu Kumar Singh" userId="461b01912b5747a3" providerId="LiveId" clId="{8C8C3555-911D-4968-B035-6E6B9AD04DE2}" dt="2025-03-27T06:17:19.247" v="4036" actId="1076"/>
        <pc:sldMkLst>
          <pc:docMk/>
          <pc:sldMk cId="3583288549" sldId="615"/>
        </pc:sldMkLst>
      </pc:sldChg>
      <pc:sldChg chg="addSp delSp modSp mod">
        <pc:chgData name="Shubhendu Kumar Singh" userId="461b01912b5747a3" providerId="LiveId" clId="{8C8C3555-911D-4968-B035-6E6B9AD04DE2}" dt="2025-03-27T06:17:49.294" v="4043" actId="1076"/>
        <pc:sldMkLst>
          <pc:docMk/>
          <pc:sldMk cId="863623652" sldId="616"/>
        </pc:sldMkLst>
      </pc:sldChg>
    </pc:docChg>
  </pc:docChgLst>
  <pc:docChgLst>
    <pc:chgData name="Shubhendu Kumar Singh" userId="461b01912b5747a3" providerId="LiveId" clId="{8DA101E7-219C-42A9-A626-1AD361B1496E}"/>
    <pc:docChg chg="undo custSel addSld modSld sldOrd">
      <pc:chgData name="Shubhendu Kumar Singh" userId="461b01912b5747a3" providerId="LiveId" clId="{8DA101E7-219C-42A9-A626-1AD361B1496E}" dt="2025-04-03T04:57:23.038" v="2421" actId="20577"/>
      <pc:docMkLst>
        <pc:docMk/>
      </pc:docMkLst>
      <pc:sldChg chg="addSp modSp mod">
        <pc:chgData name="Shubhendu Kumar Singh" userId="461b01912b5747a3" providerId="LiveId" clId="{8DA101E7-219C-42A9-A626-1AD361B1496E}" dt="2025-04-03T04:56:43.026" v="2394" actId="20577"/>
        <pc:sldMkLst>
          <pc:docMk/>
          <pc:sldMk cId="1781190439" sldId="617"/>
        </pc:sldMkLst>
      </pc:sldChg>
      <pc:sldChg chg="modSp mod">
        <pc:chgData name="Shubhendu Kumar Singh" userId="461b01912b5747a3" providerId="LiveId" clId="{8DA101E7-219C-42A9-A626-1AD361B1496E}" dt="2025-04-03T04:56:52.607" v="2400" actId="20577"/>
        <pc:sldMkLst>
          <pc:docMk/>
          <pc:sldMk cId="2503828734" sldId="618"/>
        </pc:sldMkLst>
      </pc:sldChg>
      <pc:sldChg chg="addSp delSp modSp mod">
        <pc:chgData name="Shubhendu Kumar Singh" userId="461b01912b5747a3" providerId="LiveId" clId="{8DA101E7-219C-42A9-A626-1AD361B1496E}" dt="2025-04-03T04:56:58.039" v="2406" actId="20577"/>
        <pc:sldMkLst>
          <pc:docMk/>
          <pc:sldMk cId="3073505247" sldId="619"/>
        </pc:sldMkLst>
      </pc:sldChg>
      <pc:sldChg chg="addSp delSp modSp mod">
        <pc:chgData name="Shubhendu Kumar Singh" userId="461b01912b5747a3" providerId="LiveId" clId="{8DA101E7-219C-42A9-A626-1AD361B1496E}" dt="2025-04-03T04:57:05.055" v="2409" actId="20577"/>
        <pc:sldMkLst>
          <pc:docMk/>
          <pc:sldMk cId="4160418850" sldId="620"/>
        </pc:sldMkLst>
      </pc:sldChg>
      <pc:sldChg chg="addSp delSp modSp mod">
        <pc:chgData name="Shubhendu Kumar Singh" userId="461b01912b5747a3" providerId="LiveId" clId="{8DA101E7-219C-42A9-A626-1AD361B1496E}" dt="2025-04-03T04:57:18.167" v="2418" actId="20577"/>
        <pc:sldMkLst>
          <pc:docMk/>
          <pc:sldMk cId="2958828988" sldId="621"/>
        </pc:sldMkLst>
      </pc:sldChg>
      <pc:sldChg chg="addSp delSp modSp mod">
        <pc:chgData name="Shubhendu Kumar Singh" userId="461b01912b5747a3" providerId="LiveId" clId="{8DA101E7-219C-42A9-A626-1AD361B1496E}" dt="2025-04-03T04:57:23.038" v="2421" actId="20577"/>
        <pc:sldMkLst>
          <pc:docMk/>
          <pc:sldMk cId="2223937455" sldId="622"/>
        </pc:sldMkLst>
      </pc:sldChg>
      <pc:sldChg chg="addSp delSp modSp add mod">
        <pc:chgData name="Shubhendu Kumar Singh" userId="461b01912b5747a3" providerId="LiveId" clId="{8DA101E7-219C-42A9-A626-1AD361B1496E}" dt="2025-04-03T04:57:12.845" v="2415" actId="20577"/>
        <pc:sldMkLst>
          <pc:docMk/>
          <pc:sldMk cId="1910374667" sldId="623"/>
        </pc:sldMkLst>
      </pc:sldChg>
      <pc:sldChg chg="addSp delSp modSp add mod ord">
        <pc:chgData name="Shubhendu Kumar Singh" userId="461b01912b5747a3" providerId="LiveId" clId="{8DA101E7-219C-42A9-A626-1AD361B1496E}" dt="2025-04-01T01:34:49.058" v="160" actId="1076"/>
        <pc:sldMkLst>
          <pc:docMk/>
          <pc:sldMk cId="742872938" sldId="624"/>
        </pc:sldMkLst>
      </pc:sldChg>
      <pc:sldChg chg="delSp modSp mod">
        <pc:chgData name="Shubhendu Kumar Singh" userId="461b01912b5747a3" providerId="LiveId" clId="{8DA101E7-219C-42A9-A626-1AD361B1496E}" dt="2025-04-01T04:03:02.339" v="164" actId="1076"/>
        <pc:sldMkLst>
          <pc:docMk/>
          <pc:sldMk cId="3235552705" sldId="625"/>
        </pc:sldMkLst>
      </pc:sldChg>
      <pc:sldChg chg="modSp mod">
        <pc:chgData name="Shubhendu Kumar Singh" userId="461b01912b5747a3" providerId="LiveId" clId="{8DA101E7-219C-42A9-A626-1AD361B1496E}" dt="2025-04-01T04:03:20.113" v="189" actId="20577"/>
        <pc:sldMkLst>
          <pc:docMk/>
          <pc:sldMk cId="1854450514" sldId="626"/>
        </pc:sldMkLst>
      </pc:sldChg>
      <pc:sldChg chg="addSp delSp modSp mod">
        <pc:chgData name="Shubhendu Kumar Singh" userId="461b01912b5747a3" providerId="LiveId" clId="{8DA101E7-219C-42A9-A626-1AD361B1496E}" dt="2025-04-01T08:00:10.652" v="357" actId="20577"/>
        <pc:sldMkLst>
          <pc:docMk/>
          <pc:sldMk cId="184635143" sldId="627"/>
        </pc:sldMkLst>
      </pc:sldChg>
      <pc:sldChg chg="addSp delSp modSp mod">
        <pc:chgData name="Shubhendu Kumar Singh" userId="461b01912b5747a3" providerId="LiveId" clId="{8DA101E7-219C-42A9-A626-1AD361B1496E}" dt="2025-04-01T04:19:27.818" v="261" actId="14100"/>
        <pc:sldMkLst>
          <pc:docMk/>
          <pc:sldMk cId="49678433" sldId="628"/>
        </pc:sldMkLst>
      </pc:sldChg>
      <pc:sldChg chg="addSp delSp modSp mod">
        <pc:chgData name="Shubhendu Kumar Singh" userId="461b01912b5747a3" providerId="LiveId" clId="{8DA101E7-219C-42A9-A626-1AD361B1496E}" dt="2025-04-01T04:21:07.486" v="290" actId="14100"/>
        <pc:sldMkLst>
          <pc:docMk/>
          <pc:sldMk cId="4272499353" sldId="629"/>
        </pc:sldMkLst>
      </pc:sldChg>
      <pc:sldChg chg="addSp delSp modSp mod">
        <pc:chgData name="Shubhendu Kumar Singh" userId="461b01912b5747a3" providerId="LiveId" clId="{8DA101E7-219C-42A9-A626-1AD361B1496E}" dt="2025-04-01T04:22:33.965" v="303" actId="14100"/>
        <pc:sldMkLst>
          <pc:docMk/>
          <pc:sldMk cId="2734379466" sldId="630"/>
        </pc:sldMkLst>
      </pc:sldChg>
      <pc:sldChg chg="addSp delSp modSp mod">
        <pc:chgData name="Shubhendu Kumar Singh" userId="461b01912b5747a3" providerId="LiveId" clId="{8DA101E7-219C-42A9-A626-1AD361B1496E}" dt="2025-04-01T04:22:55.399" v="308" actId="1076"/>
        <pc:sldMkLst>
          <pc:docMk/>
          <pc:sldMk cId="2302023672" sldId="631"/>
        </pc:sldMkLst>
      </pc:sldChg>
      <pc:sldChg chg="addSp delSp modSp add mod">
        <pc:chgData name="Shubhendu Kumar Singh" userId="461b01912b5747a3" providerId="LiveId" clId="{8DA101E7-219C-42A9-A626-1AD361B1496E}" dt="2025-04-02T04:28:25.526" v="452" actId="14100"/>
        <pc:sldMkLst>
          <pc:docMk/>
          <pc:sldMk cId="2945109058" sldId="632"/>
        </pc:sldMkLst>
      </pc:sldChg>
      <pc:sldChg chg="modSp mod">
        <pc:chgData name="Shubhendu Kumar Singh" userId="461b01912b5747a3" providerId="LiveId" clId="{8DA101E7-219C-42A9-A626-1AD361B1496E}" dt="2025-04-01T08:05:50.614" v="436" actId="20577"/>
        <pc:sldMkLst>
          <pc:docMk/>
          <pc:sldMk cId="2609431401" sldId="633"/>
        </pc:sldMkLst>
      </pc:sldChg>
      <pc:sldChg chg="modSp mod">
        <pc:chgData name="Shubhendu Kumar Singh" userId="461b01912b5747a3" providerId="LiveId" clId="{8DA101E7-219C-42A9-A626-1AD361B1496E}" dt="2025-04-02T07:56:41.109" v="680" actId="20577"/>
        <pc:sldMkLst>
          <pc:docMk/>
          <pc:sldMk cId="684769842" sldId="634"/>
        </pc:sldMkLst>
      </pc:sldChg>
      <pc:sldChg chg="addSp delSp modSp mod">
        <pc:chgData name="Shubhendu Kumar Singh" userId="461b01912b5747a3" providerId="LiveId" clId="{8DA101E7-219C-42A9-A626-1AD361B1496E}" dt="2025-04-01T08:00:42.995" v="364" actId="1076"/>
        <pc:sldMkLst>
          <pc:docMk/>
          <pc:sldMk cId="1878575477" sldId="635"/>
        </pc:sldMkLst>
      </pc:sldChg>
      <pc:sldChg chg="addSp delSp modSp mod">
        <pc:chgData name="Shubhendu Kumar Singh" userId="461b01912b5747a3" providerId="LiveId" clId="{8DA101E7-219C-42A9-A626-1AD361B1496E}" dt="2025-04-01T08:02:10.024" v="387" actId="14100"/>
        <pc:sldMkLst>
          <pc:docMk/>
          <pc:sldMk cId="186729195" sldId="636"/>
        </pc:sldMkLst>
      </pc:sldChg>
      <pc:sldChg chg="addSp delSp modSp mod">
        <pc:chgData name="Shubhendu Kumar Singh" userId="461b01912b5747a3" providerId="LiveId" clId="{8DA101E7-219C-42A9-A626-1AD361B1496E}" dt="2025-04-02T04:30:47.613" v="466" actId="14100"/>
        <pc:sldMkLst>
          <pc:docMk/>
          <pc:sldMk cId="1496523940" sldId="637"/>
        </pc:sldMkLst>
      </pc:sldChg>
      <pc:sldChg chg="addSp delSp modSp mod">
        <pc:chgData name="Shubhendu Kumar Singh" userId="461b01912b5747a3" providerId="LiveId" clId="{8DA101E7-219C-42A9-A626-1AD361B1496E}" dt="2025-04-01T08:04:14.519" v="415" actId="1076"/>
        <pc:sldMkLst>
          <pc:docMk/>
          <pc:sldMk cId="662419460" sldId="638"/>
        </pc:sldMkLst>
      </pc:sldChg>
      <pc:sldChg chg="addSp delSp modSp mod">
        <pc:chgData name="Shubhendu Kumar Singh" userId="461b01912b5747a3" providerId="LiveId" clId="{8DA101E7-219C-42A9-A626-1AD361B1496E}" dt="2025-04-01T08:05:14.495" v="429" actId="1076"/>
        <pc:sldMkLst>
          <pc:docMk/>
          <pc:sldMk cId="1056730406" sldId="639"/>
        </pc:sldMkLst>
      </pc:sldChg>
      <pc:sldChg chg="addSp delSp modSp mod">
        <pc:chgData name="Shubhendu Kumar Singh" userId="461b01912b5747a3" providerId="LiveId" clId="{8DA101E7-219C-42A9-A626-1AD361B1496E}" dt="2025-04-01T08:05:39.532" v="435" actId="1076"/>
        <pc:sldMkLst>
          <pc:docMk/>
          <pc:sldMk cId="4053866940" sldId="640"/>
        </pc:sldMkLst>
      </pc:sldChg>
      <pc:sldChg chg="addSp delSp modSp mod modAnim">
        <pc:chgData name="Shubhendu Kumar Singh" userId="461b01912b5747a3" providerId="LiveId" clId="{8DA101E7-219C-42A9-A626-1AD361B1496E}" dt="2025-04-03T04:41:38.331" v="2356"/>
        <pc:sldMkLst>
          <pc:docMk/>
          <pc:sldMk cId="3306633690" sldId="641"/>
        </pc:sldMkLst>
      </pc:sldChg>
      <pc:sldChg chg="modSp mod">
        <pc:chgData name="Shubhendu Kumar Singh" userId="461b01912b5747a3" providerId="LiveId" clId="{8DA101E7-219C-42A9-A626-1AD361B1496E}" dt="2025-04-02T23:01:34.922" v="766" actId="1076"/>
        <pc:sldMkLst>
          <pc:docMk/>
          <pc:sldMk cId="3858652944" sldId="642"/>
        </pc:sldMkLst>
      </pc:sldChg>
      <pc:sldChg chg="modSp mod">
        <pc:chgData name="Shubhendu Kumar Singh" userId="461b01912b5747a3" providerId="LiveId" clId="{8DA101E7-219C-42A9-A626-1AD361B1496E}" dt="2025-04-02T23:02:27.974" v="860" actId="20577"/>
        <pc:sldMkLst>
          <pc:docMk/>
          <pc:sldMk cId="928260786" sldId="643"/>
        </pc:sldMkLst>
      </pc:sldChg>
      <pc:sldChg chg="addSp delSp modSp mod">
        <pc:chgData name="Shubhendu Kumar Singh" userId="461b01912b5747a3" providerId="LiveId" clId="{8DA101E7-219C-42A9-A626-1AD361B1496E}" dt="2025-04-02T23:03:14.235" v="871" actId="1076"/>
        <pc:sldMkLst>
          <pc:docMk/>
          <pc:sldMk cId="3544075498" sldId="644"/>
        </pc:sldMkLst>
      </pc:sldChg>
      <pc:sldChg chg="addSp delSp modSp mod">
        <pc:chgData name="Shubhendu Kumar Singh" userId="461b01912b5747a3" providerId="LiveId" clId="{8DA101E7-219C-42A9-A626-1AD361B1496E}" dt="2025-04-02T23:04:27.822" v="894" actId="14100"/>
        <pc:sldMkLst>
          <pc:docMk/>
          <pc:sldMk cId="3801729895" sldId="645"/>
        </pc:sldMkLst>
      </pc:sldChg>
      <pc:sldChg chg="addSp delSp modSp mod">
        <pc:chgData name="Shubhendu Kumar Singh" userId="461b01912b5747a3" providerId="LiveId" clId="{8DA101E7-219C-42A9-A626-1AD361B1496E}" dt="2025-04-02T23:04:58.745" v="904" actId="14100"/>
        <pc:sldMkLst>
          <pc:docMk/>
          <pc:sldMk cId="333266237" sldId="646"/>
        </pc:sldMkLst>
      </pc:sldChg>
      <pc:sldChg chg="addSp delSp modSp mod">
        <pc:chgData name="Shubhendu Kumar Singh" userId="461b01912b5747a3" providerId="LiveId" clId="{8DA101E7-219C-42A9-A626-1AD361B1496E}" dt="2025-04-02T23:05:54.688" v="919" actId="14100"/>
        <pc:sldMkLst>
          <pc:docMk/>
          <pc:sldMk cId="1567503058" sldId="647"/>
        </pc:sldMkLst>
      </pc:sldChg>
      <pc:sldChg chg="addSp delSp modSp mod">
        <pc:chgData name="Shubhendu Kumar Singh" userId="461b01912b5747a3" providerId="LiveId" clId="{8DA101E7-219C-42A9-A626-1AD361B1496E}" dt="2025-04-02T23:06:38.418" v="933" actId="1076"/>
        <pc:sldMkLst>
          <pc:docMk/>
          <pc:sldMk cId="2208132945" sldId="648"/>
        </pc:sldMkLst>
      </pc:sldChg>
      <pc:sldChg chg="addSp delSp modSp mod">
        <pc:chgData name="Shubhendu Kumar Singh" userId="461b01912b5747a3" providerId="LiveId" clId="{8DA101E7-219C-42A9-A626-1AD361B1496E}" dt="2025-04-02T23:06:57.070" v="937" actId="962"/>
        <pc:sldMkLst>
          <pc:docMk/>
          <pc:sldMk cId="468662832" sldId="649"/>
        </pc:sldMkLst>
      </pc:sldChg>
      <pc:sldChg chg="addSp delSp modSp mod modAnim">
        <pc:chgData name="Shubhendu Kumar Singh" userId="461b01912b5747a3" providerId="LiveId" clId="{8DA101E7-219C-42A9-A626-1AD361B1496E}" dt="2025-04-03T04:38:18.539" v="2349" actId="14100"/>
        <pc:sldMkLst>
          <pc:docMk/>
          <pc:sldMk cId="825920284" sldId="650"/>
        </pc:sldMkLst>
      </pc:sldChg>
      <pc:sldChg chg="modSp mod">
        <pc:chgData name="Shubhendu Kumar Singh" userId="461b01912b5747a3" providerId="LiveId" clId="{8DA101E7-219C-42A9-A626-1AD361B1496E}" dt="2025-04-02T23:44:14.254" v="1151" actId="20577"/>
        <pc:sldMkLst>
          <pc:docMk/>
          <pc:sldMk cId="2587660702" sldId="651"/>
        </pc:sldMkLst>
      </pc:sldChg>
      <pc:sldChg chg="addSp delSp modSp mod">
        <pc:chgData name="Shubhendu Kumar Singh" userId="461b01912b5747a3" providerId="LiveId" clId="{8DA101E7-219C-42A9-A626-1AD361B1496E}" dt="2025-04-02T23:49:19.420" v="1277" actId="1076"/>
        <pc:sldMkLst>
          <pc:docMk/>
          <pc:sldMk cId="4161369240" sldId="652"/>
        </pc:sldMkLst>
      </pc:sldChg>
      <pc:sldChg chg="addSp delSp modSp add mod">
        <pc:chgData name="Shubhendu Kumar Singh" userId="461b01912b5747a3" providerId="LiveId" clId="{8DA101E7-219C-42A9-A626-1AD361B1496E}" dt="2025-04-02T23:49:39.470" v="1282" actId="1076"/>
        <pc:sldMkLst>
          <pc:docMk/>
          <pc:sldMk cId="1307686036" sldId="653"/>
        </pc:sldMkLst>
      </pc:sldChg>
      <pc:sldChg chg="addSp delSp modSp add mod">
        <pc:chgData name="Shubhendu Kumar Singh" userId="461b01912b5747a3" providerId="LiveId" clId="{8DA101E7-219C-42A9-A626-1AD361B1496E}" dt="2025-04-02T23:51:09.654" v="1318" actId="1076"/>
        <pc:sldMkLst>
          <pc:docMk/>
          <pc:sldMk cId="2072393348" sldId="654"/>
        </pc:sldMkLst>
      </pc:sldChg>
      <pc:sldChg chg="addSp delSp modSp add mod">
        <pc:chgData name="Shubhendu Kumar Singh" userId="461b01912b5747a3" providerId="LiveId" clId="{8DA101E7-219C-42A9-A626-1AD361B1496E}" dt="2025-04-02T23:52:23.590" v="1337" actId="1076"/>
        <pc:sldMkLst>
          <pc:docMk/>
          <pc:sldMk cId="3074041021" sldId="655"/>
        </pc:sldMkLst>
      </pc:sldChg>
      <pc:sldChg chg="addSp delSp modSp mod">
        <pc:chgData name="Shubhendu Kumar Singh" userId="461b01912b5747a3" providerId="LiveId" clId="{8DA101E7-219C-42A9-A626-1AD361B1496E}" dt="2025-04-02T23:53:30.857" v="1352" actId="1076"/>
        <pc:sldMkLst>
          <pc:docMk/>
          <pc:sldMk cId="3352067736" sldId="656"/>
        </pc:sldMkLst>
      </pc:sldChg>
      <pc:sldChg chg="addSp delSp modSp add mod">
        <pc:chgData name="Shubhendu Kumar Singh" userId="461b01912b5747a3" providerId="LiveId" clId="{8DA101E7-219C-42A9-A626-1AD361B1496E}" dt="2025-04-03T01:44:06.987" v="1358" actId="1076"/>
        <pc:sldMkLst>
          <pc:docMk/>
          <pc:sldMk cId="1414775976" sldId="657"/>
        </pc:sldMkLst>
      </pc:sldChg>
      <pc:sldChg chg="addSp delSp modSp add mod">
        <pc:chgData name="Shubhendu Kumar Singh" userId="461b01912b5747a3" providerId="LiveId" clId="{8DA101E7-219C-42A9-A626-1AD361B1496E}" dt="2025-04-03T01:50:00.067" v="1369" actId="14100"/>
        <pc:sldMkLst>
          <pc:docMk/>
          <pc:sldMk cId="4159087435" sldId="658"/>
        </pc:sldMkLst>
      </pc:sldChg>
      <pc:sldChg chg="addSp delSp modSp add mod">
        <pc:chgData name="Shubhendu Kumar Singh" userId="461b01912b5747a3" providerId="LiveId" clId="{8DA101E7-219C-42A9-A626-1AD361B1496E}" dt="2025-04-03T01:55:25.964" v="1375" actId="1076"/>
        <pc:sldMkLst>
          <pc:docMk/>
          <pc:sldMk cId="3692059990" sldId="659"/>
        </pc:sldMkLst>
      </pc:sldChg>
      <pc:sldChg chg="addSp delSp modSp add mod">
        <pc:chgData name="Shubhendu Kumar Singh" userId="461b01912b5747a3" providerId="LiveId" clId="{8DA101E7-219C-42A9-A626-1AD361B1496E}" dt="2025-04-03T01:58:29.785" v="1382" actId="1076"/>
        <pc:sldMkLst>
          <pc:docMk/>
          <pc:sldMk cId="2921119350" sldId="660"/>
        </pc:sldMkLst>
      </pc:sldChg>
      <pc:sldChg chg="addSp delSp modSp add mod">
        <pc:chgData name="Shubhendu Kumar Singh" userId="461b01912b5747a3" providerId="LiveId" clId="{8DA101E7-219C-42A9-A626-1AD361B1496E}" dt="2025-04-03T02:05:11.374" v="1390" actId="14100"/>
        <pc:sldMkLst>
          <pc:docMk/>
          <pc:sldMk cId="1832546762" sldId="661"/>
        </pc:sldMkLst>
      </pc:sldChg>
      <pc:sldChg chg="addSp delSp modSp add mod modAnim">
        <pc:chgData name="Shubhendu Kumar Singh" userId="461b01912b5747a3" providerId="LiveId" clId="{8DA101E7-219C-42A9-A626-1AD361B1496E}" dt="2025-04-03T02:19:27.778" v="1797"/>
        <pc:sldMkLst>
          <pc:docMk/>
          <pc:sldMk cId="1029393708" sldId="662"/>
        </pc:sldMkLst>
      </pc:sldChg>
      <pc:sldChg chg="addSp delSp modSp add mod">
        <pc:chgData name="Shubhendu Kumar Singh" userId="461b01912b5747a3" providerId="LiveId" clId="{8DA101E7-219C-42A9-A626-1AD361B1496E}" dt="2025-04-03T02:32:52.654" v="1910" actId="14100"/>
        <pc:sldMkLst>
          <pc:docMk/>
          <pc:sldMk cId="439385957" sldId="663"/>
        </pc:sldMkLst>
      </pc:sldChg>
      <pc:sldChg chg="modSp mod">
        <pc:chgData name="Shubhendu Kumar Singh" userId="461b01912b5747a3" providerId="LiveId" clId="{8DA101E7-219C-42A9-A626-1AD361B1496E}" dt="2025-04-03T04:18:51.302" v="2071" actId="20577"/>
        <pc:sldMkLst>
          <pc:docMk/>
          <pc:sldMk cId="4150855370" sldId="664"/>
        </pc:sldMkLst>
      </pc:sldChg>
      <pc:sldChg chg="modSp mod">
        <pc:chgData name="Shubhendu Kumar Singh" userId="461b01912b5747a3" providerId="LiveId" clId="{8DA101E7-219C-42A9-A626-1AD361B1496E}" dt="2025-04-03T04:18:58.262" v="2075" actId="20577"/>
        <pc:sldMkLst>
          <pc:docMk/>
          <pc:sldMk cId="2636624176" sldId="665"/>
        </pc:sldMkLst>
      </pc:sldChg>
      <pc:sldChg chg="addSp delSp modSp mod">
        <pc:chgData name="Shubhendu Kumar Singh" userId="461b01912b5747a3" providerId="LiveId" clId="{8DA101E7-219C-42A9-A626-1AD361B1496E}" dt="2025-04-03T04:19:25.021" v="2086" actId="1076"/>
        <pc:sldMkLst>
          <pc:docMk/>
          <pc:sldMk cId="3442609267" sldId="666"/>
        </pc:sldMkLst>
      </pc:sldChg>
      <pc:sldChg chg="addSp delSp modSp mod">
        <pc:chgData name="Shubhendu Kumar Singh" userId="461b01912b5747a3" providerId="LiveId" clId="{8DA101E7-219C-42A9-A626-1AD361B1496E}" dt="2025-04-03T04:20:09.176" v="2101" actId="14100"/>
        <pc:sldMkLst>
          <pc:docMk/>
          <pc:sldMk cId="2452424346" sldId="667"/>
        </pc:sldMkLst>
      </pc:sldChg>
      <pc:sldChg chg="addSp delSp modSp mod">
        <pc:chgData name="Shubhendu Kumar Singh" userId="461b01912b5747a3" providerId="LiveId" clId="{8DA101E7-219C-42A9-A626-1AD361B1496E}" dt="2025-04-03T04:20:43.214" v="2111" actId="14100"/>
        <pc:sldMkLst>
          <pc:docMk/>
          <pc:sldMk cId="1060342684" sldId="668"/>
        </pc:sldMkLst>
      </pc:sldChg>
      <pc:sldChg chg="addSp delSp modSp mod">
        <pc:chgData name="Shubhendu Kumar Singh" userId="461b01912b5747a3" providerId="LiveId" clId="{8DA101E7-219C-42A9-A626-1AD361B1496E}" dt="2025-04-03T04:21:33.588" v="2128" actId="14100"/>
        <pc:sldMkLst>
          <pc:docMk/>
          <pc:sldMk cId="3002606696" sldId="669"/>
        </pc:sldMkLst>
      </pc:sldChg>
      <pc:sldChg chg="addSp delSp modSp mod">
        <pc:chgData name="Shubhendu Kumar Singh" userId="461b01912b5747a3" providerId="LiveId" clId="{8DA101E7-219C-42A9-A626-1AD361B1496E}" dt="2025-04-03T04:22:13.440" v="2141" actId="14100"/>
        <pc:sldMkLst>
          <pc:docMk/>
          <pc:sldMk cId="570709286" sldId="670"/>
        </pc:sldMkLst>
      </pc:sldChg>
      <pc:sldChg chg="addSp delSp modSp mod">
        <pc:chgData name="Shubhendu Kumar Singh" userId="461b01912b5747a3" providerId="LiveId" clId="{8DA101E7-219C-42A9-A626-1AD361B1496E}" dt="2025-04-03T04:22:44.279" v="2147" actId="1076"/>
        <pc:sldMkLst>
          <pc:docMk/>
          <pc:sldMk cId="2283612534" sldId="671"/>
        </pc:sldMkLst>
      </pc:sldChg>
    </pc:docChg>
  </pc:docChgLst>
  <pc:docChgLst>
    <pc:chgData name="Shubhendu Kumar Singh" userId="461b01912b5747a3" providerId="LiveId" clId="{A7B4483F-255D-4188-829C-74F049A4F026}"/>
    <pc:docChg chg="undo custSel addSld delSld modSld sldOrd">
      <pc:chgData name="Shubhendu Kumar Singh" userId="461b01912b5747a3" providerId="LiveId" clId="{A7B4483F-255D-4188-829C-74F049A4F026}" dt="2025-04-10T07:38:27.780" v="458" actId="1076"/>
      <pc:docMkLst>
        <pc:docMk/>
      </pc:docMkLst>
      <pc:sldChg chg="addSp modSp mod">
        <pc:chgData name="Shubhendu Kumar Singh" userId="461b01912b5747a3" providerId="LiveId" clId="{A7B4483F-255D-4188-829C-74F049A4F026}" dt="2025-04-10T06:02:56.656" v="366" actId="20577"/>
        <pc:sldMkLst>
          <pc:docMk/>
          <pc:sldMk cId="2385447988" sldId="672"/>
        </pc:sldMkLst>
      </pc:sldChg>
      <pc:sldChg chg="modSp mod">
        <pc:chgData name="Shubhendu Kumar Singh" userId="461b01912b5747a3" providerId="LiveId" clId="{A7B4483F-255D-4188-829C-74F049A4F026}" dt="2025-04-10T03:03:16.689" v="347" actId="20577"/>
        <pc:sldMkLst>
          <pc:docMk/>
          <pc:sldMk cId="624695079" sldId="673"/>
        </pc:sldMkLst>
      </pc:sldChg>
      <pc:sldChg chg="addSp delSp modSp mod">
        <pc:chgData name="Shubhendu Kumar Singh" userId="461b01912b5747a3" providerId="LiveId" clId="{A7B4483F-255D-4188-829C-74F049A4F026}" dt="2025-04-10T02:54:32.168" v="263" actId="20577"/>
        <pc:sldMkLst>
          <pc:docMk/>
          <pc:sldMk cId="548430205" sldId="674"/>
        </pc:sldMkLst>
      </pc:sldChg>
      <pc:sldChg chg="addSp delSp modSp mod">
        <pc:chgData name="Shubhendu Kumar Singh" userId="461b01912b5747a3" providerId="LiveId" clId="{A7B4483F-255D-4188-829C-74F049A4F026}" dt="2025-04-10T03:23:19.135" v="353" actId="113"/>
        <pc:sldMkLst>
          <pc:docMk/>
          <pc:sldMk cId="530477546" sldId="675"/>
        </pc:sldMkLst>
      </pc:sldChg>
      <pc:sldChg chg="addSp delSp modSp mod">
        <pc:chgData name="Shubhendu Kumar Singh" userId="461b01912b5747a3" providerId="LiveId" clId="{A7B4483F-255D-4188-829C-74F049A4F026}" dt="2025-04-10T03:23:32.805" v="358" actId="20577"/>
        <pc:sldMkLst>
          <pc:docMk/>
          <pc:sldMk cId="2998022237" sldId="676"/>
        </pc:sldMkLst>
      </pc:sldChg>
      <pc:sldChg chg="addSp delSp modSp mod">
        <pc:chgData name="Shubhendu Kumar Singh" userId="461b01912b5747a3" providerId="LiveId" clId="{A7B4483F-255D-4188-829C-74F049A4F026}" dt="2025-04-10T03:23:40.240" v="361" actId="20577"/>
        <pc:sldMkLst>
          <pc:docMk/>
          <pc:sldMk cId="3423165307" sldId="677"/>
        </pc:sldMkLst>
      </pc:sldChg>
      <pc:sldChg chg="addSp delSp modSp add mod">
        <pc:chgData name="Shubhendu Kumar Singh" userId="461b01912b5747a3" providerId="LiveId" clId="{A7B4483F-255D-4188-829C-74F049A4F026}" dt="2025-04-10T02:57:21.759" v="293" actId="14100"/>
        <pc:sldMkLst>
          <pc:docMk/>
          <pc:sldMk cId="1054266251" sldId="678"/>
        </pc:sldMkLst>
      </pc:sldChg>
      <pc:sldChg chg="addSp delSp modSp mod">
        <pc:chgData name="Shubhendu Kumar Singh" userId="461b01912b5747a3" providerId="LiveId" clId="{A7B4483F-255D-4188-829C-74F049A4F026}" dt="2025-04-10T03:01:48.764" v="337" actId="1076"/>
        <pc:sldMkLst>
          <pc:docMk/>
          <pc:sldMk cId="4202051111" sldId="679"/>
        </pc:sldMkLst>
      </pc:sldChg>
      <pc:sldChg chg="addSp delSp modSp add mod ord">
        <pc:chgData name="Shubhendu Kumar Singh" userId="461b01912b5747a3" providerId="LiveId" clId="{A7B4483F-255D-4188-829C-74F049A4F026}" dt="2025-04-10T07:38:27.780" v="458" actId="1076"/>
        <pc:sldMkLst>
          <pc:docMk/>
          <pc:sldMk cId="37890190" sldId="680"/>
        </pc:sldMkLst>
      </pc:sldChg>
      <pc:sldChg chg="add del">
        <pc:chgData name="Shubhendu Kumar Singh" userId="461b01912b5747a3" providerId="LiveId" clId="{A7B4483F-255D-4188-829C-74F049A4F026}" dt="2025-04-10T07:37:12.367" v="437" actId="47"/>
        <pc:sldMkLst>
          <pc:docMk/>
          <pc:sldMk cId="499502277" sldId="681"/>
        </pc:sldMkLst>
      </pc:sldChg>
    </pc:docChg>
  </pc:docChgLst>
  <pc:docChgLst>
    <pc:chgData name="Shubhendu Kumar Singh" userId="461b01912b5747a3" providerId="LiveId" clId="{A93CBCFE-DFF0-431E-9829-88BE084D65A3}"/>
    <pc:docChg chg="custSel addSld delSld modSld">
      <pc:chgData name="Shubhendu Kumar Singh" userId="461b01912b5747a3" providerId="LiveId" clId="{A93CBCFE-DFF0-431E-9829-88BE084D65A3}" dt="2025-03-06T08:42:16.375" v="471" actId="1076"/>
      <pc:docMkLst>
        <pc:docMk/>
      </pc:docMkLst>
      <pc:sldChg chg="modSp mod">
        <pc:chgData name="Shubhendu Kumar Singh" userId="461b01912b5747a3" providerId="LiveId" clId="{A93CBCFE-DFF0-431E-9829-88BE084D65A3}" dt="2025-03-06T04:11:08.624" v="144" actId="20577"/>
        <pc:sldMkLst>
          <pc:docMk/>
          <pc:sldMk cId="3307596543" sldId="476"/>
        </pc:sldMkLst>
      </pc:sldChg>
      <pc:sldChg chg="modSp mod">
        <pc:chgData name="Shubhendu Kumar Singh" userId="461b01912b5747a3" providerId="LiveId" clId="{A93CBCFE-DFF0-431E-9829-88BE084D65A3}" dt="2025-03-06T04:10:50.574" v="130" actId="20577"/>
        <pc:sldMkLst>
          <pc:docMk/>
          <pc:sldMk cId="905870507" sldId="488"/>
        </pc:sldMkLst>
      </pc:sldChg>
      <pc:sldChg chg="addSp delSp modSp mod">
        <pc:chgData name="Shubhendu Kumar Singh" userId="461b01912b5747a3" providerId="LiveId" clId="{A93CBCFE-DFF0-431E-9829-88BE084D65A3}" dt="2025-03-06T04:10:23.107" v="99" actId="1076"/>
        <pc:sldMkLst>
          <pc:docMk/>
          <pc:sldMk cId="337668144" sldId="490"/>
        </pc:sldMkLst>
      </pc:sldChg>
      <pc:sldChg chg="addSp delSp modSp mod">
        <pc:chgData name="Shubhendu Kumar Singh" userId="461b01912b5747a3" providerId="LiveId" clId="{A93CBCFE-DFF0-431E-9829-88BE084D65A3}" dt="2025-03-06T04:12:51.376" v="162" actId="14100"/>
        <pc:sldMkLst>
          <pc:docMk/>
          <pc:sldMk cId="2596275230" sldId="491"/>
        </pc:sldMkLst>
      </pc:sldChg>
      <pc:sldChg chg="addSp delSp modSp mod">
        <pc:chgData name="Shubhendu Kumar Singh" userId="461b01912b5747a3" providerId="LiveId" clId="{A93CBCFE-DFF0-431E-9829-88BE084D65A3}" dt="2025-03-06T04:17:26.372" v="196" actId="14100"/>
        <pc:sldMkLst>
          <pc:docMk/>
          <pc:sldMk cId="4177591811" sldId="492"/>
        </pc:sldMkLst>
      </pc:sldChg>
      <pc:sldChg chg="addSp delSp modSp mod">
        <pc:chgData name="Shubhendu Kumar Singh" userId="461b01912b5747a3" providerId="LiveId" clId="{A93CBCFE-DFF0-431E-9829-88BE084D65A3}" dt="2025-03-06T04:19:47.761" v="216" actId="1076"/>
        <pc:sldMkLst>
          <pc:docMk/>
          <pc:sldMk cId="132447576" sldId="493"/>
        </pc:sldMkLst>
      </pc:sldChg>
      <pc:sldChg chg="addSp delSp modSp mod">
        <pc:chgData name="Shubhendu Kumar Singh" userId="461b01912b5747a3" providerId="LiveId" clId="{A93CBCFE-DFF0-431E-9829-88BE084D65A3}" dt="2025-03-06T04:21:28.818" v="242" actId="14100"/>
        <pc:sldMkLst>
          <pc:docMk/>
          <pc:sldMk cId="4189656730" sldId="494"/>
        </pc:sldMkLst>
      </pc:sldChg>
      <pc:sldChg chg="addSp delSp modSp mod">
        <pc:chgData name="Shubhendu Kumar Singh" userId="461b01912b5747a3" providerId="LiveId" clId="{A93CBCFE-DFF0-431E-9829-88BE084D65A3}" dt="2025-03-06T04:23:22.664" v="259" actId="14100"/>
        <pc:sldMkLst>
          <pc:docMk/>
          <pc:sldMk cId="2446986940" sldId="495"/>
        </pc:sldMkLst>
      </pc:sldChg>
      <pc:sldChg chg="modSp mod">
        <pc:chgData name="Shubhendu Kumar Singh" userId="461b01912b5747a3" providerId="LiveId" clId="{A93CBCFE-DFF0-431E-9829-88BE084D65A3}" dt="2025-03-06T06:55:47.955" v="290" actId="20577"/>
        <pc:sldMkLst>
          <pc:docMk/>
          <pc:sldMk cId="2758232143" sldId="496"/>
        </pc:sldMkLst>
      </pc:sldChg>
      <pc:sldChg chg="addSp delSp modSp mod">
        <pc:chgData name="Shubhendu Kumar Singh" userId="461b01912b5747a3" providerId="LiveId" clId="{A93CBCFE-DFF0-431E-9829-88BE084D65A3}" dt="2025-03-06T06:56:26.556" v="298" actId="1076"/>
        <pc:sldMkLst>
          <pc:docMk/>
          <pc:sldMk cId="1174174292" sldId="498"/>
        </pc:sldMkLst>
      </pc:sldChg>
      <pc:sldChg chg="addSp delSp modSp mod">
        <pc:chgData name="Shubhendu Kumar Singh" userId="461b01912b5747a3" providerId="LiveId" clId="{A93CBCFE-DFF0-431E-9829-88BE084D65A3}" dt="2025-03-06T06:57:32.344" v="317" actId="14100"/>
        <pc:sldMkLst>
          <pc:docMk/>
          <pc:sldMk cId="129257836" sldId="499"/>
        </pc:sldMkLst>
      </pc:sldChg>
      <pc:sldChg chg="modSp mod">
        <pc:chgData name="Shubhendu Kumar Singh" userId="461b01912b5747a3" providerId="LiveId" clId="{A93CBCFE-DFF0-431E-9829-88BE084D65A3}" dt="2025-03-06T08:29:32.915" v="366" actId="20577"/>
        <pc:sldMkLst>
          <pc:docMk/>
          <pc:sldMk cId="3766261312" sldId="500"/>
        </pc:sldMkLst>
      </pc:sldChg>
      <pc:sldChg chg="del">
        <pc:chgData name="Shubhendu Kumar Singh" userId="461b01912b5747a3" providerId="LiveId" clId="{A93CBCFE-DFF0-431E-9829-88BE084D65A3}" dt="2025-03-06T08:29:50.365" v="367" actId="2696"/>
        <pc:sldMkLst>
          <pc:docMk/>
          <pc:sldMk cId="561698273" sldId="501"/>
        </pc:sldMkLst>
      </pc:sldChg>
      <pc:sldChg chg="addSp delSp modSp mod">
        <pc:chgData name="Shubhendu Kumar Singh" userId="461b01912b5747a3" providerId="LiveId" clId="{A93CBCFE-DFF0-431E-9829-88BE084D65A3}" dt="2025-03-06T08:32:00.359" v="431" actId="20577"/>
        <pc:sldMkLst>
          <pc:docMk/>
          <pc:sldMk cId="2750098351" sldId="502"/>
        </pc:sldMkLst>
      </pc:sldChg>
      <pc:sldChg chg="addSp modSp add mod">
        <pc:chgData name="Shubhendu Kumar Singh" userId="461b01912b5747a3" providerId="LiveId" clId="{A93CBCFE-DFF0-431E-9829-88BE084D65A3}" dt="2025-03-06T08:32:46.362" v="435" actId="1076"/>
        <pc:sldMkLst>
          <pc:docMk/>
          <pc:sldMk cId="2454117047" sldId="503"/>
        </pc:sldMkLst>
      </pc:sldChg>
      <pc:sldChg chg="addSp delSp modSp mod">
        <pc:chgData name="Shubhendu Kumar Singh" userId="461b01912b5747a3" providerId="LiveId" clId="{A93CBCFE-DFF0-431E-9829-88BE084D65A3}" dt="2025-03-06T08:34:09.976" v="443" actId="1076"/>
        <pc:sldMkLst>
          <pc:docMk/>
          <pc:sldMk cId="2406215322" sldId="504"/>
        </pc:sldMkLst>
      </pc:sldChg>
      <pc:sldChg chg="addSp delSp modSp mod">
        <pc:chgData name="Shubhendu Kumar Singh" userId="461b01912b5747a3" providerId="LiveId" clId="{A93CBCFE-DFF0-431E-9829-88BE084D65A3}" dt="2025-03-06T08:39:29.209" v="454" actId="1076"/>
        <pc:sldMkLst>
          <pc:docMk/>
          <pc:sldMk cId="3063743399" sldId="505"/>
        </pc:sldMkLst>
      </pc:sldChg>
      <pc:sldChg chg="addSp delSp modSp mod">
        <pc:chgData name="Shubhendu Kumar Singh" userId="461b01912b5747a3" providerId="LiveId" clId="{A93CBCFE-DFF0-431E-9829-88BE084D65A3}" dt="2025-03-06T08:42:16.375" v="471" actId="1076"/>
        <pc:sldMkLst>
          <pc:docMk/>
          <pc:sldMk cId="2309935997" sldId="50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42C853-0A27-134E-BC83-06337B1202C2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B34886-6FA0-DE48-9388-2785C7495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27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6DD43-1625-DBA2-5EB3-879B2D2BE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6EB2A9-4590-8E6D-B2E3-6735D4272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879128-97FE-00C5-5DD9-7C0BAC4C2A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62E49-40CA-129B-C57B-6BCE7613E1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998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0F6F7-93D2-2639-17A5-BF6E28319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D02D43-6FA2-3221-F23C-F22C063CED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8CDFB8-699C-09CC-7105-60A7803304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E956AA-2B2A-AFBF-9AA6-47A019D838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8630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74075-7245-6A4E-5668-58716117B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A2B170-40A4-2251-1141-37576EDEC1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C8C355-6DA1-4B91-A4B9-66AB5F25AC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C223B-E10B-8A5F-E346-1D70F22225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0379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A6A74-7691-6EF6-4D39-DF1CF8600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AB84DD-4824-9F76-119D-5CB8B38FF8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C1FF7F-EB28-A7AC-41DA-A61CC9A787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5764D9-69A4-E3B1-2B67-DE7FD00310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662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A5B9D-3BBA-A61A-1748-6F2E4CCCD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0A01E7-5CB8-D74C-DA13-F7D3CC853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C7D554-83F6-980D-D797-6061243192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267567-E4D8-BF47-EC34-03137A36B7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3171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347DB-986B-C8FF-763C-FA7D59BD4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337510-0069-098E-FFEF-9500C1756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6B75D1-A720-4570-9EBE-272057B73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43A685-642F-396B-25F6-9B0D63DDA9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05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6AAAA-B0A1-8BC1-2C1C-4609E1C3E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00C65C-55D8-3B0B-F14D-857DE1B186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60A742-F651-5B00-63B2-2F94D5E231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01B53-7187-9229-249A-C3E84A71BF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413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2FC30-FA41-6899-5F45-2302F16AD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05B7B4-B8C4-6411-1CF4-A79EAE617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60B0ED-9120-9BAE-AC5F-EA17C923B6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1AE97-7252-4098-BEC2-47B1D54673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135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A0E0B-641B-4495-A0FC-58FE1AA56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54200"/>
            <a:ext cx="9144000" cy="812483"/>
          </a:xfrm>
        </p:spPr>
        <p:txBody>
          <a:bodyPr anchor="b">
            <a:normAutofit/>
          </a:bodyPr>
          <a:lstStyle>
            <a:lvl1pPr algn="ctr">
              <a:defRPr sz="4400" b="1">
                <a:solidFill>
                  <a:srgbClr val="F86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0B8AAF-11F9-4296-8E3B-40C266627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EA6CA0-9EBA-4A15-97E7-AF1BD79EC9D4}"/>
              </a:ext>
            </a:extLst>
          </p:cNvPr>
          <p:cNvSpPr/>
          <p:nvPr/>
        </p:nvSpPr>
        <p:spPr>
          <a:xfrm>
            <a:off x="0" y="0"/>
            <a:ext cx="12192000" cy="552009"/>
          </a:xfrm>
          <a:prstGeom prst="rect">
            <a:avLst/>
          </a:prstGeom>
          <a:solidFill>
            <a:srgbClr val="F86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409203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AD7A93B-A8E4-4B72-9826-9AFC93CC6260}"/>
              </a:ext>
            </a:extLst>
          </p:cNvPr>
          <p:cNvSpPr/>
          <p:nvPr/>
        </p:nvSpPr>
        <p:spPr>
          <a:xfrm>
            <a:off x="0" y="0"/>
            <a:ext cx="12192000" cy="552009"/>
          </a:xfrm>
          <a:prstGeom prst="rect">
            <a:avLst/>
          </a:prstGeom>
          <a:solidFill>
            <a:srgbClr val="F86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86626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E021617F-C02D-43F0-A172-B047BF5AA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38555"/>
            <a:ext cx="9533323" cy="474898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059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08EE8-2048-408C-8214-31B02EB16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9533323" cy="566195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057BB-B693-4D54-952E-28F4E90DD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C7446F5-32CE-4719-8C71-1FA556DAFCFF}"/>
              </a:ext>
            </a:extLst>
          </p:cNvPr>
          <p:cNvGrpSpPr/>
          <p:nvPr/>
        </p:nvGrpSpPr>
        <p:grpSpPr>
          <a:xfrm>
            <a:off x="0" y="6648450"/>
            <a:ext cx="12192000" cy="209550"/>
            <a:chOff x="0" y="6648450"/>
            <a:chExt cx="12192000" cy="20955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1FF5B1-472A-4605-93EF-BC310C05B727}"/>
                </a:ext>
              </a:extLst>
            </p:cNvPr>
            <p:cNvSpPr/>
            <p:nvPr/>
          </p:nvSpPr>
          <p:spPr>
            <a:xfrm>
              <a:off x="8610600" y="6648450"/>
              <a:ext cx="3581400" cy="2095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985DEB-FB8E-4E1F-8662-91561B377F6F}"/>
                </a:ext>
              </a:extLst>
            </p:cNvPr>
            <p:cNvSpPr/>
            <p:nvPr userDrawn="1"/>
          </p:nvSpPr>
          <p:spPr>
            <a:xfrm>
              <a:off x="3581400" y="6648450"/>
              <a:ext cx="5029200" cy="209550"/>
            </a:xfrm>
            <a:prstGeom prst="rect">
              <a:avLst/>
            </a:prstGeom>
            <a:solidFill>
              <a:srgbClr val="F86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dirty="0">
                  <a:solidFill>
                    <a:schemeClr val="bg1"/>
                  </a:solidFill>
                  <a:latin typeface="Franklin Gothic Demi" panose="020B0703020102020204" pitchFamily="34" charset="0"/>
                </a:rPr>
                <a:t>Deep Reinforcement Learning for Reservoir Management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0B3953E-15BD-48FF-8D0E-53C889C148A4}"/>
                </a:ext>
              </a:extLst>
            </p:cNvPr>
            <p:cNvSpPr/>
            <p:nvPr userDrawn="1"/>
          </p:nvSpPr>
          <p:spPr>
            <a:xfrm>
              <a:off x="0" y="6648450"/>
              <a:ext cx="3581400" cy="2095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latin typeface="Franklin Gothic Demi" panose="020B0703020102020204" pitchFamily="34" charset="0"/>
              </a:endParaRPr>
            </a:p>
          </p:txBody>
        </p:sp>
      </p:grp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F0CAD28F-C7A5-4D8C-8774-AB749780F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87884" y="6625526"/>
            <a:ext cx="409574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9E1BC361-DA64-5E41-9737-4DB426F00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251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60B9BE0-87CC-444C-A3CE-4CA4674CE3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A285448-7031-4C15-9B56-C1A2405B7C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D51B3DA-F7DD-4402-AD99-9D973F1AD7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1BC361-DA64-5E41-9737-4DB426F00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37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E5DC3-FCDE-CD4F-A8ED-9CCA1416B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22" y="325369"/>
            <a:ext cx="10515600" cy="509518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473C8-A058-2D4B-831F-103010BF2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608253-5671-6A49-B9FA-FCE211E7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407392-BBB8-6846-85B8-CE14A8A05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E1BC361-DA64-5E41-9737-4DB426F00E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876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0F2860-438C-48C6-BA20-C083CE185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9E2C9-BD29-4E0F-9DAB-E0BB0D9C3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8266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BE678-E0CC-CA40-A743-BD01E3D360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2540845"/>
            <a:ext cx="12191999" cy="1238216"/>
          </a:xfrm>
        </p:spPr>
        <p:txBody>
          <a:bodyPr>
            <a:normAutofit/>
          </a:bodyPr>
          <a:lstStyle/>
          <a:p>
            <a:r>
              <a:rPr lang="en-US" sz="3600" dirty="0"/>
              <a:t>Deep Reinforcement Learning (DRL) Framework for Reservoir Management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24EC64D-E756-CD5C-8BC3-A01AFE4F7F38}"/>
              </a:ext>
            </a:extLst>
          </p:cNvPr>
          <p:cNvSpPr txBox="1">
            <a:spLocks/>
          </p:cNvSpPr>
          <p:nvPr/>
        </p:nvSpPr>
        <p:spPr>
          <a:xfrm>
            <a:off x="1748958" y="3240382"/>
            <a:ext cx="8694074" cy="12382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>
              <a:solidFill>
                <a:srgbClr val="7030A0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E1A6919-18F5-A712-B94E-DF0EF7EB3159}"/>
              </a:ext>
            </a:extLst>
          </p:cNvPr>
          <p:cNvSpPr txBox="1">
            <a:spLocks/>
          </p:cNvSpPr>
          <p:nvPr/>
        </p:nvSpPr>
        <p:spPr>
          <a:xfrm>
            <a:off x="2633825" y="4057276"/>
            <a:ext cx="6924339" cy="42132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Shubhendu Kumar Singh</a:t>
            </a:r>
          </a:p>
        </p:txBody>
      </p:sp>
    </p:spTree>
    <p:extLst>
      <p:ext uri="{BB962C8B-B14F-4D97-AF65-F5344CB8AC3E}">
        <p14:creationId xmlns:p14="http://schemas.microsoft.com/office/powerpoint/2010/main" val="734630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83F00-E97D-B408-6705-3CC5C8A58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14435-FFAA-BF40-BDBD-E46E0D3E7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5" y="4050622"/>
            <a:ext cx="12191999" cy="1238216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Proximal Policy Optimization (PPO) based Reservoir Control</a:t>
            </a:r>
            <a:br>
              <a:rPr lang="en-US" sz="3600" dirty="0"/>
            </a:br>
            <a:r>
              <a:rPr lang="en-US" sz="3600" dirty="0"/>
              <a:t>(Mean-Std Standardization) </a:t>
            </a:r>
            <a:br>
              <a:rPr lang="en-US" sz="3600" dirty="0"/>
            </a:br>
            <a:r>
              <a:rPr lang="en-US" sz="3600" dirty="0"/>
              <a:t>(Reward- Target Storage)</a:t>
            </a:r>
            <a:br>
              <a:rPr lang="en-US" sz="3600" dirty="0"/>
            </a:br>
            <a:r>
              <a:rPr lang="en-US" sz="3600" dirty="0"/>
              <a:t>(Two separate agent actions:)</a:t>
            </a:r>
            <a:br>
              <a:rPr lang="en-US" sz="3600" dirty="0"/>
            </a:br>
            <a:r>
              <a:rPr lang="en-US" sz="3600" dirty="0"/>
              <a:t>(First – Q1 Release – cumulative NIIP demand)</a:t>
            </a:r>
            <a:br>
              <a:rPr lang="en-US" sz="3600" dirty="0"/>
            </a:br>
            <a:r>
              <a:rPr lang="en-US" sz="3600" dirty="0"/>
              <a:t>(Second-Q2 Release-Min Release of 350 </a:t>
            </a:r>
            <a:r>
              <a:rPr lang="en-US" sz="3600" dirty="0" err="1"/>
              <a:t>cfs</a:t>
            </a:r>
            <a:r>
              <a:rPr lang="en-US" sz="3600" dirty="0"/>
              <a:t> for fisheries + Hydropower</a:t>
            </a:r>
            <a:br>
              <a:rPr lang="en-US" sz="3600" dirty="0"/>
            </a:br>
            <a:r>
              <a:rPr lang="en-US" sz="3600" dirty="0"/>
              <a:t>(Total Release &lt;=5000cfs)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0F0D58F-ABE5-D7CF-01A5-95CDEA1AFBD7}"/>
              </a:ext>
            </a:extLst>
          </p:cNvPr>
          <p:cNvSpPr txBox="1">
            <a:spLocks/>
          </p:cNvSpPr>
          <p:nvPr/>
        </p:nvSpPr>
        <p:spPr>
          <a:xfrm>
            <a:off x="1748958" y="3240382"/>
            <a:ext cx="8694074" cy="12382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>
              <a:solidFill>
                <a:srgbClr val="7030A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0EB9D5-02E2-153C-CB3E-1F3C73D6D43C}"/>
              </a:ext>
            </a:extLst>
          </p:cNvPr>
          <p:cNvSpPr txBox="1"/>
          <p:nvPr/>
        </p:nvSpPr>
        <p:spPr>
          <a:xfrm>
            <a:off x="10162095" y="6457361"/>
            <a:ext cx="2029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Date:08/14/2025</a:t>
            </a:r>
          </a:p>
        </p:txBody>
      </p:sp>
    </p:spTree>
    <p:extLst>
      <p:ext uri="{BB962C8B-B14F-4D97-AF65-F5344CB8AC3E}">
        <p14:creationId xmlns:p14="http://schemas.microsoft.com/office/powerpoint/2010/main" val="2939268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7DD58-A76A-A7D8-8412-BC5E880F8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B0CA41-A99E-3E80-25EF-4F347AA3E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3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335BC92-5BD9-7519-A9C2-555379BD3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4" y="114842"/>
            <a:ext cx="12060115" cy="1384020"/>
          </a:xfrm>
        </p:spPr>
        <p:txBody>
          <a:bodyPr>
            <a:noAutofit/>
          </a:bodyPr>
          <a:lstStyle/>
          <a:p>
            <a:r>
              <a:rPr lang="en-US" sz="2400" dirty="0"/>
              <a:t>PPO Training : Train Data Size - 18000, Episode Length - 3600 days, Total Episodes – 400, Mean-Std Standardization, Reward: Target Storage, Two separate release-1. Q1 release( cum NIIP demand) , 2. Q2 Release (Fisheries-min 350 </a:t>
            </a:r>
            <a:r>
              <a:rPr lang="en-US" sz="2400" dirty="0" err="1"/>
              <a:t>cfs</a:t>
            </a:r>
            <a:r>
              <a:rPr lang="en-US" sz="2400" dirty="0"/>
              <a:t> + Hydropower (288-768 MWh), Sum of both the release&lt;=5000cfs, Release range –(0 - 5000 </a:t>
            </a:r>
            <a:r>
              <a:rPr lang="en-US" sz="2400" dirty="0" err="1"/>
              <a:t>cfs</a:t>
            </a:r>
            <a:r>
              <a:rPr lang="en-US" sz="2400" dirty="0"/>
              <a:t>) for both the actions </a:t>
            </a:r>
          </a:p>
        </p:txBody>
      </p:sp>
      <p:pic>
        <p:nvPicPr>
          <p:cNvPr id="4" name="Picture 3" descr="A graph of a graph showing different colored lines&#10;&#10;AI-generated content may be incorrect.">
            <a:extLst>
              <a:ext uri="{FF2B5EF4-FFF2-40B4-BE49-F238E27FC236}">
                <a16:creationId xmlns:a16="http://schemas.microsoft.com/office/drawing/2014/main" id="{5F6B08D3-3BB8-FB9F-F350-6CB29B432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2041" y="1852975"/>
            <a:ext cx="6729958" cy="35479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EDC768-CD14-BAF0-B61D-A0D07AA277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84" y="1852975"/>
            <a:ext cx="5693881" cy="354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817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C2056-756E-C12B-013F-91A8D87E8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4293CD-D20B-138B-9AFA-00917C723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4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C8AC7A3-8F6E-E317-5564-359C4F904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11879422" cy="566195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PPO Testing : Test Data Size- 3000 approx.</a:t>
            </a:r>
          </a:p>
        </p:txBody>
      </p:sp>
      <p:pic>
        <p:nvPicPr>
          <p:cNvPr id="5" name="Picture 4" descr="A graph showing a comparison of storage&#10;&#10;AI-generated content may be incorrect.">
            <a:extLst>
              <a:ext uri="{FF2B5EF4-FFF2-40B4-BE49-F238E27FC236}">
                <a16:creationId xmlns:a16="http://schemas.microsoft.com/office/drawing/2014/main" id="{DE0FE0DA-2FB9-26A7-9C62-0028DEEB8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458"/>
            <a:ext cx="5432990" cy="3259794"/>
          </a:xfrm>
          <a:prstGeom prst="rect">
            <a:avLst/>
          </a:prstGeom>
        </p:spPr>
      </p:pic>
      <p:pic>
        <p:nvPicPr>
          <p:cNvPr id="11" name="Picture 10" descr="A graph showing a green line&#10;&#10;AI-generated content may be incorrect.">
            <a:extLst>
              <a:ext uri="{FF2B5EF4-FFF2-40B4-BE49-F238E27FC236}">
                <a16:creationId xmlns:a16="http://schemas.microsoft.com/office/drawing/2014/main" id="{9BB611BD-C286-128B-34DE-DC0EC4285D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3687" y="3429000"/>
            <a:ext cx="5555620" cy="3174769"/>
          </a:xfrm>
          <a:prstGeom prst="rect">
            <a:avLst/>
          </a:prstGeom>
        </p:spPr>
      </p:pic>
      <p:pic>
        <p:nvPicPr>
          <p:cNvPr id="15" name="Picture 14" descr="A graph of blue and orange lines&#10;&#10;AI-generated content may be incorrect.">
            <a:extLst>
              <a:ext uri="{FF2B5EF4-FFF2-40B4-BE49-F238E27FC236}">
                <a16:creationId xmlns:a16="http://schemas.microsoft.com/office/drawing/2014/main" id="{94BED074-6070-D088-EAD0-8E4F6EBAE8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0004" y="510927"/>
            <a:ext cx="5801996" cy="327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310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37D01-01D7-2E8E-A255-F6782417D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1E8D21-CAB7-864B-2570-2203CB2B1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5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65579E7-38F3-90D5-6423-FA67F2D5D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11879422" cy="566195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PPO Testing : Test Data Size- 3000 approx.</a:t>
            </a:r>
          </a:p>
        </p:txBody>
      </p:sp>
      <p:pic>
        <p:nvPicPr>
          <p:cNvPr id="3" name="Picture 2" descr="A graph showing the difference between storage and storage&#10;&#10;AI-generated content may be incorrect.">
            <a:extLst>
              <a:ext uri="{FF2B5EF4-FFF2-40B4-BE49-F238E27FC236}">
                <a16:creationId xmlns:a16="http://schemas.microsoft.com/office/drawing/2014/main" id="{AD67F1A5-224F-2D3E-726B-99A5BC5AB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85" y="576161"/>
            <a:ext cx="5420504" cy="3252303"/>
          </a:xfrm>
          <a:prstGeom prst="rect">
            <a:avLst/>
          </a:prstGeom>
        </p:spPr>
      </p:pic>
      <p:pic>
        <p:nvPicPr>
          <p:cNvPr id="6" name="Picture 5" descr="A graph showing a green line&#10;&#10;AI-generated content may be incorrect.">
            <a:extLst>
              <a:ext uri="{FF2B5EF4-FFF2-40B4-BE49-F238E27FC236}">
                <a16:creationId xmlns:a16="http://schemas.microsoft.com/office/drawing/2014/main" id="{9D056237-2599-0F97-5160-FCA9A8604B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496" y="576160"/>
            <a:ext cx="5420504" cy="3252303"/>
          </a:xfrm>
          <a:prstGeom prst="rect">
            <a:avLst/>
          </a:prstGeom>
        </p:spPr>
      </p:pic>
      <p:pic>
        <p:nvPicPr>
          <p:cNvPr id="10" name="Picture 9" descr="A graph of a number of different colored lines&#10;&#10;AI-generated content may be incorrect.">
            <a:extLst>
              <a:ext uri="{FF2B5EF4-FFF2-40B4-BE49-F238E27FC236}">
                <a16:creationId xmlns:a16="http://schemas.microsoft.com/office/drawing/2014/main" id="{531AB29E-DA8C-0123-DC08-DF4D6EFAA2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0460" y="3723588"/>
            <a:ext cx="6120711" cy="290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161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583FE-00C7-66E6-2E92-D9EE38415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01B853-4B79-2471-59FC-9841884AE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80E080C-7187-F81A-0E76-29C10172C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11879422" cy="566195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PPO Testing : Test Data Size- 3000 approx.</a:t>
            </a:r>
          </a:p>
        </p:txBody>
      </p:sp>
      <p:pic>
        <p:nvPicPr>
          <p:cNvPr id="10" name="Picture 9" descr="A graph of a number of different colored lines&#10;&#10;AI-generated content may be incorrect.">
            <a:extLst>
              <a:ext uri="{FF2B5EF4-FFF2-40B4-BE49-F238E27FC236}">
                <a16:creationId xmlns:a16="http://schemas.microsoft.com/office/drawing/2014/main" id="{A909A107-0E08-3DC0-7F92-7B6F9E468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747" y="3031098"/>
            <a:ext cx="7581297" cy="3594428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F59447-A196-90C8-5FCC-00DC53A85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500964"/>
              </p:ext>
            </p:extLst>
          </p:nvPr>
        </p:nvGraphicFramePr>
        <p:xfrm>
          <a:off x="1302746" y="1184401"/>
          <a:ext cx="9537700" cy="164592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1442635834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587865127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375910477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1991139330"/>
                    </a:ext>
                  </a:extLst>
                </a:gridCol>
                <a:gridCol w="1917700">
                  <a:extLst>
                    <a:ext uri="{9D8B030D-6E8A-4147-A177-3AD203B41FA5}">
                      <a16:colId xmlns:a16="http://schemas.microsoft.com/office/drawing/2014/main" val="3608208405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162544141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56982374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Year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Days_with_Demand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Fulfilled_Days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Fulfillment_%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Total_Demand_Volume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Total_Release_Volume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Volume_Fulfillment_%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96374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115453.1857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424614.5942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367.7807516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53322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54.05405405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115453.1857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32944.12875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28.5346208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84157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115453.1857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437151.0196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378.6392006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229139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115453.1857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138530.9153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119.9888201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7191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75.67567568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115453.1857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83183.68248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72.04970739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710843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86.48648649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115453.1857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88090.56967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76.29981721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77723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115453.1857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381939.9476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330.818024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819834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87301.86789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166054.5516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190.2073296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544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4131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3E939-FA0B-CB6E-9683-A0B09C3AA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8E358-FD5B-B726-F606-FDCB1C75B0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5" y="4050622"/>
            <a:ext cx="12191999" cy="1238216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Proximal Policy Optimization (PPO) based Reservoir Control</a:t>
            </a:r>
            <a:br>
              <a:rPr lang="en-US" sz="3600" dirty="0"/>
            </a:br>
            <a:r>
              <a:rPr lang="en-US" sz="3600" dirty="0"/>
              <a:t>(Mean-Std Standardization) </a:t>
            </a:r>
            <a:br>
              <a:rPr lang="en-US" sz="3600" dirty="0"/>
            </a:br>
            <a:r>
              <a:rPr lang="en-US" sz="3600" dirty="0"/>
              <a:t>(Reward- Target Storage)</a:t>
            </a:r>
            <a:br>
              <a:rPr lang="en-US" sz="3600" dirty="0"/>
            </a:br>
            <a:r>
              <a:rPr lang="en-US" sz="3600" dirty="0"/>
              <a:t>(Two separate agent actions:)</a:t>
            </a:r>
            <a:br>
              <a:rPr lang="en-US" sz="3600" dirty="0"/>
            </a:br>
            <a:r>
              <a:rPr lang="en-US" sz="3600" dirty="0"/>
              <a:t>(First – Q1 Release – daily NIIP demand)</a:t>
            </a:r>
            <a:br>
              <a:rPr lang="en-US" sz="3600" dirty="0"/>
            </a:br>
            <a:r>
              <a:rPr lang="en-US" sz="3600" dirty="0"/>
              <a:t>(Second-Q2 Release-Min Release of 350 </a:t>
            </a:r>
            <a:r>
              <a:rPr lang="en-US" sz="3600" dirty="0" err="1"/>
              <a:t>cfs</a:t>
            </a:r>
            <a:r>
              <a:rPr lang="en-US" sz="3600" dirty="0"/>
              <a:t> for fisheries + Hydropower</a:t>
            </a:r>
            <a:br>
              <a:rPr lang="en-US" sz="3600" dirty="0"/>
            </a:br>
            <a:r>
              <a:rPr lang="en-US" sz="3600" dirty="0"/>
              <a:t>(Total Release &lt;=5000cfs)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8220BA8-75A6-CB2D-3517-F038214EC6BD}"/>
              </a:ext>
            </a:extLst>
          </p:cNvPr>
          <p:cNvSpPr txBox="1">
            <a:spLocks/>
          </p:cNvSpPr>
          <p:nvPr/>
        </p:nvSpPr>
        <p:spPr>
          <a:xfrm>
            <a:off x="1748958" y="3240382"/>
            <a:ext cx="8694074" cy="12382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1833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FD7F5-933A-C3CD-9DB4-A284B0BC5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DAF047-B4A8-7101-7F34-877E1A4AB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8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12CC13D-98F9-4040-A93C-E2ED7F7C4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4" y="114842"/>
            <a:ext cx="12060115" cy="1384020"/>
          </a:xfrm>
        </p:spPr>
        <p:txBody>
          <a:bodyPr>
            <a:noAutofit/>
          </a:bodyPr>
          <a:lstStyle/>
          <a:p>
            <a:r>
              <a:rPr lang="en-US" sz="2400" dirty="0"/>
              <a:t>PPO Training : Train Data Size - 18000, Episode Length - 3600 days, Total Episodes – 400, Mean-Std Standardization, Reward: Target Storage, Two separate release-1. Q1 release( daily NIIP demand) , 2. Q2 Release (Fisheries-min 350 </a:t>
            </a:r>
            <a:r>
              <a:rPr lang="en-US" sz="2400" dirty="0" err="1"/>
              <a:t>cfs</a:t>
            </a:r>
            <a:r>
              <a:rPr lang="en-US" sz="2400" dirty="0"/>
              <a:t> + Hydropower (288-768 MWh), Sum of both the release&lt;=5000cfs, Release range –(0 - 5000 </a:t>
            </a:r>
            <a:r>
              <a:rPr lang="en-US" sz="2400" dirty="0" err="1"/>
              <a:t>cfs</a:t>
            </a:r>
            <a:r>
              <a:rPr lang="en-US" sz="2400" dirty="0"/>
              <a:t>) for both the actions </a:t>
            </a:r>
          </a:p>
        </p:txBody>
      </p:sp>
      <p:pic>
        <p:nvPicPr>
          <p:cNvPr id="3" name="Picture 2" descr="A graph with blue lines&#10;&#10;AI-generated content may be incorrect.">
            <a:extLst>
              <a:ext uri="{FF2B5EF4-FFF2-40B4-BE49-F238E27FC236}">
                <a16:creationId xmlns:a16="http://schemas.microsoft.com/office/drawing/2014/main" id="{2DD1054B-6258-17DC-2DDF-A21562B3A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52974"/>
            <a:ext cx="6023728" cy="3633423"/>
          </a:xfrm>
          <a:prstGeom prst="rect">
            <a:avLst/>
          </a:prstGeom>
        </p:spPr>
      </p:pic>
      <p:pic>
        <p:nvPicPr>
          <p:cNvPr id="8" name="Picture 7" descr="A graph of a graph&#10;&#10;AI-generated content may be incorrect.">
            <a:extLst>
              <a:ext uri="{FF2B5EF4-FFF2-40B4-BE49-F238E27FC236}">
                <a16:creationId xmlns:a16="http://schemas.microsoft.com/office/drawing/2014/main" id="{A4989C0F-53EA-5CD9-FE64-8DBE05E51E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6656" y="1852976"/>
            <a:ext cx="6545343" cy="363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587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EAB6D-13D8-8946-418A-B736DFC83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24B6F6-95B6-5A87-EA1D-DA3E6327C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9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6A84D40-4D1C-5B0F-CA0D-33D5D7D05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11879422" cy="566195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PPO Testing : Test Data Size- 3000 approx.</a:t>
            </a:r>
          </a:p>
        </p:txBody>
      </p:sp>
      <p:pic>
        <p:nvPicPr>
          <p:cNvPr id="3" name="Picture 2" descr="A graph showing a comparison of storage and storage&#10;&#10;AI-generated content may be incorrect.">
            <a:extLst>
              <a:ext uri="{FF2B5EF4-FFF2-40B4-BE49-F238E27FC236}">
                <a16:creationId xmlns:a16="http://schemas.microsoft.com/office/drawing/2014/main" id="{044801F2-D7E2-194A-CCD5-2222C5D6F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85" y="560797"/>
            <a:ext cx="5288528" cy="2868203"/>
          </a:xfrm>
          <a:prstGeom prst="rect">
            <a:avLst/>
          </a:prstGeom>
        </p:spPr>
      </p:pic>
      <p:pic>
        <p:nvPicPr>
          <p:cNvPr id="6" name="Picture 5" descr="A graph of blue and orange lines&#10;&#10;AI-generated content may be incorrect.">
            <a:extLst>
              <a:ext uri="{FF2B5EF4-FFF2-40B4-BE49-F238E27FC236}">
                <a16:creationId xmlns:a16="http://schemas.microsoft.com/office/drawing/2014/main" id="{67B4F12D-13CD-79A7-76E2-B41A0A6CE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589" y="560797"/>
            <a:ext cx="5529943" cy="2868203"/>
          </a:xfrm>
          <a:prstGeom prst="rect">
            <a:avLst/>
          </a:prstGeom>
        </p:spPr>
      </p:pic>
      <p:pic>
        <p:nvPicPr>
          <p:cNvPr id="10" name="Picture 9" descr="A graph showing a green line&#10;&#10;AI-generated content may be incorrect.">
            <a:extLst>
              <a:ext uri="{FF2B5EF4-FFF2-40B4-BE49-F238E27FC236}">
                <a16:creationId xmlns:a16="http://schemas.microsoft.com/office/drawing/2014/main" id="{FC781273-4154-EA7F-D553-C01379356D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7581" y="3429000"/>
            <a:ext cx="7498246" cy="319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262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85EA4-C117-35BE-B79F-A85E5B39A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9688B3-14BB-5954-9903-82767BA72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10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A45EF02-8EDA-B553-BBAE-194D36DB6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11879422" cy="566195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PPO Testing : Test Data Size- 3000 approx.</a:t>
            </a:r>
          </a:p>
        </p:txBody>
      </p:sp>
      <p:pic>
        <p:nvPicPr>
          <p:cNvPr id="4" name="Picture 3" descr="A graph of storage and storage distribution&#10;&#10;AI-generated content may be incorrect.">
            <a:extLst>
              <a:ext uri="{FF2B5EF4-FFF2-40B4-BE49-F238E27FC236}">
                <a16:creationId xmlns:a16="http://schemas.microsoft.com/office/drawing/2014/main" id="{EBCA04D6-D5A7-DA8D-9E06-0E7962C8C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932" y="575036"/>
            <a:ext cx="5112573" cy="2986838"/>
          </a:xfrm>
          <a:prstGeom prst="rect">
            <a:avLst/>
          </a:prstGeom>
        </p:spPr>
      </p:pic>
      <p:pic>
        <p:nvPicPr>
          <p:cNvPr id="8" name="Picture 7" descr="A graph showing a number of green lines&#10;&#10;AI-generated content may be incorrect.">
            <a:extLst>
              <a:ext uri="{FF2B5EF4-FFF2-40B4-BE49-F238E27FC236}">
                <a16:creationId xmlns:a16="http://schemas.microsoft.com/office/drawing/2014/main" id="{5CFCDF08-FB66-DFE8-17F4-C176934F45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9912" y="575035"/>
            <a:ext cx="4801395" cy="2956313"/>
          </a:xfrm>
          <a:prstGeom prst="rect">
            <a:avLst/>
          </a:prstGeom>
        </p:spPr>
      </p:pic>
      <p:pic>
        <p:nvPicPr>
          <p:cNvPr id="12" name="Picture 11" descr="A graph of a number of data&#10;&#10;AI-generated content may be incorrect.">
            <a:extLst>
              <a:ext uri="{FF2B5EF4-FFF2-40B4-BE49-F238E27FC236}">
                <a16:creationId xmlns:a16="http://schemas.microsoft.com/office/drawing/2014/main" id="{CC5E5597-DD22-D0A2-513E-C8273836EC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6548" y="3393718"/>
            <a:ext cx="6130574" cy="3267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199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B6CD3-AF15-88CB-7733-E0C62B9ED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12CB82-2CFF-9C59-76E7-0E51586B2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11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CC97839-326B-BF43-602B-CF317C085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11879422" cy="566195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PPO Testing : Test Data Size- 3000 approx.</a:t>
            </a:r>
          </a:p>
        </p:txBody>
      </p:sp>
      <p:pic>
        <p:nvPicPr>
          <p:cNvPr id="2" name="Picture 1" descr="A graph of a number of data&#10;&#10;AI-generated content may be incorrect.">
            <a:extLst>
              <a:ext uri="{FF2B5EF4-FFF2-40B4-BE49-F238E27FC236}">
                <a16:creationId xmlns:a16="http://schemas.microsoft.com/office/drawing/2014/main" id="{4CCD67DF-A39D-DD53-81F8-E886E4AC6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7629" y="3110845"/>
            <a:ext cx="6447934" cy="3535980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0BB09D4-E2C4-4835-38FD-E92420890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108071"/>
              </p:ext>
            </p:extLst>
          </p:nvPr>
        </p:nvGraphicFramePr>
        <p:xfrm>
          <a:off x="654587" y="925327"/>
          <a:ext cx="10403052" cy="2279781"/>
        </p:xfrm>
        <a:graphic>
          <a:graphicData uri="http://schemas.openxmlformats.org/drawingml/2006/table">
            <a:tbl>
              <a:tblPr/>
              <a:tblGrid>
                <a:gridCol w="653595">
                  <a:extLst>
                    <a:ext uri="{9D8B030D-6E8A-4147-A177-3AD203B41FA5}">
                      <a16:colId xmlns:a16="http://schemas.microsoft.com/office/drawing/2014/main" val="3987303711"/>
                    </a:ext>
                  </a:extLst>
                </a:gridCol>
                <a:gridCol w="1320806">
                  <a:extLst>
                    <a:ext uri="{9D8B030D-6E8A-4147-A177-3AD203B41FA5}">
                      <a16:colId xmlns:a16="http://schemas.microsoft.com/office/drawing/2014/main" val="1375331168"/>
                    </a:ext>
                  </a:extLst>
                </a:gridCol>
                <a:gridCol w="1198257">
                  <a:extLst>
                    <a:ext uri="{9D8B030D-6E8A-4147-A177-3AD203B41FA5}">
                      <a16:colId xmlns:a16="http://schemas.microsoft.com/office/drawing/2014/main" val="2356953034"/>
                    </a:ext>
                  </a:extLst>
                </a:gridCol>
                <a:gridCol w="1456972">
                  <a:extLst>
                    <a:ext uri="{9D8B030D-6E8A-4147-A177-3AD203B41FA5}">
                      <a16:colId xmlns:a16="http://schemas.microsoft.com/office/drawing/2014/main" val="3154208452"/>
                    </a:ext>
                  </a:extLst>
                </a:gridCol>
                <a:gridCol w="1525055">
                  <a:extLst>
                    <a:ext uri="{9D8B030D-6E8A-4147-A177-3AD203B41FA5}">
                      <a16:colId xmlns:a16="http://schemas.microsoft.com/office/drawing/2014/main" val="885559821"/>
                    </a:ext>
                  </a:extLst>
                </a:gridCol>
                <a:gridCol w="1933552">
                  <a:extLst>
                    <a:ext uri="{9D8B030D-6E8A-4147-A177-3AD203B41FA5}">
                      <a16:colId xmlns:a16="http://schemas.microsoft.com/office/drawing/2014/main" val="1516161494"/>
                    </a:ext>
                  </a:extLst>
                </a:gridCol>
                <a:gridCol w="2314815">
                  <a:extLst>
                    <a:ext uri="{9D8B030D-6E8A-4147-A177-3AD203B41FA5}">
                      <a16:colId xmlns:a16="http://schemas.microsoft.com/office/drawing/2014/main" val="4136372811"/>
                    </a:ext>
                  </a:extLst>
                </a:gridCol>
              </a:tblGrid>
              <a:tr h="253309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Year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Days_with_Demand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Fulfilled_Days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Fulfillment_%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Total_Demand_Volume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Total_Release_Volume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Volume_Fulfillment_%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7463799"/>
                  </a:ext>
                </a:extLst>
              </a:tr>
              <a:tr h="253309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65.54054054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115453.1857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330768.4385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286.4957224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7456477"/>
                  </a:ext>
                </a:extLst>
              </a:tr>
              <a:tr h="253309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12.83783784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115453.1857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27637.92721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23.93864408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4934247"/>
                  </a:ext>
                </a:extLst>
              </a:tr>
              <a:tr h="253309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90.54054054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115453.1857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502173.2265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434.9583109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1268813"/>
                  </a:ext>
                </a:extLst>
              </a:tr>
              <a:tr h="253309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42.56756757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115453.1857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114963.1352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99.57554176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8823981"/>
                  </a:ext>
                </a:extLst>
              </a:tr>
              <a:tr h="253309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24.32432432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115453.1857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62533.23277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54.16328045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358225"/>
                  </a:ext>
                </a:extLst>
              </a:tr>
              <a:tr h="253309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31.75675676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115453.1857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87066.76491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75.41304674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468428"/>
                  </a:ext>
                </a:extLst>
              </a:tr>
              <a:tr h="253309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74.32432432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115453.1857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456565.4892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395.4550811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726854"/>
                  </a:ext>
                </a:extLst>
              </a:tr>
              <a:tr h="253309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53.90625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87301.86789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123874.8431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141.8925461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7857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2426043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_GRAIL Research Lab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Franklin Gothic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9DC37E2-738E-42D5-A758-ADA1E3407E1B}" vid="{4C44DCE2-50C4-432C-803B-34B8919B98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  <wetp:taskpane dockstate="right" visibility="0" width="438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2AD10C71-605F-4D45-BD90-48F308DB4C30}">
  <we:reference id="wa200000113" version="1.0.0.0" store="en-US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AFE99EB3-17DF-46FB-9742-792BD89F0A34}">
  <we:reference id="wa104380848" version="2.1.0.1" store="en-US" storeType="OMEX"/>
  <we:alternateReferences>
    <we:reference id="wa104380848" version="2.1.0.1" store="WA104380848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398C9F2FB735429A19D9F9E57C52E4" ma:contentTypeVersion="12" ma:contentTypeDescription="Create a new document." ma:contentTypeScope="" ma:versionID="845a4497539453155dca47dc4c3bedb8">
  <xsd:schema xmlns:xsd="http://www.w3.org/2001/XMLSchema" xmlns:xs="http://www.w3.org/2001/XMLSchema" xmlns:p="http://schemas.microsoft.com/office/2006/metadata/properties" xmlns:ns2="4170d58c-075f-4a60-81f2-faaaa327f98b" xmlns:ns3="4430976e-e7e9-42af-a028-d3d4b3f7834c" targetNamespace="http://schemas.microsoft.com/office/2006/metadata/properties" ma:root="true" ma:fieldsID="35887e907f6c53a68c30fdb24d1b11d2" ns2:_="" ns3:_="">
    <xsd:import namespace="4170d58c-075f-4a60-81f2-faaaa327f98b"/>
    <xsd:import namespace="4430976e-e7e9-42af-a028-d3d4b3f7834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70d58c-075f-4a60-81f2-faaaa327f98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30976e-e7e9-42af-a028-d3d4b3f783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FDD623B-7157-438F-8B72-567A3A5F8B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170d58c-075f-4a60-81f2-faaaa327f98b"/>
    <ds:schemaRef ds:uri="4430976e-e7e9-42af-a028-d3d4b3f783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748DC4E-2131-42E7-8E59-49ADB1AA87E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F87915-1D0C-4997-8DD0-FC1D8EBFCC8E}">
  <ds:schemaRefs>
    <ds:schemaRef ds:uri="4430976e-e7e9-42af-a028-d3d4b3f7834c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purl.org/dc/terms/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4170d58c-075f-4a60-81f2-faaaa327f98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AuE 8930 Lecture 01 Introduction Course Conduct</Template>
  <TotalTime>24360</TotalTime>
  <Words>510</Words>
  <Application>Microsoft Office PowerPoint</Application>
  <PresentationFormat>Widescreen</PresentationFormat>
  <Paragraphs>155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 Narrow</vt:lpstr>
      <vt:lpstr>Arial</vt:lpstr>
      <vt:lpstr>Calibri</vt:lpstr>
      <vt:lpstr>Franklin Gothic Demi</vt:lpstr>
      <vt:lpstr>Franklin Gothic Medium</vt:lpstr>
      <vt:lpstr>template_GRAIL Research Lab</vt:lpstr>
      <vt:lpstr>Deep Reinforcement Learning (DRL) Framework for Reservoir Management</vt:lpstr>
      <vt:lpstr>Proximal Policy Optimization (PPO) based Reservoir Control (Mean-Std Standardization)  (Reward- Target Storage) (Two separate agent actions:) (First – Q1 Release – cumulative NIIP demand) (Second-Q2 Release-Min Release of 350 cfs for fisheries + Hydropower (Total Release &lt;=5000cfs)</vt:lpstr>
      <vt:lpstr>PPO Training : Train Data Size - 18000, Episode Length - 3600 days, Total Episodes – 400, Mean-Std Standardization, Reward: Target Storage, Two separate release-1. Q1 release( cum NIIP demand) , 2. Q2 Release (Fisheries-min 350 cfs + Hydropower (288-768 MWh), Sum of both the release&lt;=5000cfs, Release range –(0 - 5000 cfs) for both the actions </vt:lpstr>
      <vt:lpstr>PPO Testing : Test Data Size- 3000 approx.</vt:lpstr>
      <vt:lpstr>PPO Testing : Test Data Size- 3000 approx.</vt:lpstr>
      <vt:lpstr>PPO Testing : Test Data Size- 3000 approx.</vt:lpstr>
      <vt:lpstr>Proximal Policy Optimization (PPO) based Reservoir Control (Mean-Std Standardization)  (Reward- Target Storage) (Two separate agent actions:) (First – Q1 Release – daily NIIP demand) (Second-Q2 Release-Min Release of 350 cfs for fisheries + Hydropower (Total Release &lt;=5000cfs)</vt:lpstr>
      <vt:lpstr>PPO Training : Train Data Size - 18000, Episode Length - 3600 days, Total Episodes – 400, Mean-Std Standardization, Reward: Target Storage, Two separate release-1. Q1 release( daily NIIP demand) , 2. Q2 Release (Fisheries-min 350 cfs + Hydropower (288-768 MWh), Sum of both the release&lt;=5000cfs, Release range –(0 - 5000 cfs) for both the actions </vt:lpstr>
      <vt:lpstr>PPO Testing : Test Data Size- 3000 approx.</vt:lpstr>
      <vt:lpstr>PPO Testing : Test Data Size- 3000 approx.</vt:lpstr>
      <vt:lpstr>PPO Testing : Test Data Size- 3000 approx.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</dc:title>
  <dc:creator>Shengli Xu</dc:creator>
  <cp:lastModifiedBy>Shubhendu Kumar Singh</cp:lastModifiedBy>
  <cp:revision>559</cp:revision>
  <dcterms:created xsi:type="dcterms:W3CDTF">2021-09-26T23:34:49Z</dcterms:created>
  <dcterms:modified xsi:type="dcterms:W3CDTF">2025-08-14T02:31:17Z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0x010100DD398C9F2FB735429A19D9F9E57C52E4</vt:lpwstr>
  </property>
</Properties>
</file>
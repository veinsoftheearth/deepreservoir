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6"/>
  </p:notesMasterIdLst>
  <p:sldIdLst>
    <p:sldId id="365" r:id="rId5"/>
    <p:sldId id="694" r:id="rId6"/>
    <p:sldId id="698" r:id="rId7"/>
    <p:sldId id="697" r:id="rId8"/>
    <p:sldId id="699" r:id="rId9"/>
    <p:sldId id="700" r:id="rId10"/>
    <p:sldId id="701" r:id="rId11"/>
    <p:sldId id="702" r:id="rId12"/>
    <p:sldId id="703" r:id="rId13"/>
    <p:sldId id="704" r:id="rId14"/>
    <p:sldId id="70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FF"/>
    <a:srgbClr val="CC99FF"/>
    <a:srgbClr val="0099CC"/>
    <a:srgbClr val="9999FF"/>
    <a:srgbClr val="83B0D9"/>
    <a:srgbClr val="B2B2B2"/>
    <a:srgbClr val="99CCFF"/>
    <a:srgbClr val="3399FF"/>
    <a:srgbClr val="CCCC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BDD7F6-A98D-4C4E-8AFD-D6DF2CF55D34}" v="23" dt="2025-08-14T02:26:23.1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4" autoAdjust="0"/>
    <p:restoredTop sz="95388" autoAdjust="0"/>
  </p:normalViewPr>
  <p:slideViewPr>
    <p:cSldViewPr snapToGrid="0" snapToObjects="1">
      <p:cViewPr varScale="1">
        <p:scale>
          <a:sx n="81" d="100"/>
          <a:sy n="81" d="100"/>
        </p:scale>
        <p:origin x="76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1BCECB42-A274-4BC9-BC7C-B5293955AFC8}"/>
    <pc:docChg chg="custSel addSld modSld">
      <pc:chgData name="Shubhendu Kumar Singh" userId="461b01912b5747a3" providerId="LiveId" clId="{1BCECB42-A274-4BC9-BC7C-B5293955AFC8}" dt="2025-07-23T09:27:34.629" v="181" actId="14100"/>
      <pc:docMkLst>
        <pc:docMk/>
      </pc:docMkLst>
      <pc:sldChg chg="modSp add mod">
        <pc:chgData name="Shubhendu Kumar Singh" userId="461b01912b5747a3" providerId="LiveId" clId="{1BCECB42-A274-4BC9-BC7C-B5293955AFC8}" dt="2025-07-23T09:24:00.772" v="147" actId="20577"/>
        <pc:sldMkLst>
          <pc:docMk/>
          <pc:sldMk cId="2939268643" sldId="694"/>
        </pc:sldMkLst>
        <pc:spChg chg="mod">
          <ac:chgData name="Shubhendu Kumar Singh" userId="461b01912b5747a3" providerId="LiveId" clId="{1BCECB42-A274-4BC9-BC7C-B5293955AFC8}" dt="2025-07-23T09:24:00.772" v="147" actId="20577"/>
          <ac:spMkLst>
            <pc:docMk/>
            <pc:sldMk cId="2939268643" sldId="694"/>
            <ac:spMk id="2" creationId="{BE414435-FFAA-BF40-BDBD-E46E0D3E73EC}"/>
          </ac:spMkLst>
        </pc:spChg>
        <pc:spChg chg="mod">
          <ac:chgData name="Shubhendu Kumar Singh" userId="461b01912b5747a3" providerId="LiveId" clId="{1BCECB42-A274-4BC9-BC7C-B5293955AFC8}" dt="2025-07-23T09:17:44.333" v="4" actId="20577"/>
          <ac:spMkLst>
            <pc:docMk/>
            <pc:sldMk cId="2939268643" sldId="694"/>
            <ac:spMk id="3" creationId="{0C0EB9D5-02E2-153C-CB3E-1F3C73D6D43C}"/>
          </ac:spMkLst>
        </pc:spChg>
      </pc:sldChg>
      <pc:sldChg chg="addSp delSp modSp add mod">
        <pc:chgData name="Shubhendu Kumar Singh" userId="461b01912b5747a3" providerId="LiveId" clId="{1BCECB42-A274-4BC9-BC7C-B5293955AFC8}" dt="2025-07-23T09:23:38.770" v="140"/>
        <pc:sldMkLst>
          <pc:docMk/>
          <pc:sldMk cId="2987449637" sldId="695"/>
        </pc:sldMkLst>
      </pc:sldChg>
      <pc:sldChg chg="addSp delSp modSp add mod">
        <pc:chgData name="Shubhendu Kumar Singh" userId="461b01912b5747a3" providerId="LiveId" clId="{1BCECB42-A274-4BC9-BC7C-B5293955AFC8}" dt="2025-07-23T09:24:37.588" v="152" actId="1076"/>
        <pc:sldMkLst>
          <pc:docMk/>
          <pc:sldMk cId="3054927448" sldId="696"/>
        </pc:sldMkLst>
      </pc:sldChg>
      <pc:sldChg chg="addSp delSp modSp add mod">
        <pc:chgData name="Shubhendu Kumar Singh" userId="461b01912b5747a3" providerId="LiveId" clId="{1BCECB42-A274-4BC9-BC7C-B5293955AFC8}" dt="2025-07-23T09:27:34.629" v="181" actId="14100"/>
        <pc:sldMkLst>
          <pc:docMk/>
          <pc:sldMk cId="3351310430" sldId="697"/>
        </pc:sldMkLst>
      </pc:sldChg>
    </pc:docChg>
  </pc:docChgLst>
  <pc:docChgLst>
    <pc:chgData name="Shubhendu Kumar Singh" userId="461b01912b5747a3" providerId="LiveId" clId="{B9BDD7F6-A98D-4C4E-8AFD-D6DF2CF55D34}"/>
    <pc:docChg chg="undo custSel addSld delSld modSld">
      <pc:chgData name="Shubhendu Kumar Singh" userId="461b01912b5747a3" providerId="LiveId" clId="{B9BDD7F6-A98D-4C4E-8AFD-D6DF2CF55D34}" dt="2025-08-14T02:26:38.358" v="393" actId="14100"/>
      <pc:docMkLst>
        <pc:docMk/>
      </pc:docMkLst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5155999" sldId="4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2739304" sldId="4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5320295" sldId="4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754570" sldId="4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85965486" sldId="4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12799720" sldId="4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6389320" sldId="4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5660261" sldId="4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36331534" sldId="4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52476784" sldId="4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73879803" sldId="4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58276" sldId="4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07596543" sldId="4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18492323" sldId="4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5329366" sldId="4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1636018" sldId="4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62154574" sldId="4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33068890" sldId="4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70894705" sldId="4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90723556" sldId="4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1357865" sldId="4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3616441" sldId="4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4649546" sldId="4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7164125" sldId="4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05870507" sldId="4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0601251" sldId="4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668144" sldId="4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275230" sldId="4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77591811" sldId="4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2447576" sldId="4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9656730" sldId="4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46986940" sldId="4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8232143" sldId="4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3076438" sldId="4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74174292" sldId="4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257836" sldId="4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66261312" sldId="5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0098351" sldId="5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4117047" sldId="5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6215322" sldId="5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63743399" sldId="5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9935997" sldId="5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7600924" sldId="5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8895522" sldId="5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6972684" sldId="5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93429320" sldId="5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03119408" sldId="5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904822695" sldId="5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40521590" sldId="5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8029737" sldId="5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89770654" sldId="5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1296145" sldId="5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716300" sldId="5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0954452" sldId="5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39457405" sldId="5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08981139" sldId="5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4647914" sldId="5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5657172" sldId="5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06121313" sldId="5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048812" sldId="5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18562573" sldId="5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52916311" sldId="5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26621858" sldId="5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6299571" sldId="5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00455981" sldId="5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38004329" sldId="5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78069428" sldId="5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12187432" sldId="5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7721118" sldId="5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80462527" sldId="5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8077994" sldId="53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37236632" sldId="53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4081689" sldId="53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3169502" sldId="53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25992092" sldId="53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28702767" sldId="54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19350574" sldId="54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50304793" sldId="54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98072141" sldId="5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20913844" sldId="5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60186100" sldId="5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83958468" sldId="54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4524905" sldId="54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26987450" sldId="54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0066832" sldId="54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26894966" sldId="5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90349625" sldId="55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2689829" sldId="55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82772533" sldId="55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9173084" sldId="55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06031015" sldId="55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2358705" sldId="55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52767755" sldId="55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4055524" sldId="55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79873203" sldId="55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52581872" sldId="56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08737074" sldId="56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44384939" sldId="56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4289179" sldId="56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08724" sldId="56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1085288" sldId="56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93934356" sldId="56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34748325" sldId="56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15682339" sldId="56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90949341" sldId="56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27814909" sldId="5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9124232" sldId="5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0832104" sldId="5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7874996" sldId="5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45601082" sldId="5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97657504" sldId="5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5399646" sldId="5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38623388" sldId="5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899465770" sldId="5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2675472" sldId="5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59463273" sldId="5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82546649" sldId="5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97456330" sldId="5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983052" sldId="5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31441255" sldId="5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6502162" sldId="5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4309099" sldId="5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318555" sldId="5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08552219" sldId="5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70575004" sldId="5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56009622" sldId="5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97610677" sldId="5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739339" sldId="5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99706984" sldId="5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43874874" sldId="5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49814874" sldId="5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3622064" sldId="5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2171993" sldId="5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640837763" sldId="5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1029687" sldId="5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80959403" sldId="6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7239677" sldId="60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49928126" sldId="6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772912" sldId="6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9545812" sldId="6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3725492" sldId="6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69386217" sldId="6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75985926" sldId="6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05270859" sldId="6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38109257" sldId="6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323558" sldId="6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8625400" sldId="6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04087359" sldId="6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77200194" sldId="6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19000281" sldId="6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83288549" sldId="6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63623652" sldId="6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1190439" sldId="6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03828734" sldId="6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73505247" sldId="6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60418850" sldId="6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58828988" sldId="6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23937455" sldId="6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0374667" sldId="6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42872938" sldId="6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5552705" sldId="6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54450514" sldId="6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4635143" sldId="6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678433" sldId="6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72499353" sldId="6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34379466" sldId="6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2023672" sldId="6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45109058" sldId="6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09431401" sldId="6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84769842" sldId="6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8575477" sldId="63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6729195" sldId="63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96523940" sldId="63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62419460" sldId="63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6730406" sldId="63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053866940" sldId="64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06633690" sldId="64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58652944" sldId="64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928260786" sldId="64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544075498" sldId="64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01729895" sldId="64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3266237" sldId="64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567503058" sldId="64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08132945" sldId="64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68662832" sldId="64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825920284" sldId="65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587660702" sldId="65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61369240" sldId="65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307686036" sldId="65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072393348" sldId="65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74041021" sldId="65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52067736" sldId="65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14775976" sldId="65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9087435" sldId="65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692059990" sldId="65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21119350" sldId="66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32546762" sldId="66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29393708" sldId="66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39385957" sldId="66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0855370" sldId="66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636624176" sldId="66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42609267" sldId="66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452424346" sldId="66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60342684" sldId="66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02606696" sldId="66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70709286" sldId="67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83612534" sldId="67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385447988" sldId="67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24695079" sldId="67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48430205" sldId="67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30477546" sldId="67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98022237" sldId="67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23165307" sldId="67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4266251" sldId="67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202051111" sldId="67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7890190" sldId="68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995265310" sldId="68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469295987" sldId="68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899485800" sldId="683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350413089" sldId="684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819302231" sldId="686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339528629" sldId="687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0895762" sldId="6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8806341" sldId="689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986605692" sldId="69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19254114" sldId="69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27533885" sldId="69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090846173" sldId="693"/>
        </pc:sldMkLst>
      </pc:sldChg>
      <pc:sldChg chg="modSp mod">
        <pc:chgData name="Shubhendu Kumar Singh" userId="461b01912b5747a3" providerId="LiveId" clId="{B9BDD7F6-A98D-4C4E-8AFD-D6DF2CF55D34}" dt="2025-08-14T02:02:02.889" v="83" actId="20577"/>
        <pc:sldMkLst>
          <pc:docMk/>
          <pc:sldMk cId="2939268643" sldId="694"/>
        </pc:sldMkLst>
        <pc:spChg chg="mod">
          <ac:chgData name="Shubhendu Kumar Singh" userId="461b01912b5747a3" providerId="LiveId" clId="{B9BDD7F6-A98D-4C4E-8AFD-D6DF2CF55D34}" dt="2025-08-14T02:02:02.889" v="83" actId="20577"/>
          <ac:spMkLst>
            <pc:docMk/>
            <pc:sldMk cId="2939268643" sldId="694"/>
            <ac:spMk id="2" creationId="{BE414435-FFAA-BF40-BDBD-E46E0D3E73EC}"/>
          </ac:spMkLst>
        </pc:spChg>
      </pc:sldChg>
      <pc:sldChg chg="modSp del mod">
        <pc:chgData name="Shubhendu Kumar Singh" userId="461b01912b5747a3" providerId="LiveId" clId="{B9BDD7F6-A98D-4C4E-8AFD-D6DF2CF55D34}" dt="2025-08-14T02:01:44.840" v="60" actId="47"/>
        <pc:sldMkLst>
          <pc:docMk/>
          <pc:sldMk cId="2987449637" sldId="695"/>
        </pc:sldMkLst>
        <pc:spChg chg="mod">
          <ac:chgData name="Shubhendu Kumar Singh" userId="461b01912b5747a3" providerId="LiveId" clId="{B9BDD7F6-A98D-4C4E-8AFD-D6DF2CF55D34}" dt="2025-08-14T01:52:03.233" v="34" actId="20577"/>
          <ac:spMkLst>
            <pc:docMk/>
            <pc:sldMk cId="2987449637" sldId="695"/>
            <ac:spMk id="2" creationId="{8A551F44-A46F-2A2E-0F83-69C3F71DB06A}"/>
          </ac:spMkLst>
        </pc:spChg>
        <pc:spChg chg="mod">
          <ac:chgData name="Shubhendu Kumar Singh" userId="461b01912b5747a3" providerId="LiveId" clId="{B9BDD7F6-A98D-4C4E-8AFD-D6DF2CF55D34}" dt="2025-08-14T01:52:14.246" v="39" actId="20577"/>
          <ac:spMkLst>
            <pc:docMk/>
            <pc:sldMk cId="2987449637" sldId="695"/>
            <ac:spMk id="4" creationId="{8A222F2E-8E77-EC9C-EED4-4BDCC84B25BF}"/>
          </ac:spMkLst>
        </pc:spChg>
        <pc:spChg chg="mod">
          <ac:chgData name="Shubhendu Kumar Singh" userId="461b01912b5747a3" providerId="LiveId" clId="{B9BDD7F6-A98D-4C4E-8AFD-D6DF2CF55D34}" dt="2025-08-14T01:51:29.165" v="20" actId="20577"/>
          <ac:spMkLst>
            <pc:docMk/>
            <pc:sldMk cId="2987449637" sldId="695"/>
            <ac:spMk id="6" creationId="{D6D8A302-2116-EE2E-92C7-A2AD4503A039}"/>
          </ac:spMkLst>
        </pc:spChg>
        <pc:spChg chg="mod">
          <ac:chgData name="Shubhendu Kumar Singh" userId="461b01912b5747a3" providerId="LiveId" clId="{B9BDD7F6-A98D-4C4E-8AFD-D6DF2CF55D34}" dt="2025-08-14T02:01:33.153" v="59" actId="6549"/>
          <ac:spMkLst>
            <pc:docMk/>
            <pc:sldMk cId="2987449637" sldId="695"/>
            <ac:spMk id="10" creationId="{07D6CCD5-D61D-B97D-8087-08F99E2BF4B6}"/>
          </ac:spMkLst>
        </pc:spChg>
      </pc:sldChg>
      <pc:sldChg chg="addSp delSp modSp del mod">
        <pc:chgData name="Shubhendu Kumar Singh" userId="461b01912b5747a3" providerId="LiveId" clId="{B9BDD7F6-A98D-4C4E-8AFD-D6DF2CF55D34}" dt="2025-08-14T02:04:38.675" v="122" actId="47"/>
        <pc:sldMkLst>
          <pc:docMk/>
          <pc:sldMk cId="3054927448" sldId="696"/>
        </pc:sldMkLst>
        <pc:spChg chg="mod">
          <ac:chgData name="Shubhendu Kumar Singh" userId="461b01912b5747a3" providerId="LiveId" clId="{B9BDD7F6-A98D-4C4E-8AFD-D6DF2CF55D34}" dt="2025-08-14T02:02:13.801" v="94" actId="20577"/>
          <ac:spMkLst>
            <pc:docMk/>
            <pc:sldMk cId="3054927448" sldId="696"/>
            <ac:spMk id="5" creationId="{56843F89-6DF5-BF4D-A0D9-DBE55ABB78C2}"/>
          </ac:spMkLst>
        </pc:spChg>
        <pc:picChg chg="add mod">
          <ac:chgData name="Shubhendu Kumar Singh" userId="461b01912b5747a3" providerId="LiveId" clId="{B9BDD7F6-A98D-4C4E-8AFD-D6DF2CF55D34}" dt="2025-08-14T02:03:54.424" v="106" actId="14100"/>
          <ac:picMkLst>
            <pc:docMk/>
            <pc:sldMk cId="3054927448" sldId="696"/>
            <ac:picMk id="3" creationId="{C287161F-1F67-5C19-3785-F6C19CAEE7E0}"/>
          </ac:picMkLst>
        </pc:picChg>
        <pc:picChg chg="del">
          <ac:chgData name="Shubhendu Kumar Singh" userId="461b01912b5747a3" providerId="LiveId" clId="{B9BDD7F6-A98D-4C4E-8AFD-D6DF2CF55D34}" dt="2025-08-14T02:02:16.137" v="95" actId="478"/>
          <ac:picMkLst>
            <pc:docMk/>
            <pc:sldMk cId="3054927448" sldId="696"/>
            <ac:picMk id="7" creationId="{0516CCA8-8585-65E0-9CE7-FF6A3717D641}"/>
          </ac:picMkLst>
        </pc:picChg>
      </pc:sldChg>
      <pc:sldChg chg="addSp delSp modSp mod">
        <pc:chgData name="Shubhendu Kumar Singh" userId="461b01912b5747a3" providerId="LiveId" clId="{B9BDD7F6-A98D-4C4E-8AFD-D6DF2CF55D34}" dt="2025-08-14T02:12:38.628" v="222" actId="1076"/>
        <pc:sldMkLst>
          <pc:docMk/>
          <pc:sldMk cId="3351310430" sldId="697"/>
        </pc:sldMkLst>
        <pc:picChg chg="del">
          <ac:chgData name="Shubhendu Kumar Singh" userId="461b01912b5747a3" providerId="LiveId" clId="{B9BDD7F6-A98D-4C4E-8AFD-D6DF2CF55D34}" dt="2025-08-14T02:05:31.814" v="135" actId="478"/>
          <ac:picMkLst>
            <pc:docMk/>
            <pc:sldMk cId="3351310430" sldId="697"/>
            <ac:picMk id="2" creationId="{D5000665-EBDC-BA5C-7E4C-1789EE4772AD}"/>
          </ac:picMkLst>
        </pc:picChg>
        <pc:picChg chg="add del mod">
          <ac:chgData name="Shubhendu Kumar Singh" userId="461b01912b5747a3" providerId="LiveId" clId="{B9BDD7F6-A98D-4C4E-8AFD-D6DF2CF55D34}" dt="2025-08-14T02:08:03.530" v="164" actId="478"/>
          <ac:picMkLst>
            <pc:docMk/>
            <pc:sldMk cId="3351310430" sldId="697"/>
            <ac:picMk id="4" creationId="{9E202902-E4B9-EA90-874B-BB4BA319262A}"/>
          </ac:picMkLst>
        </pc:picChg>
        <pc:picChg chg="add mod">
          <ac:chgData name="Shubhendu Kumar Singh" userId="461b01912b5747a3" providerId="LiveId" clId="{B9BDD7F6-A98D-4C4E-8AFD-D6DF2CF55D34}" dt="2025-08-14T02:12:36.411" v="221" actId="1076"/>
          <ac:picMkLst>
            <pc:docMk/>
            <pc:sldMk cId="3351310430" sldId="697"/>
            <ac:picMk id="5" creationId="{DE0FE0DA-2FB9-26A7-9C62-0028DEEB802C}"/>
          </ac:picMkLst>
        </pc:picChg>
        <pc:picChg chg="add del">
          <ac:chgData name="Shubhendu Kumar Singh" userId="461b01912b5747a3" providerId="LiveId" clId="{B9BDD7F6-A98D-4C4E-8AFD-D6DF2CF55D34}" dt="2025-08-14T02:06:20.374" v="150" actId="478"/>
          <ac:picMkLst>
            <pc:docMk/>
            <pc:sldMk cId="3351310430" sldId="697"/>
            <ac:picMk id="6" creationId="{58AAE5F8-6AF6-870F-1717-E987B2AB39EB}"/>
          </ac:picMkLst>
        </pc:picChg>
        <pc:picChg chg="add del">
          <ac:chgData name="Shubhendu Kumar Singh" userId="461b01912b5747a3" providerId="LiveId" clId="{B9BDD7F6-A98D-4C4E-8AFD-D6DF2CF55D34}" dt="2025-08-14T02:08:52.936" v="179" actId="478"/>
          <ac:picMkLst>
            <pc:docMk/>
            <pc:sldMk cId="3351310430" sldId="697"/>
            <ac:picMk id="8" creationId="{4C555835-742F-D312-D625-FFF00ABD2329}"/>
          </ac:picMkLst>
        </pc:picChg>
        <pc:picChg chg="add mod">
          <ac:chgData name="Shubhendu Kumar Singh" userId="461b01912b5747a3" providerId="LiveId" clId="{B9BDD7F6-A98D-4C4E-8AFD-D6DF2CF55D34}" dt="2025-08-14T02:12:38.628" v="222" actId="1076"/>
          <ac:picMkLst>
            <pc:docMk/>
            <pc:sldMk cId="3351310430" sldId="697"/>
            <ac:picMk id="11" creationId="{9BB611BD-C286-128B-34DE-DC0EC4285DB7}"/>
          </ac:picMkLst>
        </pc:picChg>
        <pc:picChg chg="add del mod">
          <ac:chgData name="Shubhendu Kumar Singh" userId="461b01912b5747a3" providerId="LiveId" clId="{B9BDD7F6-A98D-4C4E-8AFD-D6DF2CF55D34}" dt="2025-08-14T02:11:35.913" v="207" actId="478"/>
          <ac:picMkLst>
            <pc:docMk/>
            <pc:sldMk cId="3351310430" sldId="697"/>
            <ac:picMk id="13" creationId="{00F8C906-3366-A116-4AD9-7653B66E02B9}"/>
          </ac:picMkLst>
        </pc:picChg>
        <pc:picChg chg="add mod">
          <ac:chgData name="Shubhendu Kumar Singh" userId="461b01912b5747a3" providerId="LiveId" clId="{B9BDD7F6-A98D-4C4E-8AFD-D6DF2CF55D34}" dt="2025-08-14T02:12:20.024" v="217" actId="1076"/>
          <ac:picMkLst>
            <pc:docMk/>
            <pc:sldMk cId="3351310430" sldId="697"/>
            <ac:picMk id="15" creationId="{94BED074-6070-D088-EAD0-8E4F6EBAE8ED}"/>
          </ac:picMkLst>
        </pc:picChg>
      </pc:sldChg>
      <pc:sldChg chg="addSp delSp modSp add mod">
        <pc:chgData name="Shubhendu Kumar Singh" userId="461b01912b5747a3" providerId="LiveId" clId="{B9BDD7F6-A98D-4C4E-8AFD-D6DF2CF55D34}" dt="2025-08-14T02:05:13.281" v="134" actId="14100"/>
        <pc:sldMkLst>
          <pc:docMk/>
          <pc:sldMk cId="974817197" sldId="698"/>
        </pc:sldMkLst>
        <pc:picChg chg="del">
          <ac:chgData name="Shubhendu Kumar Singh" userId="461b01912b5747a3" providerId="LiveId" clId="{B9BDD7F6-A98D-4C4E-8AFD-D6DF2CF55D34}" dt="2025-08-14T02:04:00.765" v="108" actId="478"/>
          <ac:picMkLst>
            <pc:docMk/>
            <pc:sldMk cId="974817197" sldId="698"/>
            <ac:picMk id="3" creationId="{DF12FC2D-597C-4283-F917-D5C819B41EA6}"/>
          </ac:picMkLst>
        </pc:picChg>
        <pc:picChg chg="add mod">
          <ac:chgData name="Shubhendu Kumar Singh" userId="461b01912b5747a3" providerId="LiveId" clId="{B9BDD7F6-A98D-4C4E-8AFD-D6DF2CF55D34}" dt="2025-08-14T02:04:51.943" v="127" actId="14100"/>
          <ac:picMkLst>
            <pc:docMk/>
            <pc:sldMk cId="974817197" sldId="698"/>
            <ac:picMk id="4" creationId="{5F6B08D3-3BB8-FB9F-F350-6CB29B432406}"/>
          </ac:picMkLst>
        </pc:picChg>
        <pc:picChg chg="add mod">
          <ac:chgData name="Shubhendu Kumar Singh" userId="461b01912b5747a3" providerId="LiveId" clId="{B9BDD7F6-A98D-4C4E-8AFD-D6DF2CF55D34}" dt="2025-08-14T02:05:13.281" v="134" actId="14100"/>
          <ac:picMkLst>
            <pc:docMk/>
            <pc:sldMk cId="974817197" sldId="698"/>
            <ac:picMk id="6" creationId="{EAEDC768-CD14-BAF0-B61D-A0D07AA27706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3:59.927" v="247" actId="1076"/>
        <pc:sldMkLst>
          <pc:docMk/>
          <pc:sldMk cId="2180161747" sldId="699"/>
        </pc:sldMkLst>
        <pc:picChg chg="add mod">
          <ac:chgData name="Shubhendu Kumar Singh" userId="461b01912b5747a3" providerId="LiveId" clId="{B9BDD7F6-A98D-4C4E-8AFD-D6DF2CF55D34}" dt="2025-08-14T02:13:51.002" v="244" actId="1076"/>
          <ac:picMkLst>
            <pc:docMk/>
            <pc:sldMk cId="2180161747" sldId="699"/>
            <ac:picMk id="3" creationId="{AD67F1A5-224F-2D3E-726B-99A5BC5ABCE1}"/>
          </ac:picMkLst>
        </pc:picChg>
        <pc:picChg chg="del">
          <ac:chgData name="Shubhendu Kumar Singh" userId="461b01912b5747a3" providerId="LiveId" clId="{B9BDD7F6-A98D-4C4E-8AFD-D6DF2CF55D34}" dt="2025-08-14T02:10:03.908" v="192" actId="478"/>
          <ac:picMkLst>
            <pc:docMk/>
            <pc:sldMk cId="2180161747" sldId="699"/>
            <ac:picMk id="5" creationId="{9B50983F-A73D-CB5B-4712-D96B6EAA0C7F}"/>
          </ac:picMkLst>
        </pc:picChg>
        <pc:picChg chg="add mod">
          <ac:chgData name="Shubhendu Kumar Singh" userId="461b01912b5747a3" providerId="LiveId" clId="{B9BDD7F6-A98D-4C4E-8AFD-D6DF2CF55D34}" dt="2025-08-14T02:13:59.927" v="247" actId="1076"/>
          <ac:picMkLst>
            <pc:docMk/>
            <pc:sldMk cId="2180161747" sldId="699"/>
            <ac:picMk id="6" creationId="{9D056237-2599-0F97-5160-FCA9A8604B08}"/>
          </ac:picMkLst>
        </pc:picChg>
        <pc:picChg chg="add mod">
          <ac:chgData name="Shubhendu Kumar Singh" userId="461b01912b5747a3" providerId="LiveId" clId="{B9BDD7F6-A98D-4C4E-8AFD-D6DF2CF55D34}" dt="2025-08-14T02:13:55.642" v="246" actId="14100"/>
          <ac:picMkLst>
            <pc:docMk/>
            <pc:sldMk cId="2180161747" sldId="699"/>
            <ac:picMk id="10" creationId="{531AB29E-DA8C-0123-DC08-DF4D6EFAA258}"/>
          </ac:picMkLst>
        </pc:picChg>
        <pc:picChg chg="del">
          <ac:chgData name="Shubhendu Kumar Singh" userId="461b01912b5747a3" providerId="LiveId" clId="{B9BDD7F6-A98D-4C4E-8AFD-D6DF2CF55D34}" dt="2025-08-14T02:10:30.237" v="199" actId="478"/>
          <ac:picMkLst>
            <pc:docMk/>
            <pc:sldMk cId="2180161747" sldId="699"/>
            <ac:picMk id="11" creationId="{63C60E30-E69F-4C96-1186-2582ABA7B440}"/>
          </ac:picMkLst>
        </pc:picChg>
        <pc:picChg chg="del">
          <ac:chgData name="Shubhendu Kumar Singh" userId="461b01912b5747a3" providerId="LiveId" clId="{B9BDD7F6-A98D-4C4E-8AFD-D6DF2CF55D34}" dt="2025-08-14T02:12:46.729" v="223" actId="478"/>
          <ac:picMkLst>
            <pc:docMk/>
            <pc:sldMk cId="2180161747" sldId="699"/>
            <ac:picMk id="13" creationId="{00464F7D-533E-545E-F095-84043FFD35CD}"/>
          </ac:picMkLst>
        </pc:picChg>
        <pc:picChg chg="del mod">
          <ac:chgData name="Shubhendu Kumar Singh" userId="461b01912b5747a3" providerId="LiveId" clId="{B9BDD7F6-A98D-4C4E-8AFD-D6DF2CF55D34}" dt="2025-08-14T02:13:04.902" v="230" actId="478"/>
          <ac:picMkLst>
            <pc:docMk/>
            <pc:sldMk cId="2180161747" sldId="699"/>
            <ac:picMk id="15" creationId="{7F8D4BDE-5F2D-5D56-F404-3C9620160BF4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8:18.843" v="270" actId="1076"/>
        <pc:sldMkLst>
          <pc:docMk/>
          <pc:sldMk cId="2084131335" sldId="700"/>
        </pc:sldMkLst>
        <pc:graphicFrameChg chg="add del mod modGraphic">
          <ac:chgData name="Shubhendu Kumar Singh" userId="461b01912b5747a3" providerId="LiveId" clId="{B9BDD7F6-A98D-4C4E-8AFD-D6DF2CF55D34}" dt="2025-08-14T02:17:49.647" v="264" actId="478"/>
          <ac:graphicFrameMkLst>
            <pc:docMk/>
            <pc:sldMk cId="2084131335" sldId="700"/>
            <ac:graphicFrameMk id="2" creationId="{7AB6ACBE-4401-97ED-1014-DFE495FF9689}"/>
          </ac:graphicFrameMkLst>
        </pc:graphicFrameChg>
        <pc:graphicFrameChg chg="add mod">
          <ac:chgData name="Shubhendu Kumar Singh" userId="461b01912b5747a3" providerId="LiveId" clId="{B9BDD7F6-A98D-4C4E-8AFD-D6DF2CF55D34}" dt="2025-08-14T02:18:02.342" v="267" actId="1076"/>
          <ac:graphicFrameMkLst>
            <pc:docMk/>
            <pc:sldMk cId="2084131335" sldId="700"/>
            <ac:graphicFrameMk id="4" creationId="{A6F59447-A196-90C8-5FCC-00DC53A85C72}"/>
          </ac:graphicFrameMkLst>
        </pc:graphicFrameChg>
        <pc:picChg chg="del">
          <ac:chgData name="Shubhendu Kumar Singh" userId="461b01912b5747a3" providerId="LiveId" clId="{B9BDD7F6-A98D-4C4E-8AFD-D6DF2CF55D34}" dt="2025-08-14T02:14:24.449" v="249" actId="478"/>
          <ac:picMkLst>
            <pc:docMk/>
            <pc:sldMk cId="2084131335" sldId="700"/>
            <ac:picMk id="3" creationId="{38C18520-B6DD-4412-ADA1-61389573AB53}"/>
          </ac:picMkLst>
        </pc:picChg>
        <pc:picChg chg="del">
          <ac:chgData name="Shubhendu Kumar Singh" userId="461b01912b5747a3" providerId="LiveId" clId="{B9BDD7F6-A98D-4C4E-8AFD-D6DF2CF55D34}" dt="2025-08-14T02:14:24.449" v="249" actId="478"/>
          <ac:picMkLst>
            <pc:docMk/>
            <pc:sldMk cId="2084131335" sldId="700"/>
            <ac:picMk id="6" creationId="{814CBB20-CD7F-AA86-002E-3353DDA04D0C}"/>
          </ac:picMkLst>
        </pc:picChg>
        <pc:picChg chg="mod">
          <ac:chgData name="Shubhendu Kumar Singh" userId="461b01912b5747a3" providerId="LiveId" clId="{B9BDD7F6-A98D-4C4E-8AFD-D6DF2CF55D34}" dt="2025-08-14T02:18:18.843" v="270" actId="1076"/>
          <ac:picMkLst>
            <pc:docMk/>
            <pc:sldMk cId="2084131335" sldId="700"/>
            <ac:picMk id="10" creationId="{A909A107-0E08-3DC0-7F92-7B6F9E4680BF}"/>
          </ac:picMkLst>
        </pc:picChg>
      </pc:sldChg>
      <pc:sldChg chg="modSp add mod">
        <pc:chgData name="Shubhendu Kumar Singh" userId="461b01912b5747a3" providerId="LiveId" clId="{B9BDD7F6-A98D-4C4E-8AFD-D6DF2CF55D34}" dt="2025-08-14T02:19:09.437" v="276" actId="20577"/>
        <pc:sldMkLst>
          <pc:docMk/>
          <pc:sldMk cId="931833251" sldId="701"/>
        </pc:sldMkLst>
        <pc:spChg chg="mod">
          <ac:chgData name="Shubhendu Kumar Singh" userId="461b01912b5747a3" providerId="LiveId" clId="{B9BDD7F6-A98D-4C4E-8AFD-D6DF2CF55D34}" dt="2025-08-14T02:19:09.437" v="276" actId="20577"/>
          <ac:spMkLst>
            <pc:docMk/>
            <pc:sldMk cId="931833251" sldId="701"/>
            <ac:spMk id="2" creationId="{F178E358-FD5B-B726-F606-FDCB1C75B07A}"/>
          </ac:spMkLst>
        </pc:spChg>
      </pc:sldChg>
      <pc:sldChg chg="addSp delSp modSp add mod">
        <pc:chgData name="Shubhendu Kumar Singh" userId="461b01912b5747a3" providerId="LiveId" clId="{B9BDD7F6-A98D-4C4E-8AFD-D6DF2CF55D34}" dt="2025-08-14T02:20:55.690" v="310" actId="14100"/>
        <pc:sldMkLst>
          <pc:docMk/>
          <pc:sldMk cId="3007587213" sldId="702"/>
        </pc:sldMkLst>
        <pc:spChg chg="mod">
          <ac:chgData name="Shubhendu Kumar Singh" userId="461b01912b5747a3" providerId="LiveId" clId="{B9BDD7F6-A98D-4C4E-8AFD-D6DF2CF55D34}" dt="2025-08-14T02:19:17.429" v="281" actId="20577"/>
          <ac:spMkLst>
            <pc:docMk/>
            <pc:sldMk cId="3007587213" sldId="702"/>
            <ac:spMk id="5" creationId="{F12CC13D-98F9-4040-A93C-E2ED7F7C492B}"/>
          </ac:spMkLst>
        </pc:spChg>
        <pc:picChg chg="add mod">
          <ac:chgData name="Shubhendu Kumar Singh" userId="461b01912b5747a3" providerId="LiveId" clId="{B9BDD7F6-A98D-4C4E-8AFD-D6DF2CF55D34}" dt="2025-08-14T02:20:55.690" v="310" actId="14100"/>
          <ac:picMkLst>
            <pc:docMk/>
            <pc:sldMk cId="3007587213" sldId="702"/>
            <ac:picMk id="3" creationId="{2DD1054B-6258-17DC-2DDF-A21562B3ACBA}"/>
          </ac:picMkLst>
        </pc:picChg>
        <pc:picChg chg="del mod">
          <ac:chgData name="Shubhendu Kumar Singh" userId="461b01912b5747a3" providerId="LiveId" clId="{B9BDD7F6-A98D-4C4E-8AFD-D6DF2CF55D34}" dt="2025-08-14T02:20:13.388" v="298" actId="478"/>
          <ac:picMkLst>
            <pc:docMk/>
            <pc:sldMk cId="3007587213" sldId="702"/>
            <ac:picMk id="4" creationId="{23E012D4-719E-7E09-C9F9-4759DE668313}"/>
          </ac:picMkLst>
        </pc:picChg>
        <pc:picChg chg="del">
          <ac:chgData name="Shubhendu Kumar Singh" userId="461b01912b5747a3" providerId="LiveId" clId="{B9BDD7F6-A98D-4C4E-8AFD-D6DF2CF55D34}" dt="2025-08-14T02:19:22.580" v="282" actId="478"/>
          <ac:picMkLst>
            <pc:docMk/>
            <pc:sldMk cId="3007587213" sldId="702"/>
            <ac:picMk id="6" creationId="{4519B9CC-00BE-7047-B37B-F1DC349528B7}"/>
          </ac:picMkLst>
        </pc:picChg>
        <pc:picChg chg="add mod">
          <ac:chgData name="Shubhendu Kumar Singh" userId="461b01912b5747a3" providerId="LiveId" clId="{B9BDD7F6-A98D-4C4E-8AFD-D6DF2CF55D34}" dt="2025-08-14T02:20:51.778" v="309" actId="14100"/>
          <ac:picMkLst>
            <pc:docMk/>
            <pc:sldMk cId="3007587213" sldId="702"/>
            <ac:picMk id="8" creationId="{A4989C0F-53EA-5CD9-FE64-8DBE05E51EAE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3:10.981" v="349" actId="14100"/>
        <pc:sldMkLst>
          <pc:docMk/>
          <pc:sldMk cId="3298262525" sldId="703"/>
        </pc:sldMkLst>
        <pc:picChg chg="add mod">
          <ac:chgData name="Shubhendu Kumar Singh" userId="461b01912b5747a3" providerId="LiveId" clId="{B9BDD7F6-A98D-4C4E-8AFD-D6DF2CF55D34}" dt="2025-08-14T02:22:48.977" v="343" actId="14100"/>
          <ac:picMkLst>
            <pc:docMk/>
            <pc:sldMk cId="3298262525" sldId="703"/>
            <ac:picMk id="3" creationId="{044801F2-D7E2-194A-CCD5-2222C5D6FD79}"/>
          </ac:picMkLst>
        </pc:picChg>
        <pc:picChg chg="del">
          <ac:chgData name="Shubhendu Kumar Singh" userId="461b01912b5747a3" providerId="LiveId" clId="{B9BDD7F6-A98D-4C4E-8AFD-D6DF2CF55D34}" dt="2025-08-14T02:20:59.970" v="311" actId="478"/>
          <ac:picMkLst>
            <pc:docMk/>
            <pc:sldMk cId="3298262525" sldId="703"/>
            <ac:picMk id="5" creationId="{6E959D5E-9591-CE5F-88EA-3B65DD9C9DCA}"/>
          </ac:picMkLst>
        </pc:picChg>
        <pc:picChg chg="add mod">
          <ac:chgData name="Shubhendu Kumar Singh" userId="461b01912b5747a3" providerId="LiveId" clId="{B9BDD7F6-A98D-4C4E-8AFD-D6DF2CF55D34}" dt="2025-08-14T02:23:01.356" v="346" actId="14100"/>
          <ac:picMkLst>
            <pc:docMk/>
            <pc:sldMk cId="3298262525" sldId="703"/>
            <ac:picMk id="6" creationId="{67B4F12D-13CD-79A7-76E2-B41A0A6CE9C7}"/>
          </ac:picMkLst>
        </pc:picChg>
        <pc:picChg chg="add mod">
          <ac:chgData name="Shubhendu Kumar Singh" userId="461b01912b5747a3" providerId="LiveId" clId="{B9BDD7F6-A98D-4C4E-8AFD-D6DF2CF55D34}" dt="2025-08-14T02:23:10.981" v="349" actId="14100"/>
          <ac:picMkLst>
            <pc:docMk/>
            <pc:sldMk cId="3298262525" sldId="703"/>
            <ac:picMk id="10" creationId="{FC781273-4154-EA7F-D553-C01379356DBF}"/>
          </ac:picMkLst>
        </pc:picChg>
        <pc:picChg chg="del">
          <ac:chgData name="Shubhendu Kumar Singh" userId="461b01912b5747a3" providerId="LiveId" clId="{B9BDD7F6-A98D-4C4E-8AFD-D6DF2CF55D34}" dt="2025-08-14T02:21:26.388" v="318" actId="478"/>
          <ac:picMkLst>
            <pc:docMk/>
            <pc:sldMk cId="3298262525" sldId="703"/>
            <ac:picMk id="11" creationId="{A5382786-D56B-745F-A6DA-EC1A248CD77B}"/>
          </ac:picMkLst>
        </pc:picChg>
        <pc:picChg chg="del">
          <ac:chgData name="Shubhendu Kumar Singh" userId="461b01912b5747a3" providerId="LiveId" clId="{B9BDD7F6-A98D-4C4E-8AFD-D6DF2CF55D34}" dt="2025-08-14T02:21:33.368" v="321" actId="478"/>
          <ac:picMkLst>
            <pc:docMk/>
            <pc:sldMk cId="3298262525" sldId="703"/>
            <ac:picMk id="15" creationId="{59300E1C-972D-AAD9-A761-754F168C8577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4:47.408" v="380" actId="1076"/>
        <pc:sldMkLst>
          <pc:docMk/>
          <pc:sldMk cId="788199948" sldId="704"/>
        </pc:sldMkLst>
        <pc:picChg chg="del">
          <ac:chgData name="Shubhendu Kumar Singh" userId="461b01912b5747a3" providerId="LiveId" clId="{B9BDD7F6-A98D-4C4E-8AFD-D6DF2CF55D34}" dt="2025-08-14T02:23:19.094" v="350" actId="478"/>
          <ac:picMkLst>
            <pc:docMk/>
            <pc:sldMk cId="788199948" sldId="704"/>
            <ac:picMk id="3" creationId="{B28F5349-A69B-0450-9DB5-3B7B47DC2B04}"/>
          </ac:picMkLst>
        </pc:picChg>
        <pc:picChg chg="add mod">
          <ac:chgData name="Shubhendu Kumar Singh" userId="461b01912b5747a3" providerId="LiveId" clId="{B9BDD7F6-A98D-4C4E-8AFD-D6DF2CF55D34}" dt="2025-08-14T02:24:44.120" v="379" actId="14100"/>
          <ac:picMkLst>
            <pc:docMk/>
            <pc:sldMk cId="788199948" sldId="704"/>
            <ac:picMk id="4" creationId="{EBCA04D6-D5A7-DA8D-9E06-0E7962C8C9E5}"/>
          </ac:picMkLst>
        </pc:picChg>
        <pc:picChg chg="del">
          <ac:chgData name="Shubhendu Kumar Singh" userId="461b01912b5747a3" providerId="LiveId" clId="{B9BDD7F6-A98D-4C4E-8AFD-D6DF2CF55D34}" dt="2025-08-14T02:23:40.577" v="358" actId="478"/>
          <ac:picMkLst>
            <pc:docMk/>
            <pc:sldMk cId="788199948" sldId="704"/>
            <ac:picMk id="6" creationId="{24CABF77-30BA-F5CD-4423-A9619F246D8C}"/>
          </ac:picMkLst>
        </pc:picChg>
        <pc:picChg chg="add mod">
          <ac:chgData name="Shubhendu Kumar Singh" userId="461b01912b5747a3" providerId="LiveId" clId="{B9BDD7F6-A98D-4C4E-8AFD-D6DF2CF55D34}" dt="2025-08-14T02:24:40.383" v="378" actId="14100"/>
          <ac:picMkLst>
            <pc:docMk/>
            <pc:sldMk cId="788199948" sldId="704"/>
            <ac:picMk id="8" creationId="{5CFCDF08-FB66-DFE8-17F4-C176934F45F9}"/>
          </ac:picMkLst>
        </pc:picChg>
        <pc:picChg chg="del">
          <ac:chgData name="Shubhendu Kumar Singh" userId="461b01912b5747a3" providerId="LiveId" clId="{B9BDD7F6-A98D-4C4E-8AFD-D6DF2CF55D34}" dt="2025-08-14T02:24:07.805" v="367" actId="478"/>
          <ac:picMkLst>
            <pc:docMk/>
            <pc:sldMk cId="788199948" sldId="704"/>
            <ac:picMk id="10" creationId="{F648A86E-3B0A-EC52-C431-47796049CF04}"/>
          </ac:picMkLst>
        </pc:picChg>
        <pc:picChg chg="add mod">
          <ac:chgData name="Shubhendu Kumar Singh" userId="461b01912b5747a3" providerId="LiveId" clId="{B9BDD7F6-A98D-4C4E-8AFD-D6DF2CF55D34}" dt="2025-08-14T02:24:47.408" v="380" actId="1076"/>
          <ac:picMkLst>
            <pc:docMk/>
            <pc:sldMk cId="788199948" sldId="704"/>
            <ac:picMk id="12" creationId="{CC5E5597-DD22-D0A2-513E-C8273836EC42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6:38.358" v="393" actId="14100"/>
        <pc:sldMkLst>
          <pc:docMk/>
          <pc:sldMk cId="3202426043" sldId="705"/>
        </pc:sldMkLst>
        <pc:graphicFrameChg chg="add mod modGraphic">
          <ac:chgData name="Shubhendu Kumar Singh" userId="461b01912b5747a3" providerId="LiveId" clId="{B9BDD7F6-A98D-4C4E-8AFD-D6DF2CF55D34}" dt="2025-08-14T02:26:38.358" v="393" actId="14100"/>
          <ac:graphicFrameMkLst>
            <pc:docMk/>
            <pc:sldMk cId="3202426043" sldId="705"/>
            <ac:graphicFrameMk id="3" creationId="{90BB09D4-E2C4-4835-38FD-E92420890194}"/>
          </ac:graphicFrameMkLst>
        </pc:graphicFrameChg>
        <pc:graphicFrameChg chg="del">
          <ac:chgData name="Shubhendu Kumar Singh" userId="461b01912b5747a3" providerId="LiveId" clId="{B9BDD7F6-A98D-4C4E-8AFD-D6DF2CF55D34}" dt="2025-08-14T02:25:19.122" v="388" actId="478"/>
          <ac:graphicFrameMkLst>
            <pc:docMk/>
            <pc:sldMk cId="3202426043" sldId="705"/>
            <ac:graphicFrameMk id="4" creationId="{9E5E7E89-B879-A660-9B54-EDF60DFAD5C0}"/>
          </ac:graphicFrameMkLst>
        </pc:graphicFrameChg>
        <pc:picChg chg="add mod">
          <ac:chgData name="Shubhendu Kumar Singh" userId="461b01912b5747a3" providerId="LiveId" clId="{B9BDD7F6-A98D-4C4E-8AFD-D6DF2CF55D34}" dt="2025-08-14T02:25:14.003" v="387" actId="1076"/>
          <ac:picMkLst>
            <pc:docMk/>
            <pc:sldMk cId="3202426043" sldId="705"/>
            <ac:picMk id="2" creationId="{4CCD67DF-A39D-DD53-81F8-E886E4AC6197}"/>
          </ac:picMkLst>
        </pc:picChg>
        <pc:picChg chg="del">
          <ac:chgData name="Shubhendu Kumar Singh" userId="461b01912b5747a3" providerId="LiveId" clId="{B9BDD7F6-A98D-4C4E-8AFD-D6DF2CF55D34}" dt="2025-08-14T02:24:52.536" v="381" actId="478"/>
          <ac:picMkLst>
            <pc:docMk/>
            <pc:sldMk cId="3202426043" sldId="705"/>
            <ac:picMk id="10" creationId="{409A1732-352D-680B-0162-3E6DED77D990}"/>
          </ac:picMkLst>
        </pc:picChg>
      </pc:sldChg>
    </pc:docChg>
  </pc:docChgLst>
  <pc:docChgLst>
    <pc:chgData name="Shubhendu Kumar Singh" userId="461b01912b5747a3" providerId="LiveId" clId="{123257E2-2039-4D81-A3D1-C3DE1B36AB83}"/>
    <pc:docChg chg="undo custSel addSld modSld">
      <pc:chgData name="Shubhendu Kumar Singh" userId="461b01912b5747a3" providerId="LiveId" clId="{123257E2-2039-4D81-A3D1-C3DE1B36AB83}" dt="2024-10-15T09:05:49.970" v="99" actId="1076"/>
      <pc:docMkLst>
        <pc:docMk/>
      </pc:docMkLst>
      <pc:sldChg chg="addSp delSp modSp add mod">
        <pc:chgData name="Shubhendu Kumar Singh" userId="461b01912b5747a3" providerId="LiveId" clId="{123257E2-2039-4D81-A3D1-C3DE1B36AB83}" dt="2024-10-15T09:05:49.970" v="99" actId="1076"/>
        <pc:sldMkLst>
          <pc:docMk/>
          <pc:sldMk cId="2249308559" sldId="423"/>
        </pc:sldMkLst>
      </pc:sldChg>
    </pc:docChg>
  </pc:docChgLst>
  <pc:docChgLst>
    <pc:chgData name="Shubhendu Kumar Singh" userId="461b01912b5747a3" providerId="LiveId" clId="{A26CC00C-B93B-4591-BD9D-06731C0D6747}"/>
    <pc:docChg chg="undo custSel addSld delSld modSld sldOrd">
      <pc:chgData name="Shubhendu Kumar Singh" userId="461b01912b5747a3" providerId="LiveId" clId="{A26CC00C-B93B-4591-BD9D-06731C0D6747}" dt="2025-01-23T04:16:39.233" v="959" actId="1076"/>
      <pc:docMkLst>
        <pc:docMk/>
      </pc:docMkLst>
      <pc:sldChg chg="modSp mod">
        <pc:chgData name="Shubhendu Kumar Singh" userId="461b01912b5747a3" providerId="LiveId" clId="{A26CC00C-B93B-4591-BD9D-06731C0D6747}" dt="2025-01-22T04:13:21.663" v="5" actId="20577"/>
        <pc:sldMkLst>
          <pc:docMk/>
          <pc:sldMk cId="734630831" sldId="36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725155999" sldId="42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92739304" sldId="43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944807018" sldId="44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500109330" sldId="44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32135082" sldId="44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95320295" sldId="44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145754570" sldId="444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885965486" sldId="44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866640217" sldId="446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356373293" sldId="44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677341236" sldId="448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12799720" sldId="45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014711234" sldId="45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229367106" sldId="45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25879224" sldId="45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626087198" sldId="45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92483643" sldId="455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3636388766" sldId="457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95701564" sldId="458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64891376" sldId="460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18678656" sldId="461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55757706" sldId="46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2533947036" sldId="467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583197572" sldId="468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891642349" sldId="469"/>
        </pc:sldMkLst>
      </pc:sldChg>
      <pc:sldChg chg="addSp delSp modSp mod">
        <pc:chgData name="Shubhendu Kumar Singh" userId="461b01912b5747a3" providerId="LiveId" clId="{A26CC00C-B93B-4591-BD9D-06731C0D6747}" dt="2025-01-23T00:32:45.520" v="501" actId="14100"/>
        <pc:sldMkLst>
          <pc:docMk/>
          <pc:sldMk cId="596389320" sldId="470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1782458803" sldId="471"/>
        </pc:sldMkLst>
      </pc:sldChg>
      <pc:sldChg chg="modSp mod">
        <pc:chgData name="Shubhendu Kumar Singh" userId="461b01912b5747a3" providerId="LiveId" clId="{A26CC00C-B93B-4591-BD9D-06731C0D6747}" dt="2025-01-22T04:28:00.516" v="76" actId="20577"/>
        <pc:sldMkLst>
          <pc:docMk/>
          <pc:sldMk cId="2485660261" sldId="471"/>
        </pc:sldMkLst>
      </pc:sldChg>
      <pc:sldChg chg="del">
        <pc:chgData name="Shubhendu Kumar Singh" userId="461b01912b5747a3" providerId="LiveId" clId="{A26CC00C-B93B-4591-BD9D-06731C0D6747}" dt="2025-01-22T04:21:29.575" v="10" actId="47"/>
        <pc:sldMkLst>
          <pc:docMk/>
          <pc:sldMk cId="2017827870" sldId="472"/>
        </pc:sldMkLst>
      </pc:sldChg>
      <pc:sldChg chg="addSp delSp modSp mod ord">
        <pc:chgData name="Shubhendu Kumar Singh" userId="461b01912b5747a3" providerId="LiveId" clId="{A26CC00C-B93B-4591-BD9D-06731C0D6747}" dt="2025-01-22T21:13:29.947" v="416" actId="20577"/>
        <pc:sldMkLst>
          <pc:docMk/>
          <pc:sldMk cId="3736331534" sldId="472"/>
        </pc:sldMkLst>
      </pc:sldChg>
      <pc:sldChg chg="addSp delSp modSp add mod ord">
        <pc:chgData name="Shubhendu Kumar Singh" userId="461b01912b5747a3" providerId="LiveId" clId="{A26CC00C-B93B-4591-BD9D-06731C0D6747}" dt="2025-01-22T21:13:42.569" v="447" actId="20577"/>
        <pc:sldMkLst>
          <pc:docMk/>
          <pc:sldMk cId="2252476784" sldId="473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635191793" sldId="473"/>
        </pc:sldMkLst>
      </pc:sldChg>
      <pc:sldChg chg="delSp modSp add del mod">
        <pc:chgData name="Shubhendu Kumar Singh" userId="461b01912b5747a3" providerId="LiveId" clId="{A26CC00C-B93B-4591-BD9D-06731C0D6747}" dt="2025-01-22T21:42:04.001" v="484" actId="47"/>
        <pc:sldMkLst>
          <pc:docMk/>
          <pc:sldMk cId="352323815" sldId="474"/>
        </pc:sldMkLst>
      </pc:sldChg>
      <pc:sldChg chg="addSp delSp modSp add del mod">
        <pc:chgData name="Shubhendu Kumar Singh" userId="461b01912b5747a3" providerId="LiveId" clId="{A26CC00C-B93B-4591-BD9D-06731C0D6747}" dt="2025-01-23T00:31:29.913" v="489" actId="47"/>
        <pc:sldMkLst>
          <pc:docMk/>
          <pc:sldMk cId="1017415631" sldId="474"/>
        </pc:sldMkLst>
      </pc:sldChg>
      <pc:sldChg chg="add">
        <pc:chgData name="Shubhendu Kumar Singh" userId="461b01912b5747a3" providerId="LiveId" clId="{A26CC00C-B93B-4591-BD9D-06731C0D6747}" dt="2025-01-23T00:31:34.080" v="490" actId="2890"/>
        <pc:sldMkLst>
          <pc:docMk/>
          <pc:sldMk cId="2673879803" sldId="47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4006462711" sldId="474"/>
        </pc:sldMkLst>
      </pc:sldChg>
      <pc:sldChg chg="addSp delSp modSp add mod">
        <pc:chgData name="Shubhendu Kumar Singh" userId="461b01912b5747a3" providerId="LiveId" clId="{A26CC00C-B93B-4591-BD9D-06731C0D6747}" dt="2025-01-23T04:16:39.233" v="959" actId="1076"/>
        <pc:sldMkLst>
          <pc:docMk/>
          <pc:sldMk cId="124658276" sldId="475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27027669" sldId="47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979823947" sldId="47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853082879" sldId="477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46934369" sldId="478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442688752" sldId="479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1877273" sldId="480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244522489" sldId="481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41874730" sldId="483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83696921" sldId="484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45135501" sldId="48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8A85157-E817-47ED-9103-DE8D33375D5B}"/>
    <pc:docChg chg="undo custSel addSld delSld modSld sldOrd">
      <pc:chgData name="Shubhendu Kumar Singh" userId="461b01912b5747a3" providerId="LiveId" clId="{F8A85157-E817-47ED-9103-DE8D33375D5B}" dt="2025-02-27T04:43:33.250" v="698" actId="1076"/>
      <pc:docMkLst>
        <pc:docMk/>
      </pc:docMkLst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2944807018" sldId="440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500109330" sldId="44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32135082" sldId="442"/>
        </pc:sldMkLst>
      </pc:sldChg>
      <pc:sldChg chg="modSp mod">
        <pc:chgData name="Shubhendu Kumar Singh" userId="461b01912b5747a3" providerId="LiveId" clId="{F8A85157-E817-47ED-9103-DE8D33375D5B}" dt="2025-02-27T04:43:33.250" v="698" actId="1076"/>
        <pc:sldMkLst>
          <pc:docMk/>
          <pc:sldMk cId="495320295" sldId="44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866640217" sldId="446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356373293" sldId="447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677341236" sldId="448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014711234" sldId="45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229367106" sldId="452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25879224" sldId="45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626087198" sldId="454"/>
        </pc:sldMkLst>
      </pc:sldChg>
      <pc:sldChg chg="delSp modSp add mod ord">
        <pc:chgData name="Shubhendu Kumar Singh" userId="461b01912b5747a3" providerId="LiveId" clId="{F8A85157-E817-47ED-9103-DE8D33375D5B}" dt="2025-02-27T02:00:53.331" v="67" actId="20577"/>
        <pc:sldMkLst>
          <pc:docMk/>
          <pc:sldMk cId="3307596543" sldId="476"/>
        </pc:sldMkLst>
      </pc:sldChg>
      <pc:sldChg chg="add del ord">
        <pc:chgData name="Shubhendu Kumar Singh" userId="461b01912b5747a3" providerId="LiveId" clId="{F8A85157-E817-47ED-9103-DE8D33375D5B}" dt="2025-02-27T01:59:16.301" v="6" actId="47"/>
        <pc:sldMkLst>
          <pc:docMk/>
          <pc:sldMk cId="1099903753" sldId="477"/>
        </pc:sldMkLst>
      </pc:sldChg>
      <pc:sldChg chg="modSp mod">
        <pc:chgData name="Shubhendu Kumar Singh" userId="461b01912b5747a3" providerId="LiveId" clId="{F8A85157-E817-47ED-9103-DE8D33375D5B}" dt="2025-02-27T02:00:18.815" v="34" actId="1076"/>
        <pc:sldMkLst>
          <pc:docMk/>
          <pc:sldMk cId="2718492323" sldId="477"/>
        </pc:sldMkLst>
      </pc:sldChg>
      <pc:sldChg chg="addSp delSp modSp add mod ord">
        <pc:chgData name="Shubhendu Kumar Singh" userId="461b01912b5747a3" providerId="LiveId" clId="{F8A85157-E817-47ED-9103-DE8D33375D5B}" dt="2025-02-27T02:13:06.705" v="362" actId="1076"/>
        <pc:sldMkLst>
          <pc:docMk/>
          <pc:sldMk cId="965329366" sldId="478"/>
        </pc:sldMkLst>
      </pc:sldChg>
      <pc:sldChg chg="addSp delSp modSp add mod">
        <pc:chgData name="Shubhendu Kumar Singh" userId="461b01912b5747a3" providerId="LiveId" clId="{F8A85157-E817-47ED-9103-DE8D33375D5B}" dt="2025-02-27T02:15:08.720" v="388" actId="14100"/>
        <pc:sldMkLst>
          <pc:docMk/>
          <pc:sldMk cId="651636018" sldId="479"/>
        </pc:sldMkLst>
      </pc:sldChg>
      <pc:sldChg chg="addSp delSp modSp add mod">
        <pc:chgData name="Shubhendu Kumar Singh" userId="461b01912b5747a3" providerId="LiveId" clId="{F8A85157-E817-47ED-9103-DE8D33375D5B}" dt="2025-02-27T02:25:42.622" v="551" actId="20577"/>
        <pc:sldMkLst>
          <pc:docMk/>
          <pc:sldMk cId="662154574" sldId="480"/>
        </pc:sldMkLst>
      </pc:sldChg>
      <pc:sldChg chg="addSp delSp modSp add mod">
        <pc:chgData name="Shubhendu Kumar Singh" userId="461b01912b5747a3" providerId="LiveId" clId="{F8A85157-E817-47ED-9103-DE8D33375D5B}" dt="2025-02-27T02:25:34.989" v="547" actId="20577"/>
        <pc:sldMkLst>
          <pc:docMk/>
          <pc:sldMk cId="1333068890" sldId="481"/>
        </pc:sldMkLst>
      </pc:sldChg>
      <pc:sldChg chg="addSp delSp modSp add mod">
        <pc:chgData name="Shubhendu Kumar Singh" userId="461b01912b5747a3" providerId="LiveId" clId="{F8A85157-E817-47ED-9103-DE8D33375D5B}" dt="2025-02-27T02:27:40.016" v="573" actId="1076"/>
        <pc:sldMkLst>
          <pc:docMk/>
          <pc:sldMk cId="770894705" sldId="482"/>
        </pc:sldMkLst>
      </pc:sldChg>
      <pc:sldChg chg="addSp delSp modSp add mod">
        <pc:chgData name="Shubhendu Kumar Singh" userId="461b01912b5747a3" providerId="LiveId" clId="{F8A85157-E817-47ED-9103-DE8D33375D5B}" dt="2025-02-27T02:29:58.921" v="600" actId="1076"/>
        <pc:sldMkLst>
          <pc:docMk/>
          <pc:sldMk cId="1190723556" sldId="483"/>
        </pc:sldMkLst>
      </pc:sldChg>
      <pc:sldChg chg="modSp add mod ord">
        <pc:chgData name="Shubhendu Kumar Singh" userId="461b01912b5747a3" providerId="LiveId" clId="{F8A85157-E817-47ED-9103-DE8D33375D5B}" dt="2025-02-27T02:36:16.952" v="697" actId="20577"/>
        <pc:sldMkLst>
          <pc:docMk/>
          <pc:sldMk cId="2741357865" sldId="484"/>
        </pc:sldMkLst>
      </pc:sldChg>
      <pc:sldChg chg="modSp add mod ord">
        <pc:chgData name="Shubhendu Kumar Singh" userId="461b01912b5747a3" providerId="LiveId" clId="{F8A85157-E817-47ED-9103-DE8D33375D5B}" dt="2025-02-27T02:30:54.430" v="650" actId="20577"/>
        <pc:sldMkLst>
          <pc:docMk/>
          <pc:sldMk cId="1973616441" sldId="485"/>
        </pc:sldMkLst>
      </pc:sldChg>
      <pc:sldChg chg="addSp delSp modSp add mod ord">
        <pc:chgData name="Shubhendu Kumar Singh" userId="461b01912b5747a3" providerId="LiveId" clId="{F8A85157-E817-47ED-9103-DE8D33375D5B}" dt="2025-02-27T02:32:06.253" v="664" actId="1076"/>
        <pc:sldMkLst>
          <pc:docMk/>
          <pc:sldMk cId="3724649546" sldId="486"/>
        </pc:sldMkLst>
      </pc:sldChg>
      <pc:sldChg chg="addSp delSp modSp add mod ord">
        <pc:chgData name="Shubhendu Kumar Singh" userId="461b01912b5747a3" providerId="LiveId" clId="{F8A85157-E817-47ED-9103-DE8D33375D5B}" dt="2025-02-27T02:33:59.601" v="685" actId="14100"/>
        <pc:sldMkLst>
          <pc:docMk/>
          <pc:sldMk cId="2407164125" sldId="487"/>
        </pc:sldMkLst>
      </pc:sldChg>
    </pc:docChg>
  </pc:docChgLst>
  <pc:docChgLst>
    <pc:chgData name="Shubhendu Kumar Singh" userId="461b01912b5747a3" providerId="LiveId" clId="{0E4A160C-6965-4536-8DFF-AF26EF05FB7E}"/>
    <pc:docChg chg="undo custSel addSld delSld modSld sldOrd">
      <pc:chgData name="Shubhendu Kumar Singh" userId="461b01912b5747a3" providerId="LiveId" clId="{0E4A160C-6965-4536-8DFF-AF26EF05FB7E}" dt="2024-11-07T16:59:57.685" v="3124" actId="47"/>
      <pc:docMkLst>
        <pc:docMk/>
      </pc:docMkLst>
      <pc:sldChg chg="modSp mod">
        <pc:chgData name="Shubhendu Kumar Singh" userId="461b01912b5747a3" providerId="LiveId" clId="{0E4A160C-6965-4536-8DFF-AF26EF05FB7E}" dt="2024-11-04T05:57:54.212" v="285" actId="20577"/>
        <pc:sldMkLst>
          <pc:docMk/>
          <pc:sldMk cId="3462350368" sldId="358"/>
        </pc:sldMkLst>
      </pc:sldChg>
      <pc:sldChg chg="addSp delSp modSp add mod ord">
        <pc:chgData name="Shubhendu Kumar Singh" userId="461b01912b5747a3" providerId="LiveId" clId="{0E4A160C-6965-4536-8DFF-AF26EF05FB7E}" dt="2024-11-07T06:17:33.391" v="2535" actId="20577"/>
        <pc:sldMkLst>
          <pc:docMk/>
          <pc:sldMk cId="1869610329" sldId="424"/>
        </pc:sldMkLst>
      </pc:sldChg>
      <pc:sldChg chg="add">
        <pc:chgData name="Shubhendu Kumar Singh" userId="461b01912b5747a3" providerId="LiveId" clId="{0E4A160C-6965-4536-8DFF-AF26EF05FB7E}" dt="2024-11-03T06:15:48.506" v="45" actId="2890"/>
        <pc:sldMkLst>
          <pc:docMk/>
          <pc:sldMk cId="1331353543" sldId="425"/>
        </pc:sldMkLst>
      </pc:sldChg>
      <pc:sldChg chg="addSp delSp modSp add mod">
        <pc:chgData name="Shubhendu Kumar Singh" userId="461b01912b5747a3" providerId="LiveId" clId="{0E4A160C-6965-4536-8DFF-AF26EF05FB7E}" dt="2024-11-05T03:32:44.723" v="1693" actId="20577"/>
        <pc:sldMkLst>
          <pc:docMk/>
          <pc:sldMk cId="2735324592" sldId="426"/>
        </pc:sldMkLst>
      </pc:sldChg>
      <pc:sldChg chg="delSp modSp add mod ord delAnim">
        <pc:chgData name="Shubhendu Kumar Singh" userId="461b01912b5747a3" providerId="LiveId" clId="{0E4A160C-6965-4536-8DFF-AF26EF05FB7E}" dt="2024-11-07T03:10:13.382" v="2050" actId="1076"/>
        <pc:sldMkLst>
          <pc:docMk/>
          <pc:sldMk cId="3725155999" sldId="427"/>
        </pc:sldMkLst>
      </pc:sldChg>
      <pc:sldChg chg="add del">
        <pc:chgData name="Shubhendu Kumar Singh" userId="461b01912b5747a3" providerId="LiveId" clId="{0E4A160C-6965-4536-8DFF-AF26EF05FB7E}" dt="2024-11-05T07:27:12.036" v="2008" actId="2696"/>
        <pc:sldMkLst>
          <pc:docMk/>
          <pc:sldMk cId="331758838" sldId="428"/>
        </pc:sldMkLst>
      </pc:sldChg>
      <pc:sldChg chg="addSp delSp modSp add del mod">
        <pc:chgData name="Shubhendu Kumar Singh" userId="461b01912b5747a3" providerId="LiveId" clId="{0E4A160C-6965-4536-8DFF-AF26EF05FB7E}" dt="2024-11-07T04:23:57.338" v="2131" actId="47"/>
        <pc:sldMkLst>
          <pc:docMk/>
          <pc:sldMk cId="3567602749" sldId="429"/>
        </pc:sldMkLst>
      </pc:sldChg>
      <pc:sldChg chg="addSp delSp modSp add mod ord">
        <pc:chgData name="Shubhendu Kumar Singh" userId="461b01912b5747a3" providerId="LiveId" clId="{0E4A160C-6965-4536-8DFF-AF26EF05FB7E}" dt="2024-11-05T07:23:59.496" v="2007" actId="20577"/>
        <pc:sldMkLst>
          <pc:docMk/>
          <pc:sldMk cId="4292739304" sldId="430"/>
        </pc:sldMkLst>
      </pc:sldChg>
      <pc:sldChg chg="addSp delSp modSp add mod">
        <pc:chgData name="Shubhendu Kumar Singh" userId="461b01912b5747a3" providerId="LiveId" clId="{0E4A160C-6965-4536-8DFF-AF26EF05FB7E}" dt="2024-11-07T04:04:55.378" v="2117" actId="1076"/>
        <pc:sldMkLst>
          <pc:docMk/>
          <pc:sldMk cId="304010095" sldId="431"/>
        </pc:sldMkLst>
      </pc:sldChg>
      <pc:sldChg chg="modSp add del mod ord">
        <pc:chgData name="Shubhendu Kumar Singh" userId="461b01912b5747a3" providerId="LiveId" clId="{0E4A160C-6965-4536-8DFF-AF26EF05FB7E}" dt="2024-11-07T04:42:06.742" v="2231" actId="47"/>
        <pc:sldMkLst>
          <pc:docMk/>
          <pc:sldMk cId="251598858" sldId="432"/>
        </pc:sldMkLst>
      </pc:sldChg>
      <pc:sldChg chg="addSp delSp modSp add del mod">
        <pc:chgData name="Shubhendu Kumar Singh" userId="461b01912b5747a3" providerId="LiveId" clId="{0E4A160C-6965-4536-8DFF-AF26EF05FB7E}" dt="2024-11-07T04:42:03.322" v="2230" actId="47"/>
        <pc:sldMkLst>
          <pc:docMk/>
          <pc:sldMk cId="1329699615" sldId="433"/>
        </pc:sldMkLst>
      </pc:sldChg>
      <pc:sldChg chg="modSp add del mod ord">
        <pc:chgData name="Shubhendu Kumar Singh" userId="461b01912b5747a3" providerId="LiveId" clId="{0E4A160C-6965-4536-8DFF-AF26EF05FB7E}" dt="2024-11-07T04:28:11.296" v="2132" actId="47"/>
        <pc:sldMkLst>
          <pc:docMk/>
          <pc:sldMk cId="1385723288" sldId="433"/>
        </pc:sldMkLst>
      </pc:sldChg>
      <pc:sldChg chg="addSp modSp add mod ord">
        <pc:chgData name="Shubhendu Kumar Singh" userId="461b01912b5747a3" providerId="LiveId" clId="{0E4A160C-6965-4536-8DFF-AF26EF05FB7E}" dt="2024-11-07T08:11:18.209" v="2611" actId="20577"/>
        <pc:sldMkLst>
          <pc:docMk/>
          <pc:sldMk cId="4085001802" sldId="434"/>
        </pc:sldMkLst>
      </pc:sldChg>
      <pc:sldChg chg="modSp add mod">
        <pc:chgData name="Shubhendu Kumar Singh" userId="461b01912b5747a3" providerId="LiveId" clId="{0E4A160C-6965-4536-8DFF-AF26EF05FB7E}" dt="2024-11-07T08:10:59.686" v="2595" actId="20577"/>
        <pc:sldMkLst>
          <pc:docMk/>
          <pc:sldMk cId="1520957443" sldId="435"/>
        </pc:sldMkLst>
      </pc:sldChg>
      <pc:sldChg chg="addSp delSp modSp add mod">
        <pc:chgData name="Shubhendu Kumar Singh" userId="461b01912b5747a3" providerId="LiveId" clId="{0E4A160C-6965-4536-8DFF-AF26EF05FB7E}" dt="2024-11-07T12:19:06.614" v="3069" actId="1076"/>
        <pc:sldMkLst>
          <pc:docMk/>
          <pc:sldMk cId="1477373688" sldId="436"/>
        </pc:sldMkLst>
      </pc:sldChg>
      <pc:sldChg chg="modSp add mod ord">
        <pc:chgData name="Shubhendu Kumar Singh" userId="461b01912b5747a3" providerId="LiveId" clId="{0E4A160C-6965-4536-8DFF-AF26EF05FB7E}" dt="2024-11-07T08:15:43.609" v="3056" actId="20577"/>
        <pc:sldMkLst>
          <pc:docMk/>
          <pc:sldMk cId="2950768659" sldId="437"/>
        </pc:sldMkLst>
      </pc:sldChg>
      <pc:sldChg chg="addSp delSp modSp add del mod">
        <pc:chgData name="Shubhendu Kumar Singh" userId="461b01912b5747a3" providerId="LiveId" clId="{0E4A160C-6965-4536-8DFF-AF26EF05FB7E}" dt="2024-11-07T16:59:57.685" v="3124" actId="47"/>
        <pc:sldMkLst>
          <pc:docMk/>
          <pc:sldMk cId="2057211306" sldId="438"/>
        </pc:sldMkLst>
      </pc:sldChg>
      <pc:sldChg chg="modSp add del mod ord">
        <pc:chgData name="Shubhendu Kumar Singh" userId="461b01912b5747a3" providerId="LiveId" clId="{0E4A160C-6965-4536-8DFF-AF26EF05FB7E}" dt="2024-11-07T16:59:53.606" v="3123" actId="47"/>
        <pc:sldMkLst>
          <pc:docMk/>
          <pc:sldMk cId="2274286587" sldId="439"/>
        </pc:sldMkLst>
      </pc:sldChg>
    </pc:docChg>
  </pc:docChgLst>
  <pc:docChgLst>
    <pc:chgData name="Shubhendu Kumar Singh" userId="461b01912b5747a3" providerId="LiveId" clId="{02D4653C-9B20-4A86-894F-7000ABD9869B}"/>
    <pc:docChg chg="undo redo custSel addSld delSld modSld sldOrd">
      <pc:chgData name="Shubhendu Kumar Singh" userId="461b01912b5747a3" providerId="LiveId" clId="{02D4653C-9B20-4A86-894F-7000ABD9869B}" dt="2024-12-06T02:39:34.984" v="5397" actId="1076"/>
      <pc:docMkLst>
        <pc:docMk/>
      </pc:docMkLst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62350368" sldId="35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82193129" sldId="36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9733034" sldId="36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33855362" sldId="37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54630173" sldId="37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088277697" sldId="37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53818468" sldId="37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70631743" sldId="38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165754" sldId="38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18349" sldId="38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0997789" sldId="38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76155432" sldId="38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25223204" sldId="38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711533023" sldId="38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9381446" sldId="38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87042813" sldId="38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7521997" sldId="39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044542422" sldId="39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3987533" sldId="39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3246558" sldId="39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23061849" sldId="39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19553677" sldId="39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2810" sldId="39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35882729" sldId="39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621644" sldId="39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898871339" sldId="40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451253319" sldId="40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521842807" sldId="40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729759636" sldId="40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41515603" sldId="40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062768489" sldId="40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699170" sldId="40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59902114" sldId="40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674990936" sldId="40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8978580" sldId="40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08969727" sldId="41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60023958" sldId="41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07711479" sldId="41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9900268" sldId="41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986509641" sldId="41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7213750" sldId="41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71334923" sldId="41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188719388" sldId="41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28605426" sldId="41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04518301" sldId="41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66156269" sldId="42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986597373" sldId="42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469052448" sldId="42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49308559" sldId="423"/>
        </pc:sldMkLst>
      </pc:sldChg>
      <pc:sldChg chg="del">
        <pc:chgData name="Shubhendu Kumar Singh" userId="461b01912b5747a3" providerId="LiveId" clId="{02D4653C-9B20-4A86-894F-7000ABD9869B}" dt="2024-11-13T09:21:17.414" v="58" actId="47"/>
        <pc:sldMkLst>
          <pc:docMk/>
          <pc:sldMk cId="1869610329" sldId="42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331353543" sldId="425"/>
        </pc:sldMkLst>
      </pc:sldChg>
      <pc:sldChg chg="del ord">
        <pc:chgData name="Shubhendu Kumar Singh" userId="461b01912b5747a3" providerId="LiveId" clId="{02D4653C-9B20-4A86-894F-7000ABD9869B}" dt="2024-11-26T06:57:06.566" v="4603" actId="47"/>
        <pc:sldMkLst>
          <pc:docMk/>
          <pc:sldMk cId="2735324592" sldId="426"/>
        </pc:sldMkLst>
      </pc:sldChg>
      <pc:sldChg chg="addSp delSp modSp mod ord modAnim">
        <pc:chgData name="Shubhendu Kumar Singh" userId="461b01912b5747a3" providerId="LiveId" clId="{02D4653C-9B20-4A86-894F-7000ABD9869B}" dt="2024-11-14T02:39:18.099" v="2697"/>
        <pc:sldMkLst>
          <pc:docMk/>
          <pc:sldMk cId="3725155999" sldId="427"/>
        </pc:sldMkLst>
      </pc:sldChg>
      <pc:sldChg chg="del">
        <pc:chgData name="Shubhendu Kumar Singh" userId="461b01912b5747a3" providerId="LiveId" clId="{02D4653C-9B20-4A86-894F-7000ABD9869B}" dt="2024-11-13T09:21:42.985" v="66" actId="47"/>
        <pc:sldMkLst>
          <pc:docMk/>
          <pc:sldMk cId="304010095" sldId="431"/>
        </pc:sldMkLst>
      </pc:sldChg>
      <pc:sldChg chg="del">
        <pc:chgData name="Shubhendu Kumar Singh" userId="461b01912b5747a3" providerId="LiveId" clId="{02D4653C-9B20-4A86-894F-7000ABD9869B}" dt="2024-11-13T09:21:44.706" v="67" actId="47"/>
        <pc:sldMkLst>
          <pc:docMk/>
          <pc:sldMk cId="4085001802" sldId="43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520957443" sldId="435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1477373688" sldId="436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2950768659" sldId="437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4076220576" sldId="438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891528321" sldId="439"/>
        </pc:sldMkLst>
      </pc:sldChg>
      <pc:sldChg chg="modSp add mod ord">
        <pc:chgData name="Shubhendu Kumar Singh" userId="461b01912b5747a3" providerId="LiveId" clId="{02D4653C-9B20-4A86-894F-7000ABD9869B}" dt="2024-11-14T00:58:24.134" v="1528" actId="6549"/>
        <pc:sldMkLst>
          <pc:docMk/>
          <pc:sldMk cId="2944807018" sldId="440"/>
        </pc:sldMkLst>
      </pc:sldChg>
      <pc:sldChg chg="addSp delSp modSp add mod ord">
        <pc:chgData name="Shubhendu Kumar Singh" userId="461b01912b5747a3" providerId="LiveId" clId="{02D4653C-9B20-4A86-894F-7000ABD9869B}" dt="2024-11-13T09:33:36.711" v="118" actId="14100"/>
        <pc:sldMkLst>
          <pc:docMk/>
          <pc:sldMk cId="3500109330" sldId="441"/>
        </pc:sldMkLst>
      </pc:sldChg>
      <pc:sldChg chg="addSp delSp modSp add mod">
        <pc:chgData name="Shubhendu Kumar Singh" userId="461b01912b5747a3" providerId="LiveId" clId="{02D4653C-9B20-4A86-894F-7000ABD9869B}" dt="2024-11-13T09:31:46.626" v="101" actId="1076"/>
        <pc:sldMkLst>
          <pc:docMk/>
          <pc:sldMk cId="932135082" sldId="442"/>
        </pc:sldMkLst>
      </pc:sldChg>
      <pc:sldChg chg="addSp delSp modSp add mod">
        <pc:chgData name="Shubhendu Kumar Singh" userId="461b01912b5747a3" providerId="LiveId" clId="{02D4653C-9B20-4A86-894F-7000ABD9869B}" dt="2024-12-03T02:08:07.750" v="4683" actId="1076"/>
        <pc:sldMkLst>
          <pc:docMk/>
          <pc:sldMk cId="495320295" sldId="443"/>
        </pc:sldMkLst>
      </pc:sldChg>
      <pc:sldChg chg="addSp delSp modSp add mod ord">
        <pc:chgData name="Shubhendu Kumar Singh" userId="461b01912b5747a3" providerId="LiveId" clId="{02D4653C-9B20-4A86-894F-7000ABD9869B}" dt="2024-11-13T22:32:09.210" v="974" actId="1076"/>
        <pc:sldMkLst>
          <pc:docMk/>
          <pc:sldMk cId="4145754570" sldId="444"/>
        </pc:sldMkLst>
      </pc:sldChg>
      <pc:sldChg chg="addSp delSp modSp add mod ord">
        <pc:chgData name="Shubhendu Kumar Singh" userId="461b01912b5747a3" providerId="LiveId" clId="{02D4653C-9B20-4A86-894F-7000ABD9869B}" dt="2024-11-14T06:01:25.246" v="3679" actId="20577"/>
        <pc:sldMkLst>
          <pc:docMk/>
          <pc:sldMk cId="2885965486" sldId="445"/>
        </pc:sldMkLst>
      </pc:sldChg>
      <pc:sldChg chg="modSp add mod ord">
        <pc:chgData name="Shubhendu Kumar Singh" userId="461b01912b5747a3" providerId="LiveId" clId="{02D4653C-9B20-4A86-894F-7000ABD9869B}" dt="2024-11-14T02:28:33.279" v="2471" actId="20577"/>
        <pc:sldMkLst>
          <pc:docMk/>
          <pc:sldMk cId="1866640217" sldId="446"/>
        </pc:sldMkLst>
      </pc:sldChg>
      <pc:sldChg chg="addSp delSp modSp add mod ord">
        <pc:chgData name="Shubhendu Kumar Singh" userId="461b01912b5747a3" providerId="LiveId" clId="{02D4653C-9B20-4A86-894F-7000ABD9869B}" dt="2024-11-14T01:01:32.482" v="1573" actId="1076"/>
        <pc:sldMkLst>
          <pc:docMk/>
          <pc:sldMk cId="1356373293" sldId="447"/>
        </pc:sldMkLst>
      </pc:sldChg>
      <pc:sldChg chg="addSp delSp modSp add mod ord">
        <pc:chgData name="Shubhendu Kumar Singh" userId="461b01912b5747a3" providerId="LiveId" clId="{02D4653C-9B20-4A86-894F-7000ABD9869B}" dt="2024-11-14T01:02:28.132" v="1585" actId="14100"/>
        <pc:sldMkLst>
          <pc:docMk/>
          <pc:sldMk cId="3677341236" sldId="448"/>
        </pc:sldMkLst>
      </pc:sldChg>
      <pc:sldChg chg="addSp delSp modSp add del mod ord">
        <pc:chgData name="Shubhendu Kumar Singh" userId="461b01912b5747a3" providerId="LiveId" clId="{02D4653C-9B20-4A86-894F-7000ABD9869B}" dt="2024-11-14T02:07:54.986" v="2024" actId="47"/>
        <pc:sldMkLst>
          <pc:docMk/>
          <pc:sldMk cId="1841129783" sldId="449"/>
        </pc:sldMkLst>
      </pc:sldChg>
      <pc:sldChg chg="addSp delSp modSp add mod setBg">
        <pc:chgData name="Shubhendu Kumar Singh" userId="461b01912b5747a3" providerId="LiveId" clId="{02D4653C-9B20-4A86-894F-7000ABD9869B}" dt="2024-11-14T03:04:55.113" v="2718" actId="1582"/>
        <pc:sldMkLst>
          <pc:docMk/>
          <pc:sldMk cId="4212799720" sldId="450"/>
        </pc:sldMkLst>
      </pc:sldChg>
      <pc:sldChg chg="modSp add mod ord">
        <pc:chgData name="Shubhendu Kumar Singh" userId="461b01912b5747a3" providerId="LiveId" clId="{02D4653C-9B20-4A86-894F-7000ABD9869B}" dt="2024-11-18T06:07:31.236" v="3814" actId="20577"/>
        <pc:sldMkLst>
          <pc:docMk/>
          <pc:sldMk cId="1014711234" sldId="451"/>
        </pc:sldMkLst>
      </pc:sldChg>
      <pc:sldChg chg="addSp delSp modSp add mod ord">
        <pc:chgData name="Shubhendu Kumar Singh" userId="461b01912b5747a3" providerId="LiveId" clId="{02D4653C-9B20-4A86-894F-7000ABD9869B}" dt="2024-11-26T06:48:31.288" v="4602" actId="478"/>
        <pc:sldMkLst>
          <pc:docMk/>
          <pc:sldMk cId="3229367106" sldId="452"/>
        </pc:sldMkLst>
      </pc:sldChg>
      <pc:sldChg chg="addSp delSp modSp add mod ord">
        <pc:chgData name="Shubhendu Kumar Singh" userId="461b01912b5747a3" providerId="LiveId" clId="{02D4653C-9B20-4A86-894F-7000ABD9869B}" dt="2024-11-14T04:33:35.059" v="2825" actId="14100"/>
        <pc:sldMkLst>
          <pc:docMk/>
          <pc:sldMk cId="925879224" sldId="453"/>
        </pc:sldMkLst>
      </pc:sldChg>
      <pc:sldChg chg="addSp delSp modSp add mod ord">
        <pc:chgData name="Shubhendu Kumar Singh" userId="461b01912b5747a3" providerId="LiveId" clId="{02D4653C-9B20-4A86-894F-7000ABD9869B}" dt="2024-11-14T05:43:56.784" v="3677" actId="20577"/>
        <pc:sldMkLst>
          <pc:docMk/>
          <pc:sldMk cId="1626087198" sldId="454"/>
        </pc:sldMkLst>
      </pc:sldChg>
      <pc:sldChg chg="addSp delSp modSp add del mod ord">
        <pc:chgData name="Shubhendu Kumar Singh" userId="461b01912b5747a3" providerId="LiveId" clId="{02D4653C-9B20-4A86-894F-7000ABD9869B}" dt="2024-11-19T23:42:48.262" v="4108" actId="1076"/>
        <pc:sldMkLst>
          <pc:docMk/>
          <pc:sldMk cId="392483643" sldId="455"/>
        </pc:sldMkLst>
      </pc:sldChg>
      <pc:sldChg chg="add del ord">
        <pc:chgData name="Shubhendu Kumar Singh" userId="461b01912b5747a3" providerId="LiveId" clId="{02D4653C-9B20-4A86-894F-7000ABD9869B}" dt="2024-11-16T02:07:48.938" v="3683" actId="47"/>
        <pc:sldMkLst>
          <pc:docMk/>
          <pc:sldMk cId="3146303548" sldId="455"/>
        </pc:sldMkLst>
      </pc:sldChg>
      <pc:sldChg chg="addSp delSp modSp add del mod ord">
        <pc:chgData name="Shubhendu Kumar Singh" userId="461b01912b5747a3" providerId="LiveId" clId="{02D4653C-9B20-4A86-894F-7000ABD9869B}" dt="2024-11-19T05:09:23.312" v="3823" actId="47"/>
        <pc:sldMkLst>
          <pc:docMk/>
          <pc:sldMk cId="4174847656" sldId="456"/>
        </pc:sldMkLst>
      </pc:sldChg>
      <pc:sldChg chg="delSp add del mod ord">
        <pc:chgData name="Shubhendu Kumar Singh" userId="461b01912b5747a3" providerId="LiveId" clId="{02D4653C-9B20-4A86-894F-7000ABD9869B}" dt="2024-11-18T06:17:12.105" v="3817" actId="47"/>
        <pc:sldMkLst>
          <pc:docMk/>
          <pc:sldMk cId="2557570298" sldId="457"/>
        </pc:sldMkLst>
      </pc:sldChg>
      <pc:sldChg chg="delSp add del mod">
        <pc:chgData name="Shubhendu Kumar Singh" userId="461b01912b5747a3" providerId="LiveId" clId="{02D4653C-9B20-4A86-894F-7000ABD9869B}" dt="2024-11-19T05:09:06.697" v="3822" actId="2696"/>
        <pc:sldMkLst>
          <pc:docMk/>
          <pc:sldMk cId="3636388766" sldId="457"/>
        </pc:sldMkLst>
      </pc:sldChg>
      <pc:sldChg chg="add del">
        <pc:chgData name="Shubhendu Kumar Singh" userId="461b01912b5747a3" providerId="LiveId" clId="{02D4653C-9B20-4A86-894F-7000ABD9869B}" dt="2024-11-19T05:09:06.697" v="3822" actId="2696"/>
        <pc:sldMkLst>
          <pc:docMk/>
          <pc:sldMk cId="1295701564" sldId="458"/>
        </pc:sldMkLst>
      </pc:sldChg>
      <pc:sldChg chg="delSp modSp add mod ord">
        <pc:chgData name="Shubhendu Kumar Singh" userId="461b01912b5747a3" providerId="LiveId" clId="{02D4653C-9B20-4A86-894F-7000ABD9869B}" dt="2024-11-19T23:20:52.915" v="3874" actId="20577"/>
        <pc:sldMkLst>
          <pc:docMk/>
          <pc:sldMk cId="2017827870" sldId="472"/>
        </pc:sldMkLst>
      </pc:sldChg>
      <pc:sldChg chg="add">
        <pc:chgData name="Shubhendu Kumar Singh" userId="461b01912b5747a3" providerId="LiveId" clId="{02D4653C-9B20-4A86-894F-7000ABD9869B}" dt="2024-11-19T23:21:02.676" v="3875" actId="2890"/>
        <pc:sldMkLst>
          <pc:docMk/>
          <pc:sldMk cId="3635191793" sldId="473"/>
        </pc:sldMkLst>
      </pc:sldChg>
      <pc:sldChg chg="add">
        <pc:chgData name="Shubhendu Kumar Singh" userId="461b01912b5747a3" providerId="LiveId" clId="{02D4653C-9B20-4A86-894F-7000ABD9869B}" dt="2024-11-19T23:31:48.633" v="3992" actId="2890"/>
        <pc:sldMkLst>
          <pc:docMk/>
          <pc:sldMk cId="4006462711" sldId="474"/>
        </pc:sldMkLst>
      </pc:sldChg>
      <pc:sldChg chg="addSp delSp modSp add mod ord">
        <pc:chgData name="Shubhendu Kumar Singh" userId="461b01912b5747a3" providerId="LiveId" clId="{02D4653C-9B20-4A86-894F-7000ABD9869B}" dt="2024-11-26T07:01:55.984" v="4638" actId="14100"/>
        <pc:sldMkLst>
          <pc:docMk/>
          <pc:sldMk cId="127027669" sldId="475"/>
        </pc:sldMkLst>
      </pc:sldChg>
      <pc:sldChg chg="addSp delSp modSp add mod ord">
        <pc:chgData name="Shubhendu Kumar Singh" userId="461b01912b5747a3" providerId="LiveId" clId="{02D4653C-9B20-4A86-894F-7000ABD9869B}" dt="2024-12-06T02:34:04.085" v="5374" actId="478"/>
        <pc:sldMkLst>
          <pc:docMk/>
          <pc:sldMk cId="2979823947" sldId="476"/>
        </pc:sldMkLst>
      </pc:sldChg>
      <pc:sldChg chg="addSp delSp modSp add mod">
        <pc:chgData name="Shubhendu Kumar Singh" userId="461b01912b5747a3" providerId="LiveId" clId="{02D4653C-9B20-4A86-894F-7000ABD9869B}" dt="2024-11-30T04:48:20.056" v="4675" actId="1076"/>
        <pc:sldMkLst>
          <pc:docMk/>
          <pc:sldMk cId="1853082879" sldId="477"/>
        </pc:sldMkLst>
      </pc:sldChg>
      <pc:sldChg chg="modSp add del mod">
        <pc:chgData name="Shubhendu Kumar Singh" userId="461b01912b5747a3" providerId="LiveId" clId="{02D4653C-9B20-4A86-894F-7000ABD9869B}" dt="2024-11-28T04:57:39.615" v="4673" actId="47"/>
        <pc:sldMkLst>
          <pc:docMk/>
          <pc:sldMk cId="759669890" sldId="478"/>
        </pc:sldMkLst>
      </pc:sldChg>
      <pc:sldChg chg="addSp delSp modSp add mod">
        <pc:chgData name="Shubhendu Kumar Singh" userId="461b01912b5747a3" providerId="LiveId" clId="{02D4653C-9B20-4A86-894F-7000ABD9869B}" dt="2024-12-06T00:05:09.523" v="5237" actId="1076"/>
        <pc:sldMkLst>
          <pc:docMk/>
          <pc:sldMk cId="3946934369" sldId="478"/>
        </pc:sldMkLst>
      </pc:sldChg>
      <pc:sldChg chg="addSp delSp modSp add mod">
        <pc:chgData name="Shubhendu Kumar Singh" userId="461b01912b5747a3" providerId="LiveId" clId="{02D4653C-9B20-4A86-894F-7000ABD9869B}" dt="2024-12-05T23:58:15.211" v="5186" actId="14100"/>
        <pc:sldMkLst>
          <pc:docMk/>
          <pc:sldMk cId="2442688752" sldId="479"/>
        </pc:sldMkLst>
      </pc:sldChg>
      <pc:sldChg chg="addSp delSp modSp add mod">
        <pc:chgData name="Shubhendu Kumar Singh" userId="461b01912b5747a3" providerId="LiveId" clId="{02D4653C-9B20-4A86-894F-7000ABD9869B}" dt="2024-12-04T19:12:18.909" v="4901" actId="207"/>
        <pc:sldMkLst>
          <pc:docMk/>
          <pc:sldMk cId="421877273" sldId="480"/>
        </pc:sldMkLst>
      </pc:sldChg>
      <pc:sldChg chg="addSp delSp modSp add mod">
        <pc:chgData name="Shubhendu Kumar Singh" userId="461b01912b5747a3" providerId="LiveId" clId="{02D4653C-9B20-4A86-894F-7000ABD9869B}" dt="2024-12-04T22:13:48.815" v="4963" actId="14100"/>
        <pc:sldMkLst>
          <pc:docMk/>
          <pc:sldMk cId="2244522489" sldId="481"/>
        </pc:sldMkLst>
      </pc:sldChg>
      <pc:sldChg chg="addSp delSp modSp add del mod">
        <pc:chgData name="Shubhendu Kumar Singh" userId="461b01912b5747a3" providerId="LiveId" clId="{02D4653C-9B20-4A86-894F-7000ABD9869B}" dt="2024-12-06T00:02:48.819" v="5213" actId="47"/>
        <pc:sldMkLst>
          <pc:docMk/>
          <pc:sldMk cId="3804403277" sldId="482"/>
        </pc:sldMkLst>
      </pc:sldChg>
      <pc:sldChg chg="addSp delSp modSp add mod">
        <pc:chgData name="Shubhendu Kumar Singh" userId="461b01912b5747a3" providerId="LiveId" clId="{02D4653C-9B20-4A86-894F-7000ABD9869B}" dt="2024-12-05T06:33:58.039" v="5116" actId="14100"/>
        <pc:sldMkLst>
          <pc:docMk/>
          <pc:sldMk cId="4241874730" sldId="483"/>
        </pc:sldMkLst>
      </pc:sldChg>
      <pc:sldChg chg="addSp delSp modSp add mod ord">
        <pc:chgData name="Shubhendu Kumar Singh" userId="461b01912b5747a3" providerId="LiveId" clId="{02D4653C-9B20-4A86-894F-7000ABD9869B}" dt="2024-12-06T02:39:34.984" v="5397" actId="1076"/>
        <pc:sldMkLst>
          <pc:docMk/>
          <pc:sldMk cId="3983696921" sldId="484"/>
        </pc:sldMkLst>
      </pc:sldChg>
      <pc:sldChg chg="addSp delSp modSp add mod">
        <pc:chgData name="Shubhendu Kumar Singh" userId="461b01912b5747a3" providerId="LiveId" clId="{02D4653C-9B20-4A86-894F-7000ABD9869B}" dt="2024-12-06T00:07:31.251" v="5256" actId="14100"/>
        <pc:sldMkLst>
          <pc:docMk/>
          <pc:sldMk cId="145135501" sldId="485"/>
        </pc:sldMkLst>
      </pc:sldChg>
      <pc:sldChg chg="delSp modSp add del mod">
        <pc:chgData name="Shubhendu Kumar Singh" userId="461b01912b5747a3" providerId="LiveId" clId="{02D4653C-9B20-4A86-894F-7000ABD9869B}" dt="2024-12-05T23:55:21.315" v="5163" actId="47"/>
        <pc:sldMkLst>
          <pc:docMk/>
          <pc:sldMk cId="3917741220" sldId="485"/>
        </pc:sldMkLst>
      </pc:sldChg>
      <pc:sldChg chg="add">
        <pc:chgData name="Shubhendu Kumar Singh" userId="461b01912b5747a3" providerId="LiveId" clId="{02D4653C-9B20-4A86-894F-7000ABD9869B}" dt="2024-12-06T00:02:30.499" v="5210" actId="2890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4C033E9-66D6-415E-853D-B4DEABD9780C}"/>
    <pc:docChg chg="custSel addSld delSld modSld">
      <pc:chgData name="Shubhendu Kumar Singh" userId="461b01912b5747a3" providerId="LiveId" clId="{F4C033E9-66D6-415E-853D-B4DEABD9780C}" dt="2025-04-17T05:40:54.565" v="645" actId="1076"/>
      <pc:docMkLst>
        <pc:docMk/>
      </pc:docMkLst>
      <pc:sldChg chg="addSp modSp add mod">
        <pc:chgData name="Shubhendu Kumar Singh" userId="461b01912b5747a3" providerId="LiveId" clId="{F4C033E9-66D6-415E-853D-B4DEABD9780C}" dt="2025-04-17T05:27:48.946" v="174" actId="1076"/>
        <pc:sldMkLst>
          <pc:docMk/>
          <pc:sldMk cId="2995265310" sldId="681"/>
        </pc:sldMkLst>
      </pc:sldChg>
      <pc:sldChg chg="modSp add mod">
        <pc:chgData name="Shubhendu Kumar Singh" userId="461b01912b5747a3" providerId="LiveId" clId="{F4C033E9-66D6-415E-853D-B4DEABD9780C}" dt="2025-04-17T05:35:22.842" v="576" actId="20577"/>
        <pc:sldMkLst>
          <pc:docMk/>
          <pc:sldMk cId="3469295987" sldId="682"/>
        </pc:sldMkLst>
      </pc:sldChg>
      <pc:sldChg chg="addSp delSp modSp add mod">
        <pc:chgData name="Shubhendu Kumar Singh" userId="461b01912b5747a3" providerId="LiveId" clId="{F4C033E9-66D6-415E-853D-B4DEABD9780C}" dt="2025-04-17T05:36:47.163" v="584" actId="14100"/>
        <pc:sldMkLst>
          <pc:docMk/>
          <pc:sldMk cId="899485800" sldId="683"/>
        </pc:sldMkLst>
      </pc:sldChg>
      <pc:sldChg chg="addSp delSp modSp add mod">
        <pc:chgData name="Shubhendu Kumar Singh" userId="461b01912b5747a3" providerId="LiveId" clId="{F4C033E9-66D6-415E-853D-B4DEABD9780C}" dt="2025-04-17T05:37:51.530" v="603" actId="1076"/>
        <pc:sldMkLst>
          <pc:docMk/>
          <pc:sldMk cId="1350413089" sldId="684"/>
        </pc:sldMkLst>
      </pc:sldChg>
      <pc:sldChg chg="delSp add del mod">
        <pc:chgData name="Shubhendu Kumar Singh" userId="461b01912b5747a3" providerId="LiveId" clId="{F4C033E9-66D6-415E-853D-B4DEABD9780C}" dt="2025-04-17T05:38:23.124" v="605" actId="47"/>
        <pc:sldMkLst>
          <pc:docMk/>
          <pc:sldMk cId="2338973870" sldId="685"/>
        </pc:sldMkLst>
      </pc:sldChg>
      <pc:sldChg chg="addSp delSp modSp add mod">
        <pc:chgData name="Shubhendu Kumar Singh" userId="461b01912b5747a3" providerId="LiveId" clId="{F4C033E9-66D6-415E-853D-B4DEABD9780C}" dt="2025-04-17T05:39:17.213" v="621" actId="14100"/>
        <pc:sldMkLst>
          <pc:docMk/>
          <pc:sldMk cId="2819302231" sldId="686"/>
        </pc:sldMkLst>
      </pc:sldChg>
      <pc:sldChg chg="addSp delSp modSp add mod">
        <pc:chgData name="Shubhendu Kumar Singh" userId="461b01912b5747a3" providerId="LiveId" clId="{F4C033E9-66D6-415E-853D-B4DEABD9780C}" dt="2025-04-17T05:40:36.097" v="640" actId="14100"/>
        <pc:sldMkLst>
          <pc:docMk/>
          <pc:sldMk cId="3339528629" sldId="687"/>
        </pc:sldMkLst>
      </pc:sldChg>
      <pc:sldChg chg="addSp delSp modSp add mod">
        <pc:chgData name="Shubhendu Kumar Singh" userId="461b01912b5747a3" providerId="LiveId" clId="{F4C033E9-66D6-415E-853D-B4DEABD9780C}" dt="2025-04-17T05:40:54.565" v="645" actId="1076"/>
        <pc:sldMkLst>
          <pc:docMk/>
          <pc:sldMk cId="110895762" sldId="688"/>
        </pc:sldMkLst>
      </pc:sldChg>
    </pc:docChg>
  </pc:docChgLst>
  <pc:docChgLst>
    <pc:chgData name="Shubhendu Kumar Singh" userId="461b01912b5747a3" providerId="LiveId" clId="{453890BB-00DE-4E7F-B8B9-4ECB17253CFF}"/>
    <pc:docChg chg="undo custSel addSld delSld modSld">
      <pc:chgData name="Shubhendu Kumar Singh" userId="461b01912b5747a3" providerId="LiveId" clId="{453890BB-00DE-4E7F-B8B9-4ECB17253CFF}" dt="2025-07-02T10:01:28.586" v="752" actId="20577"/>
      <pc:docMkLst>
        <pc:docMk/>
      </pc:docMkLst>
      <pc:sldChg chg="modSp add mod">
        <pc:chgData name="Shubhendu Kumar Singh" userId="461b01912b5747a3" providerId="LiveId" clId="{453890BB-00DE-4E7F-B8B9-4ECB17253CFF}" dt="2025-07-02T10:01:28.586" v="752" actId="20577"/>
        <pc:sldMkLst>
          <pc:docMk/>
          <pc:sldMk cId="986605692" sldId="690"/>
        </pc:sldMkLst>
      </pc:sldChg>
      <pc:sldChg chg="addSp modSp add mod">
        <pc:chgData name="Shubhendu Kumar Singh" userId="461b01912b5747a3" providerId="LiveId" clId="{453890BB-00DE-4E7F-B8B9-4ECB17253CFF}" dt="2025-07-02T10:01:13.293" v="746" actId="14100"/>
        <pc:sldMkLst>
          <pc:docMk/>
          <pc:sldMk cId="1119254114" sldId="691"/>
        </pc:sldMkLst>
      </pc:sldChg>
      <pc:sldChg chg="addSp delSp modSp add mod">
        <pc:chgData name="Shubhendu Kumar Singh" userId="461b01912b5747a3" providerId="LiveId" clId="{453890BB-00DE-4E7F-B8B9-4ECB17253CFF}" dt="2025-07-02T09:51:24.719" v="215" actId="1076"/>
        <pc:sldMkLst>
          <pc:docMk/>
          <pc:sldMk cId="227533885" sldId="692"/>
        </pc:sldMkLst>
      </pc:sldChg>
      <pc:sldChg chg="addSp delSp modSp add mod">
        <pc:chgData name="Shubhendu Kumar Singh" userId="461b01912b5747a3" providerId="LiveId" clId="{453890BB-00DE-4E7F-B8B9-4ECB17253CFF}" dt="2025-07-02T09:54:27.366" v="269" actId="14100"/>
        <pc:sldMkLst>
          <pc:docMk/>
          <pc:sldMk cId="1090846173" sldId="693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3095174841" sldId="694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1488759902" sldId="695"/>
        </pc:sldMkLst>
      </pc:sldChg>
      <pc:sldChg chg="add del">
        <pc:chgData name="Shubhendu Kumar Singh" userId="461b01912b5747a3" providerId="LiveId" clId="{453890BB-00DE-4E7F-B8B9-4ECB17253CFF}" dt="2025-07-02T09:51:46.174" v="217" actId="47"/>
        <pc:sldMkLst>
          <pc:docMk/>
          <pc:sldMk cId="2859791482" sldId="696"/>
        </pc:sldMkLst>
      </pc:sldChg>
    </pc:docChg>
  </pc:docChgLst>
  <pc:docChgLst>
    <pc:chgData name="Shubhendu Kumar Singh" userId="461b01912b5747a3" providerId="LiveId" clId="{8C8C3555-911D-4968-B035-6E6B9AD04DE2}"/>
    <pc:docChg chg="undo custSel addSld delSld modSld sldOrd">
      <pc:chgData name="Shubhendu Kumar Singh" userId="461b01912b5747a3" providerId="LiveId" clId="{8C8C3555-911D-4968-B035-6E6B9AD04DE2}" dt="2025-03-27T06:28:00.038" v="4108" actId="20577"/>
      <pc:docMkLst>
        <pc:docMk/>
      </pc:docMkLst>
      <pc:sldChg chg="modSp mod">
        <pc:chgData name="Shubhendu Kumar Singh" userId="461b01912b5747a3" providerId="LiveId" clId="{8C8C3555-911D-4968-B035-6E6B9AD04DE2}" dt="2025-03-11T14:09:50.748" v="2"/>
        <pc:sldMkLst>
          <pc:docMk/>
          <pc:sldMk cId="3346972684" sldId="509"/>
        </pc:sldMkLst>
      </pc:sldChg>
      <pc:sldChg chg="modSp mod">
        <pc:chgData name="Shubhendu Kumar Singh" userId="461b01912b5747a3" providerId="LiveId" clId="{8C8C3555-911D-4968-B035-6E6B9AD04DE2}" dt="2025-03-11T14:10:26.535" v="7" actId="20577"/>
        <pc:sldMkLst>
          <pc:docMk/>
          <pc:sldMk cId="1893429320" sldId="510"/>
        </pc:sldMkLst>
      </pc:sldChg>
      <pc:sldChg chg="modSp mod">
        <pc:chgData name="Shubhendu Kumar Singh" userId="461b01912b5747a3" providerId="LiveId" clId="{8C8C3555-911D-4968-B035-6E6B9AD04DE2}" dt="2025-03-11T14:11:28.022" v="50" actId="1076"/>
        <pc:sldMkLst>
          <pc:docMk/>
          <pc:sldMk cId="1203119408" sldId="511"/>
        </pc:sldMkLst>
      </pc:sldChg>
      <pc:sldChg chg="modSp mod">
        <pc:chgData name="Shubhendu Kumar Singh" userId="461b01912b5747a3" providerId="LiveId" clId="{8C8C3555-911D-4968-B035-6E6B9AD04DE2}" dt="2025-03-11T14:22:20.968" v="313" actId="20577"/>
        <pc:sldMkLst>
          <pc:docMk/>
          <pc:sldMk cId="3904822695" sldId="512"/>
        </pc:sldMkLst>
      </pc:sldChg>
      <pc:sldChg chg="addSp delSp modSp mod">
        <pc:chgData name="Shubhendu Kumar Singh" userId="461b01912b5747a3" providerId="LiveId" clId="{8C8C3555-911D-4968-B035-6E6B9AD04DE2}" dt="2025-03-11T14:17:31.636" v="238" actId="1076"/>
        <pc:sldMkLst>
          <pc:docMk/>
          <pc:sldMk cId="3740521590" sldId="513"/>
        </pc:sldMkLst>
      </pc:sldChg>
      <pc:sldChg chg="addSp delSp modSp mod">
        <pc:chgData name="Shubhendu Kumar Singh" userId="461b01912b5747a3" providerId="LiveId" clId="{8C8C3555-911D-4968-B035-6E6B9AD04DE2}" dt="2025-03-11T14:18:37.791" v="255" actId="1076"/>
        <pc:sldMkLst>
          <pc:docMk/>
          <pc:sldMk cId="1148029737" sldId="514"/>
        </pc:sldMkLst>
      </pc:sldChg>
      <pc:sldChg chg="addSp delSp modSp mod">
        <pc:chgData name="Shubhendu Kumar Singh" userId="461b01912b5747a3" providerId="LiveId" clId="{8C8C3555-911D-4968-B035-6E6B9AD04DE2}" dt="2025-03-11T14:20:35.635" v="283" actId="14100"/>
        <pc:sldMkLst>
          <pc:docMk/>
          <pc:sldMk cId="2389770654" sldId="515"/>
        </pc:sldMkLst>
      </pc:sldChg>
      <pc:sldChg chg="addSp delSp modSp mod">
        <pc:chgData name="Shubhendu Kumar Singh" userId="461b01912b5747a3" providerId="LiveId" clId="{8C8C3555-911D-4968-B035-6E6B9AD04DE2}" dt="2025-03-11T14:22:00.583" v="301" actId="1076"/>
        <pc:sldMkLst>
          <pc:docMk/>
          <pc:sldMk cId="1131296145" sldId="516"/>
        </pc:sldMkLst>
      </pc:sldChg>
      <pc:sldChg chg="modSp mod">
        <pc:chgData name="Shubhendu Kumar Singh" userId="461b01912b5747a3" providerId="LiveId" clId="{8C8C3555-911D-4968-B035-6E6B9AD04DE2}" dt="2025-03-11T14:22:46.769" v="317" actId="20577"/>
        <pc:sldMkLst>
          <pc:docMk/>
          <pc:sldMk cId="2596716300" sldId="517"/>
        </pc:sldMkLst>
      </pc:sldChg>
      <pc:sldChg chg="addSp delSp modSp mod">
        <pc:chgData name="Shubhendu Kumar Singh" userId="461b01912b5747a3" providerId="LiveId" clId="{8C8C3555-911D-4968-B035-6E6B9AD04DE2}" dt="2025-03-11T14:23:32.239" v="327" actId="14100"/>
        <pc:sldMkLst>
          <pc:docMk/>
          <pc:sldMk cId="2480954452" sldId="518"/>
        </pc:sldMkLst>
      </pc:sldChg>
      <pc:sldChg chg="addSp delSp modSp mod">
        <pc:chgData name="Shubhendu Kumar Singh" userId="461b01912b5747a3" providerId="LiveId" clId="{8C8C3555-911D-4968-B035-6E6B9AD04DE2}" dt="2025-03-11T14:25:09.168" v="345" actId="1076"/>
        <pc:sldMkLst>
          <pc:docMk/>
          <pc:sldMk cId="2939457405" sldId="519"/>
        </pc:sldMkLst>
      </pc:sldChg>
      <pc:sldChg chg="addSp delSp modSp mod">
        <pc:chgData name="Shubhendu Kumar Singh" userId="461b01912b5747a3" providerId="LiveId" clId="{8C8C3555-911D-4968-B035-6E6B9AD04DE2}" dt="2025-03-11T14:26:21.066" v="360" actId="14100"/>
        <pc:sldMkLst>
          <pc:docMk/>
          <pc:sldMk cId="4008981139" sldId="520"/>
        </pc:sldMkLst>
      </pc:sldChg>
      <pc:sldChg chg="addSp delSp modSp mod">
        <pc:chgData name="Shubhendu Kumar Singh" userId="461b01912b5747a3" providerId="LiveId" clId="{8C8C3555-911D-4968-B035-6E6B9AD04DE2}" dt="2025-03-11T14:27:26.969" v="376" actId="14100"/>
        <pc:sldMkLst>
          <pc:docMk/>
          <pc:sldMk cId="1294647914" sldId="521"/>
        </pc:sldMkLst>
      </pc:sldChg>
      <pc:sldChg chg="modSp mod">
        <pc:chgData name="Shubhendu Kumar Singh" userId="461b01912b5747a3" providerId="LiveId" clId="{8C8C3555-911D-4968-B035-6E6B9AD04DE2}" dt="2025-03-11T14:27:51.663" v="380" actId="20577"/>
        <pc:sldMkLst>
          <pc:docMk/>
          <pc:sldMk cId="4015657172" sldId="522"/>
        </pc:sldMkLst>
      </pc:sldChg>
      <pc:sldChg chg="addSp delSp modSp mod">
        <pc:chgData name="Shubhendu Kumar Singh" userId="461b01912b5747a3" providerId="LiveId" clId="{8C8C3555-911D-4968-B035-6E6B9AD04DE2}" dt="2025-03-11T14:28:26.074" v="389" actId="14100"/>
        <pc:sldMkLst>
          <pc:docMk/>
          <pc:sldMk cId="2806121313" sldId="523"/>
        </pc:sldMkLst>
      </pc:sldChg>
      <pc:sldChg chg="addSp delSp modSp mod">
        <pc:chgData name="Shubhendu Kumar Singh" userId="461b01912b5747a3" providerId="LiveId" clId="{8C8C3555-911D-4968-B035-6E6B9AD04DE2}" dt="2025-03-11T14:29:31.242" v="407" actId="1076"/>
        <pc:sldMkLst>
          <pc:docMk/>
          <pc:sldMk cId="4145048812" sldId="524"/>
        </pc:sldMkLst>
      </pc:sldChg>
      <pc:sldChg chg="addSp delSp modSp mod">
        <pc:chgData name="Shubhendu Kumar Singh" userId="461b01912b5747a3" providerId="LiveId" clId="{8C8C3555-911D-4968-B035-6E6B9AD04DE2}" dt="2025-03-11T14:30:39.059" v="426" actId="14100"/>
        <pc:sldMkLst>
          <pc:docMk/>
          <pc:sldMk cId="3618562573" sldId="525"/>
        </pc:sldMkLst>
      </pc:sldChg>
      <pc:sldChg chg="addSp delSp modSp mod">
        <pc:chgData name="Shubhendu Kumar Singh" userId="461b01912b5747a3" providerId="LiveId" clId="{8C8C3555-911D-4968-B035-6E6B9AD04DE2}" dt="2025-03-11T14:31:34.553" v="442" actId="14100"/>
        <pc:sldMkLst>
          <pc:docMk/>
          <pc:sldMk cId="4152916311" sldId="526"/>
        </pc:sldMkLst>
      </pc:sldChg>
      <pc:sldChg chg="addSp delSp modSp add mod">
        <pc:chgData name="Shubhendu Kumar Singh" userId="461b01912b5747a3" providerId="LiveId" clId="{8C8C3555-911D-4968-B035-6E6B9AD04DE2}" dt="2025-03-11T14:33:04.528" v="512" actId="1076"/>
        <pc:sldMkLst>
          <pc:docMk/>
          <pc:sldMk cId="626621858" sldId="527"/>
        </pc:sldMkLst>
      </pc:sldChg>
      <pc:sldChg chg="addSp delSp modSp mod">
        <pc:chgData name="Shubhendu Kumar Singh" userId="461b01912b5747a3" providerId="LiveId" clId="{8C8C3555-911D-4968-B035-6E6B9AD04DE2}" dt="2025-03-11T14:33:52.360" v="517" actId="1076"/>
        <pc:sldMkLst>
          <pc:docMk/>
          <pc:sldMk cId="176299571" sldId="528"/>
        </pc:sldMkLst>
      </pc:sldChg>
      <pc:sldChg chg="addSp delSp modSp mod">
        <pc:chgData name="Shubhendu Kumar Singh" userId="461b01912b5747a3" providerId="LiveId" clId="{8C8C3555-911D-4968-B035-6E6B9AD04DE2}" dt="2025-03-11T14:34:08.449" v="521" actId="962"/>
        <pc:sldMkLst>
          <pc:docMk/>
          <pc:sldMk cId="600455981" sldId="529"/>
        </pc:sldMkLst>
      </pc:sldChg>
      <pc:sldChg chg="addSp delSp modSp mod">
        <pc:chgData name="Shubhendu Kumar Singh" userId="461b01912b5747a3" providerId="LiveId" clId="{8C8C3555-911D-4968-B035-6E6B9AD04DE2}" dt="2025-03-12T07:32:22.273" v="535" actId="1076"/>
        <pc:sldMkLst>
          <pc:docMk/>
          <pc:sldMk cId="838004329" sldId="530"/>
        </pc:sldMkLst>
      </pc:sldChg>
      <pc:sldChg chg="addSp delSp modSp mod">
        <pc:chgData name="Shubhendu Kumar Singh" userId="461b01912b5747a3" providerId="LiveId" clId="{8C8C3555-911D-4968-B035-6E6B9AD04DE2}" dt="2025-03-12T07:33:59.713" v="559" actId="20577"/>
        <pc:sldMkLst>
          <pc:docMk/>
          <pc:sldMk cId="2578069428" sldId="531"/>
        </pc:sldMkLst>
      </pc:sldChg>
      <pc:sldChg chg="addSp delSp modSp mod">
        <pc:chgData name="Shubhendu Kumar Singh" userId="461b01912b5747a3" providerId="LiveId" clId="{8C8C3555-911D-4968-B035-6E6B9AD04DE2}" dt="2025-03-12T07:35:27.373" v="580" actId="14100"/>
        <pc:sldMkLst>
          <pc:docMk/>
          <pc:sldMk cId="2212187432" sldId="532"/>
        </pc:sldMkLst>
      </pc:sldChg>
      <pc:sldChg chg="addSp delSp modSp mod">
        <pc:chgData name="Shubhendu Kumar Singh" userId="461b01912b5747a3" providerId="LiveId" clId="{8C8C3555-911D-4968-B035-6E6B9AD04DE2}" dt="2025-03-12T07:36:46.401" v="602" actId="14100"/>
        <pc:sldMkLst>
          <pc:docMk/>
          <pc:sldMk cId="1917721118" sldId="533"/>
        </pc:sldMkLst>
      </pc:sldChg>
      <pc:sldChg chg="addSp modSp mod">
        <pc:chgData name="Shubhendu Kumar Singh" userId="461b01912b5747a3" providerId="LiveId" clId="{8C8C3555-911D-4968-B035-6E6B9AD04DE2}" dt="2025-03-27T06:28:00.038" v="4108" actId="20577"/>
        <pc:sldMkLst>
          <pc:docMk/>
          <pc:sldMk cId="1580462527" sldId="534"/>
        </pc:sldMkLst>
      </pc:sldChg>
      <pc:sldChg chg="modSp mod">
        <pc:chgData name="Shubhendu Kumar Singh" userId="461b01912b5747a3" providerId="LiveId" clId="{8C8C3555-911D-4968-B035-6E6B9AD04DE2}" dt="2025-03-18T09:06:09.416" v="811" actId="20577"/>
        <pc:sldMkLst>
          <pc:docMk/>
          <pc:sldMk cId="4018077994" sldId="535"/>
        </pc:sldMkLst>
      </pc:sldChg>
      <pc:sldChg chg="addSp delSp modSp mod">
        <pc:chgData name="Shubhendu Kumar Singh" userId="461b01912b5747a3" providerId="LiveId" clId="{8C8C3555-911D-4968-B035-6E6B9AD04DE2}" dt="2025-03-18T09:07:37.538" v="826" actId="14100"/>
        <pc:sldMkLst>
          <pc:docMk/>
          <pc:sldMk cId="537236632" sldId="536"/>
        </pc:sldMkLst>
      </pc:sldChg>
      <pc:sldChg chg="addSp delSp modSp mod">
        <pc:chgData name="Shubhendu Kumar Singh" userId="461b01912b5747a3" providerId="LiveId" clId="{8C8C3555-911D-4968-B035-6E6B9AD04DE2}" dt="2025-03-18T09:08:57.865" v="845" actId="14100"/>
        <pc:sldMkLst>
          <pc:docMk/>
          <pc:sldMk cId="964081689" sldId="537"/>
        </pc:sldMkLst>
      </pc:sldChg>
      <pc:sldChg chg="addSp delSp modSp mod">
        <pc:chgData name="Shubhendu Kumar Singh" userId="461b01912b5747a3" providerId="LiveId" clId="{8C8C3555-911D-4968-B035-6E6B9AD04DE2}" dt="2025-03-18T09:10:34.082" v="862" actId="1076"/>
        <pc:sldMkLst>
          <pc:docMk/>
          <pc:sldMk cId="2453169502" sldId="538"/>
        </pc:sldMkLst>
      </pc:sldChg>
      <pc:sldChg chg="addSp delSp modSp mod">
        <pc:chgData name="Shubhendu Kumar Singh" userId="461b01912b5747a3" providerId="LiveId" clId="{8C8C3555-911D-4968-B035-6E6B9AD04DE2}" dt="2025-03-18T09:11:54.570" v="881" actId="14100"/>
        <pc:sldMkLst>
          <pc:docMk/>
          <pc:sldMk cId="925992092" sldId="539"/>
        </pc:sldMkLst>
      </pc:sldChg>
      <pc:sldChg chg="addSp delSp modSp mod">
        <pc:chgData name="Shubhendu Kumar Singh" userId="461b01912b5747a3" providerId="LiveId" clId="{8C8C3555-911D-4968-B035-6E6B9AD04DE2}" dt="2025-03-18T09:12:12.757" v="885" actId="962"/>
        <pc:sldMkLst>
          <pc:docMk/>
          <pc:sldMk cId="2928702767" sldId="540"/>
        </pc:sldMkLst>
      </pc:sldChg>
      <pc:sldChg chg="modSp mod">
        <pc:chgData name="Shubhendu Kumar Singh" userId="461b01912b5747a3" providerId="LiveId" clId="{8C8C3555-911D-4968-B035-6E6B9AD04DE2}" dt="2025-03-19T04:19:01.830" v="980" actId="20577"/>
        <pc:sldMkLst>
          <pc:docMk/>
          <pc:sldMk cId="2519350574" sldId="541"/>
        </pc:sldMkLst>
      </pc:sldChg>
      <pc:sldChg chg="modSp mod">
        <pc:chgData name="Shubhendu Kumar Singh" userId="461b01912b5747a3" providerId="LiveId" clId="{8C8C3555-911D-4968-B035-6E6B9AD04DE2}" dt="2025-03-19T04:18:24.249" v="971" actId="1076"/>
        <pc:sldMkLst>
          <pc:docMk/>
          <pc:sldMk cId="2650304793" sldId="542"/>
        </pc:sldMkLst>
      </pc:sldChg>
      <pc:sldChg chg="addSp delSp modSp mod">
        <pc:chgData name="Shubhendu Kumar Singh" userId="461b01912b5747a3" providerId="LiveId" clId="{8C8C3555-911D-4968-B035-6E6B9AD04DE2}" dt="2025-03-26T07:46:21.082" v="2919" actId="20577"/>
        <pc:sldMkLst>
          <pc:docMk/>
          <pc:sldMk cId="1398072141" sldId="543"/>
        </pc:sldMkLst>
      </pc:sldChg>
      <pc:sldChg chg="addSp delSp modSp mod">
        <pc:chgData name="Shubhendu Kumar Singh" userId="461b01912b5747a3" providerId="LiveId" clId="{8C8C3555-911D-4968-B035-6E6B9AD04DE2}" dt="2025-03-19T04:21:50.491" v="1020" actId="14100"/>
        <pc:sldMkLst>
          <pc:docMk/>
          <pc:sldMk cId="1120913844" sldId="544"/>
        </pc:sldMkLst>
      </pc:sldChg>
      <pc:sldChg chg="addSp delSp modSp mod">
        <pc:chgData name="Shubhendu Kumar Singh" userId="461b01912b5747a3" providerId="LiveId" clId="{8C8C3555-911D-4968-B035-6E6B9AD04DE2}" dt="2025-03-19T04:22:53.880" v="1038" actId="14100"/>
        <pc:sldMkLst>
          <pc:docMk/>
          <pc:sldMk cId="1260186100" sldId="545"/>
        </pc:sldMkLst>
      </pc:sldChg>
      <pc:sldChg chg="addSp delSp modSp mod">
        <pc:chgData name="Shubhendu Kumar Singh" userId="461b01912b5747a3" providerId="LiveId" clId="{8C8C3555-911D-4968-B035-6E6B9AD04DE2}" dt="2025-03-19T04:26:45.966" v="1056" actId="14100"/>
        <pc:sldMkLst>
          <pc:docMk/>
          <pc:sldMk cId="1983958468" sldId="546"/>
        </pc:sldMkLst>
      </pc:sldChg>
      <pc:sldChg chg="addSp delSp modSp mod">
        <pc:chgData name="Shubhendu Kumar Singh" userId="461b01912b5747a3" providerId="LiveId" clId="{8C8C3555-911D-4968-B035-6E6B9AD04DE2}" dt="2025-03-19T04:27:02.416" v="1061" actId="1076"/>
        <pc:sldMkLst>
          <pc:docMk/>
          <pc:sldMk cId="654524905" sldId="547"/>
        </pc:sldMkLst>
      </pc:sldChg>
      <pc:sldChg chg="modSp mod">
        <pc:chgData name="Shubhendu Kumar Singh" userId="461b01912b5747a3" providerId="LiveId" clId="{8C8C3555-911D-4968-B035-6E6B9AD04DE2}" dt="2025-03-19T06:07:18.190" v="1063"/>
        <pc:sldMkLst>
          <pc:docMk/>
          <pc:sldMk cId="1426987450" sldId="548"/>
        </pc:sldMkLst>
      </pc:sldChg>
      <pc:sldChg chg="modSp mod">
        <pc:chgData name="Shubhendu Kumar Singh" userId="461b01912b5747a3" providerId="LiveId" clId="{8C8C3555-911D-4968-B035-6E6B9AD04DE2}" dt="2025-03-19T06:07:49.823" v="1069" actId="1076"/>
        <pc:sldMkLst>
          <pc:docMk/>
          <pc:sldMk cId="1030066832" sldId="549"/>
        </pc:sldMkLst>
      </pc:sldChg>
      <pc:sldChg chg="addSp delSp modSp mod">
        <pc:chgData name="Shubhendu Kumar Singh" userId="461b01912b5747a3" providerId="LiveId" clId="{8C8C3555-911D-4968-B035-6E6B9AD04DE2}" dt="2025-03-19T06:09:15.448" v="1086" actId="14100"/>
        <pc:sldMkLst>
          <pc:docMk/>
          <pc:sldMk cId="2826894966" sldId="550"/>
        </pc:sldMkLst>
      </pc:sldChg>
      <pc:sldChg chg="addSp delSp modSp mod">
        <pc:chgData name="Shubhendu Kumar Singh" userId="461b01912b5747a3" providerId="LiveId" clId="{8C8C3555-911D-4968-B035-6E6B9AD04DE2}" dt="2025-03-19T06:10:38.336" v="1105" actId="14100"/>
        <pc:sldMkLst>
          <pc:docMk/>
          <pc:sldMk cId="3690349625" sldId="551"/>
        </pc:sldMkLst>
      </pc:sldChg>
      <pc:sldChg chg="addSp delSp modSp mod">
        <pc:chgData name="Shubhendu Kumar Singh" userId="461b01912b5747a3" providerId="LiveId" clId="{8C8C3555-911D-4968-B035-6E6B9AD04DE2}" dt="2025-03-19T06:12:00.255" v="1124" actId="14100"/>
        <pc:sldMkLst>
          <pc:docMk/>
          <pc:sldMk cId="2592689829" sldId="552"/>
        </pc:sldMkLst>
      </pc:sldChg>
      <pc:sldChg chg="addSp delSp modSp mod">
        <pc:chgData name="Shubhendu Kumar Singh" userId="461b01912b5747a3" providerId="LiveId" clId="{8C8C3555-911D-4968-B035-6E6B9AD04DE2}" dt="2025-03-19T06:13:21.400" v="1143" actId="14100"/>
        <pc:sldMkLst>
          <pc:docMk/>
          <pc:sldMk cId="3082772533" sldId="553"/>
        </pc:sldMkLst>
      </pc:sldChg>
      <pc:sldChg chg="addSp delSp modSp mod">
        <pc:chgData name="Shubhendu Kumar Singh" userId="461b01912b5747a3" providerId="LiveId" clId="{8C8C3555-911D-4968-B035-6E6B9AD04DE2}" dt="2025-03-19T06:13:54.424" v="1149" actId="1076"/>
        <pc:sldMkLst>
          <pc:docMk/>
          <pc:sldMk cId="1979173084" sldId="554"/>
        </pc:sldMkLst>
      </pc:sldChg>
      <pc:sldChg chg="addSp delSp modSp add mod">
        <pc:chgData name="Shubhendu Kumar Singh" userId="461b01912b5747a3" providerId="LiveId" clId="{8C8C3555-911D-4968-B035-6E6B9AD04DE2}" dt="2025-03-19T06:36:15.846" v="1477" actId="1076"/>
        <pc:sldMkLst>
          <pc:docMk/>
          <pc:sldMk cId="806031015" sldId="555"/>
        </pc:sldMkLst>
      </pc:sldChg>
      <pc:sldChg chg="addSp delSp modSp mod">
        <pc:chgData name="Shubhendu Kumar Singh" userId="461b01912b5747a3" providerId="LiveId" clId="{8C8C3555-911D-4968-B035-6E6B9AD04DE2}" dt="2025-03-19T06:31:14.622" v="1469" actId="20577"/>
        <pc:sldMkLst>
          <pc:docMk/>
          <pc:sldMk cId="322358705" sldId="556"/>
        </pc:sldMkLst>
      </pc:sldChg>
      <pc:sldChg chg="addSp modSp mod">
        <pc:chgData name="Shubhendu Kumar Singh" userId="461b01912b5747a3" providerId="LiveId" clId="{8C8C3555-911D-4968-B035-6E6B9AD04DE2}" dt="2025-03-27T06:27:30.806" v="4105" actId="20577"/>
        <pc:sldMkLst>
          <pc:docMk/>
          <pc:sldMk cId="2052767755" sldId="557"/>
        </pc:sldMkLst>
      </pc:sldChg>
      <pc:sldChg chg="modSp mod">
        <pc:chgData name="Shubhendu Kumar Singh" userId="461b01912b5747a3" providerId="LiveId" clId="{8C8C3555-911D-4968-B035-6E6B9AD04DE2}" dt="2025-03-26T04:44:20.710" v="1567" actId="20577"/>
        <pc:sldMkLst>
          <pc:docMk/>
          <pc:sldMk cId="1784055524" sldId="558"/>
        </pc:sldMkLst>
      </pc:sldChg>
      <pc:sldChg chg="addSp delSp modSp mod">
        <pc:chgData name="Shubhendu Kumar Singh" userId="461b01912b5747a3" providerId="LiveId" clId="{8C8C3555-911D-4968-B035-6E6B9AD04DE2}" dt="2025-03-26T04:46:49.727" v="1574" actId="1076"/>
        <pc:sldMkLst>
          <pc:docMk/>
          <pc:sldMk cId="2379873203" sldId="559"/>
        </pc:sldMkLst>
      </pc:sldChg>
      <pc:sldChg chg="addSp delSp modSp mod">
        <pc:chgData name="Shubhendu Kumar Singh" userId="461b01912b5747a3" providerId="LiveId" clId="{8C8C3555-911D-4968-B035-6E6B9AD04DE2}" dt="2025-03-26T04:47:51.503" v="1590" actId="1076"/>
        <pc:sldMkLst>
          <pc:docMk/>
          <pc:sldMk cId="3152581872" sldId="560"/>
        </pc:sldMkLst>
      </pc:sldChg>
      <pc:sldChg chg="addSp delSp modSp mod">
        <pc:chgData name="Shubhendu Kumar Singh" userId="461b01912b5747a3" providerId="LiveId" clId="{8C8C3555-911D-4968-B035-6E6B9AD04DE2}" dt="2025-03-26T04:49:16.426" v="1611" actId="14100"/>
        <pc:sldMkLst>
          <pc:docMk/>
          <pc:sldMk cId="4108737074" sldId="561"/>
        </pc:sldMkLst>
      </pc:sldChg>
      <pc:sldChg chg="addSp delSp modSp mod">
        <pc:chgData name="Shubhendu Kumar Singh" userId="461b01912b5747a3" providerId="LiveId" clId="{8C8C3555-911D-4968-B035-6E6B9AD04DE2}" dt="2025-03-26T04:50:37.619" v="1633" actId="14100"/>
        <pc:sldMkLst>
          <pc:docMk/>
          <pc:sldMk cId="2844384939" sldId="562"/>
        </pc:sldMkLst>
      </pc:sldChg>
      <pc:sldChg chg="addSp delSp modSp mod">
        <pc:chgData name="Shubhendu Kumar Singh" userId="461b01912b5747a3" providerId="LiveId" clId="{8C8C3555-911D-4968-B035-6E6B9AD04DE2}" dt="2025-03-26T04:51:18.503" v="1639" actId="1076"/>
        <pc:sldMkLst>
          <pc:docMk/>
          <pc:sldMk cId="3374289179" sldId="563"/>
        </pc:sldMkLst>
      </pc:sldChg>
      <pc:sldChg chg="addSp delSp modSp add mod">
        <pc:chgData name="Shubhendu Kumar Singh" userId="461b01912b5747a3" providerId="LiveId" clId="{8C8C3555-911D-4968-B035-6E6B9AD04DE2}" dt="2025-03-26T04:53:00.038" v="1828" actId="14100"/>
        <pc:sldMkLst>
          <pc:docMk/>
          <pc:sldMk cId="124608724" sldId="564"/>
        </pc:sldMkLst>
      </pc:sldChg>
      <pc:sldChg chg="del">
        <pc:chgData name="Shubhendu Kumar Singh" userId="461b01912b5747a3" providerId="LiveId" clId="{8C8C3555-911D-4968-B035-6E6B9AD04DE2}" dt="2025-03-26T04:51:31.957" v="1640" actId="2696"/>
        <pc:sldMkLst>
          <pc:docMk/>
          <pc:sldMk cId="1486564851" sldId="564"/>
        </pc:sldMkLst>
      </pc:sldChg>
      <pc:sldChg chg="modSp mod">
        <pc:chgData name="Shubhendu Kumar Singh" userId="461b01912b5747a3" providerId="LiveId" clId="{8C8C3555-911D-4968-B035-6E6B9AD04DE2}" dt="2025-03-27T04:37:00.915" v="3885" actId="20577"/>
        <pc:sldMkLst>
          <pc:docMk/>
          <pc:sldMk cId="3231085288" sldId="565"/>
        </pc:sldMkLst>
      </pc:sldChg>
      <pc:sldChg chg="modSp mod">
        <pc:chgData name="Shubhendu Kumar Singh" userId="461b01912b5747a3" providerId="LiveId" clId="{8C8C3555-911D-4968-B035-6E6B9AD04DE2}" dt="2025-03-26T04:53:32.650" v="1834" actId="20577"/>
        <pc:sldMkLst>
          <pc:docMk/>
          <pc:sldMk cId="4193934356" sldId="566"/>
        </pc:sldMkLst>
      </pc:sldChg>
      <pc:sldChg chg="addSp delSp modSp mod">
        <pc:chgData name="Shubhendu Kumar Singh" userId="461b01912b5747a3" providerId="LiveId" clId="{8C8C3555-911D-4968-B035-6E6B9AD04DE2}" dt="2025-03-26T04:55:06.769" v="1845" actId="1076"/>
        <pc:sldMkLst>
          <pc:docMk/>
          <pc:sldMk cId="4134748325" sldId="567"/>
        </pc:sldMkLst>
      </pc:sldChg>
      <pc:sldChg chg="addSp delSp modSp mod">
        <pc:chgData name="Shubhendu Kumar Singh" userId="461b01912b5747a3" providerId="LiveId" clId="{8C8C3555-911D-4968-B035-6E6B9AD04DE2}" dt="2025-03-26T04:56:14.190" v="1864" actId="14100"/>
        <pc:sldMkLst>
          <pc:docMk/>
          <pc:sldMk cId="1515682339" sldId="568"/>
        </pc:sldMkLst>
      </pc:sldChg>
      <pc:sldChg chg="addSp delSp modSp mod">
        <pc:chgData name="Shubhendu Kumar Singh" userId="461b01912b5747a3" providerId="LiveId" clId="{8C8C3555-911D-4968-B035-6E6B9AD04DE2}" dt="2025-03-26T04:56:54.096" v="1876" actId="14100"/>
        <pc:sldMkLst>
          <pc:docMk/>
          <pc:sldMk cId="1990949341" sldId="569"/>
        </pc:sldMkLst>
      </pc:sldChg>
      <pc:sldChg chg="addSp delSp modSp mod">
        <pc:chgData name="Shubhendu Kumar Singh" userId="461b01912b5747a3" providerId="LiveId" clId="{8C8C3555-911D-4968-B035-6E6B9AD04DE2}" dt="2025-03-26T04:57:52.683" v="1891" actId="14100"/>
        <pc:sldMkLst>
          <pc:docMk/>
          <pc:sldMk cId="2627814909" sldId="570"/>
        </pc:sldMkLst>
      </pc:sldChg>
      <pc:sldChg chg="addSp delSp modSp mod">
        <pc:chgData name="Shubhendu Kumar Singh" userId="461b01912b5747a3" providerId="LiveId" clId="{8C8C3555-911D-4968-B035-6E6B9AD04DE2}" dt="2025-03-26T04:58:36.433" v="1906" actId="14100"/>
        <pc:sldMkLst>
          <pc:docMk/>
          <pc:sldMk cId="599124232" sldId="571"/>
        </pc:sldMkLst>
      </pc:sldChg>
      <pc:sldChg chg="addSp delSp modSp mod">
        <pc:chgData name="Shubhendu Kumar Singh" userId="461b01912b5747a3" providerId="LiveId" clId="{8C8C3555-911D-4968-B035-6E6B9AD04DE2}" dt="2025-03-26T05:12:45.251" v="1913" actId="1076"/>
        <pc:sldMkLst>
          <pc:docMk/>
          <pc:sldMk cId="490832104" sldId="572"/>
        </pc:sldMkLst>
      </pc:sldChg>
      <pc:sldChg chg="delSp del mod">
        <pc:chgData name="Shubhendu Kumar Singh" userId="461b01912b5747a3" providerId="LiveId" clId="{8C8C3555-911D-4968-B035-6E6B9AD04DE2}" dt="2025-03-26T04:59:36.060" v="1908" actId="47"/>
        <pc:sldMkLst>
          <pc:docMk/>
          <pc:sldMk cId="2084037283" sldId="572"/>
        </pc:sldMkLst>
      </pc:sldChg>
      <pc:sldChg chg="modSp mod">
        <pc:chgData name="Shubhendu Kumar Singh" userId="461b01912b5747a3" providerId="LiveId" clId="{8C8C3555-911D-4968-B035-6E6B9AD04DE2}" dt="2025-03-27T04:36:51.761" v="3873" actId="20577"/>
        <pc:sldMkLst>
          <pc:docMk/>
          <pc:sldMk cId="3467874996" sldId="573"/>
        </pc:sldMkLst>
      </pc:sldChg>
      <pc:sldChg chg="modSp mod">
        <pc:chgData name="Shubhendu Kumar Singh" userId="461b01912b5747a3" providerId="LiveId" clId="{8C8C3555-911D-4968-B035-6E6B9AD04DE2}" dt="2025-03-26T06:28:05.361" v="1923" actId="20577"/>
        <pc:sldMkLst>
          <pc:docMk/>
          <pc:sldMk cId="1945601082" sldId="574"/>
        </pc:sldMkLst>
      </pc:sldChg>
      <pc:sldChg chg="addSp delSp modSp mod">
        <pc:chgData name="Shubhendu Kumar Singh" userId="461b01912b5747a3" providerId="LiveId" clId="{8C8C3555-911D-4968-B035-6E6B9AD04DE2}" dt="2025-03-26T06:28:35.149" v="1932" actId="14100"/>
        <pc:sldMkLst>
          <pc:docMk/>
          <pc:sldMk cId="3597657504" sldId="575"/>
        </pc:sldMkLst>
      </pc:sldChg>
      <pc:sldChg chg="addSp delSp modSp mod">
        <pc:chgData name="Shubhendu Kumar Singh" userId="461b01912b5747a3" providerId="LiveId" clId="{8C8C3555-911D-4968-B035-6E6B9AD04DE2}" dt="2025-03-26T06:30:26.600" v="1953" actId="14100"/>
        <pc:sldMkLst>
          <pc:docMk/>
          <pc:sldMk cId="3465399646" sldId="576"/>
        </pc:sldMkLst>
      </pc:sldChg>
      <pc:sldChg chg="addSp delSp modSp mod">
        <pc:chgData name="Shubhendu Kumar Singh" userId="461b01912b5747a3" providerId="LiveId" clId="{8C8C3555-911D-4968-B035-6E6B9AD04DE2}" dt="2025-03-26T06:31:18.484" v="1968" actId="14100"/>
        <pc:sldMkLst>
          <pc:docMk/>
          <pc:sldMk cId="4238623388" sldId="577"/>
        </pc:sldMkLst>
      </pc:sldChg>
      <pc:sldChg chg="addSp delSp modSp mod">
        <pc:chgData name="Shubhendu Kumar Singh" userId="461b01912b5747a3" providerId="LiveId" clId="{8C8C3555-911D-4968-B035-6E6B9AD04DE2}" dt="2025-03-26T06:32:16.111" v="1985" actId="14100"/>
        <pc:sldMkLst>
          <pc:docMk/>
          <pc:sldMk cId="3899465770" sldId="578"/>
        </pc:sldMkLst>
      </pc:sldChg>
      <pc:sldChg chg="addSp delSp modSp mod">
        <pc:chgData name="Shubhendu Kumar Singh" userId="461b01912b5747a3" providerId="LiveId" clId="{8C8C3555-911D-4968-B035-6E6B9AD04DE2}" dt="2025-03-26T06:33:09.426" v="1998" actId="14100"/>
        <pc:sldMkLst>
          <pc:docMk/>
          <pc:sldMk cId="2742675472" sldId="579"/>
        </pc:sldMkLst>
      </pc:sldChg>
      <pc:sldChg chg="addSp delSp modSp mod">
        <pc:chgData name="Shubhendu Kumar Singh" userId="461b01912b5747a3" providerId="LiveId" clId="{8C8C3555-911D-4968-B035-6E6B9AD04DE2}" dt="2025-03-26T06:33:28.508" v="2003" actId="1076"/>
        <pc:sldMkLst>
          <pc:docMk/>
          <pc:sldMk cId="4259463273" sldId="580"/>
        </pc:sldMkLst>
      </pc:sldChg>
      <pc:sldChg chg="addSp delSp modSp add mod">
        <pc:chgData name="Shubhendu Kumar Singh" userId="461b01912b5747a3" providerId="LiveId" clId="{8C8C3555-911D-4968-B035-6E6B9AD04DE2}" dt="2025-03-26T09:34:26.258" v="3061" actId="14100"/>
        <pc:sldMkLst>
          <pc:docMk/>
          <pc:sldMk cId="2082546649" sldId="581"/>
        </pc:sldMkLst>
      </pc:sldChg>
      <pc:sldChg chg="addSp modSp add mod">
        <pc:chgData name="Shubhendu Kumar Singh" userId="461b01912b5747a3" providerId="LiveId" clId="{8C8C3555-911D-4968-B035-6E6B9AD04DE2}" dt="2025-03-26T09:36:40.364" v="3069" actId="14100"/>
        <pc:sldMkLst>
          <pc:docMk/>
          <pc:sldMk cId="997456330" sldId="582"/>
        </pc:sldMkLst>
      </pc:sldChg>
      <pc:sldChg chg="add del">
        <pc:chgData name="Shubhendu Kumar Singh" userId="461b01912b5747a3" providerId="LiveId" clId="{8C8C3555-911D-4968-B035-6E6B9AD04DE2}" dt="2025-03-26T07:38:36.824" v="2865" actId="47"/>
        <pc:sldMkLst>
          <pc:docMk/>
          <pc:sldMk cId="1534677710" sldId="583"/>
        </pc:sldMkLst>
      </pc:sldChg>
      <pc:sldChg chg="addSp delSp modSp add mod">
        <pc:chgData name="Shubhendu Kumar Singh" userId="461b01912b5747a3" providerId="LiveId" clId="{8C8C3555-911D-4968-B035-6E6B9AD04DE2}" dt="2025-03-26T07:58:55.424" v="3027" actId="1076"/>
        <pc:sldMkLst>
          <pc:docMk/>
          <pc:sldMk cId="2664983052" sldId="583"/>
        </pc:sldMkLst>
      </pc:sldChg>
      <pc:sldChg chg="modSp mod">
        <pc:chgData name="Shubhendu Kumar Singh" userId="461b01912b5747a3" providerId="LiveId" clId="{8C8C3555-911D-4968-B035-6E6B9AD04DE2}" dt="2025-03-26T20:17:45.414" v="3124" actId="20577"/>
        <pc:sldMkLst>
          <pc:docMk/>
          <pc:sldMk cId="1431441255" sldId="584"/>
        </pc:sldMkLst>
      </pc:sldChg>
      <pc:sldChg chg="modSp mod">
        <pc:chgData name="Shubhendu Kumar Singh" userId="461b01912b5747a3" providerId="LiveId" clId="{8C8C3555-911D-4968-B035-6E6B9AD04DE2}" dt="2025-03-26T20:19:46.949" v="3165" actId="255"/>
        <pc:sldMkLst>
          <pc:docMk/>
          <pc:sldMk cId="1136502162" sldId="585"/>
        </pc:sldMkLst>
      </pc:sldChg>
      <pc:sldChg chg="addSp delSp modSp mod">
        <pc:chgData name="Shubhendu Kumar Singh" userId="461b01912b5747a3" providerId="LiveId" clId="{8C8C3555-911D-4968-B035-6E6B9AD04DE2}" dt="2025-03-26T20:20:43.961" v="3185" actId="1076"/>
        <pc:sldMkLst>
          <pc:docMk/>
          <pc:sldMk cId="3104309099" sldId="586"/>
        </pc:sldMkLst>
      </pc:sldChg>
      <pc:sldChg chg="addSp delSp modSp mod">
        <pc:chgData name="Shubhendu Kumar Singh" userId="461b01912b5747a3" providerId="LiveId" clId="{8C8C3555-911D-4968-B035-6E6B9AD04DE2}" dt="2025-03-26T20:21:47.870" v="3198" actId="14100"/>
        <pc:sldMkLst>
          <pc:docMk/>
          <pc:sldMk cId="25318555" sldId="587"/>
        </pc:sldMkLst>
      </pc:sldChg>
      <pc:sldChg chg="addSp delSp modSp mod">
        <pc:chgData name="Shubhendu Kumar Singh" userId="461b01912b5747a3" providerId="LiveId" clId="{8C8C3555-911D-4968-B035-6E6B9AD04DE2}" dt="2025-03-26T20:23:31.487" v="3225" actId="14100"/>
        <pc:sldMkLst>
          <pc:docMk/>
          <pc:sldMk cId="1508552219" sldId="588"/>
        </pc:sldMkLst>
      </pc:sldChg>
      <pc:sldChg chg="addSp delSp modSp mod">
        <pc:chgData name="Shubhendu Kumar Singh" userId="461b01912b5747a3" providerId="LiveId" clId="{8C8C3555-911D-4968-B035-6E6B9AD04DE2}" dt="2025-03-26T20:24:27.640" v="3242" actId="1076"/>
        <pc:sldMkLst>
          <pc:docMk/>
          <pc:sldMk cId="1770575004" sldId="589"/>
        </pc:sldMkLst>
      </pc:sldChg>
      <pc:sldChg chg="addSp delSp modSp mod">
        <pc:chgData name="Shubhendu Kumar Singh" userId="461b01912b5747a3" providerId="LiveId" clId="{8C8C3555-911D-4968-B035-6E6B9AD04DE2}" dt="2025-03-26T20:24:49.297" v="3248" actId="1076"/>
        <pc:sldMkLst>
          <pc:docMk/>
          <pc:sldMk cId="1256009622" sldId="590"/>
        </pc:sldMkLst>
      </pc:sldChg>
      <pc:sldChg chg="addSp delSp modSp add mod">
        <pc:chgData name="Shubhendu Kumar Singh" userId="461b01912b5747a3" providerId="LiveId" clId="{8C8C3555-911D-4968-B035-6E6B9AD04DE2}" dt="2025-03-26T20:22:18.189" v="3209" actId="1076"/>
        <pc:sldMkLst>
          <pc:docMk/>
          <pc:sldMk cId="3497610677" sldId="591"/>
        </pc:sldMkLst>
      </pc:sldChg>
      <pc:sldChg chg="modSp mod">
        <pc:chgData name="Shubhendu Kumar Singh" userId="461b01912b5747a3" providerId="LiveId" clId="{8C8C3555-911D-4968-B035-6E6B9AD04DE2}" dt="2025-03-27T06:12:12.748" v="3924" actId="20577"/>
        <pc:sldMkLst>
          <pc:docMk/>
          <pc:sldMk cId="212739339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741504502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171412783" sldId="593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121974229" sldId="594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98710750" sldId="595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5289604" sldId="596"/>
        </pc:sldMkLst>
      </pc:sldChg>
      <pc:sldChg chg="addSp delSp modSp del mod ord">
        <pc:chgData name="Shubhendu Kumar Singh" userId="461b01912b5747a3" providerId="LiveId" clId="{8C8C3555-911D-4968-B035-6E6B9AD04DE2}" dt="2025-03-27T03:15:40.778" v="3601" actId="2696"/>
        <pc:sldMkLst>
          <pc:docMk/>
          <pc:sldMk cId="1661677486" sldId="597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4200366679" sldId="598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32010277" sldId="599"/>
        </pc:sldMkLst>
      </pc:sldChg>
      <pc:sldChg chg="modSp mod">
        <pc:chgData name="Shubhendu Kumar Singh" userId="461b01912b5747a3" providerId="LiveId" clId="{8C8C3555-911D-4968-B035-6E6B9AD04DE2}" dt="2025-03-27T06:12:23.595" v="3936" actId="20577"/>
        <pc:sldMkLst>
          <pc:docMk/>
          <pc:sldMk cId="1880959403" sldId="600"/>
        </pc:sldMkLst>
      </pc:sldChg>
      <pc:sldChg chg="modSp mod">
        <pc:chgData name="Shubhendu Kumar Singh" userId="461b01912b5747a3" providerId="LiveId" clId="{8C8C3555-911D-4968-B035-6E6B9AD04DE2}" dt="2025-03-27T04:26:17.016" v="3621" actId="20577"/>
        <pc:sldMkLst>
          <pc:docMk/>
          <pc:sldMk cId="3107239677" sldId="601"/>
        </pc:sldMkLst>
      </pc:sldChg>
      <pc:sldChg chg="addSp delSp modSp mod">
        <pc:chgData name="Shubhendu Kumar Singh" userId="461b01912b5747a3" providerId="LiveId" clId="{8C8C3555-911D-4968-B035-6E6B9AD04DE2}" dt="2025-03-27T04:27:08.802" v="3635" actId="1076"/>
        <pc:sldMkLst>
          <pc:docMk/>
          <pc:sldMk cId="3649928126" sldId="602"/>
        </pc:sldMkLst>
      </pc:sldChg>
      <pc:sldChg chg="addSp delSp modSp mod">
        <pc:chgData name="Shubhendu Kumar Singh" userId="461b01912b5747a3" providerId="LiveId" clId="{8C8C3555-911D-4968-B035-6E6B9AD04DE2}" dt="2025-03-27T04:27:57.622" v="3651" actId="14100"/>
        <pc:sldMkLst>
          <pc:docMk/>
          <pc:sldMk cId="2664772912" sldId="603"/>
        </pc:sldMkLst>
      </pc:sldChg>
      <pc:sldChg chg="addSp delSp modSp mod">
        <pc:chgData name="Shubhendu Kumar Singh" userId="461b01912b5747a3" providerId="LiveId" clId="{8C8C3555-911D-4968-B035-6E6B9AD04DE2}" dt="2025-03-27T04:28:54.506" v="3666" actId="14100"/>
        <pc:sldMkLst>
          <pc:docMk/>
          <pc:sldMk cId="1039545812" sldId="604"/>
        </pc:sldMkLst>
      </pc:sldChg>
      <pc:sldChg chg="addSp delSp modSp mod">
        <pc:chgData name="Shubhendu Kumar Singh" userId="461b01912b5747a3" providerId="LiveId" clId="{8C8C3555-911D-4968-B035-6E6B9AD04DE2}" dt="2025-03-27T04:29:43.186" v="3682" actId="14100"/>
        <pc:sldMkLst>
          <pc:docMk/>
          <pc:sldMk cId="4293725492" sldId="605"/>
        </pc:sldMkLst>
      </pc:sldChg>
      <pc:sldChg chg="addSp delSp modSp mod">
        <pc:chgData name="Shubhendu Kumar Singh" userId="461b01912b5747a3" providerId="LiveId" clId="{8C8C3555-911D-4968-B035-6E6B9AD04DE2}" dt="2025-03-27T04:30:37.486" v="3700" actId="1076"/>
        <pc:sldMkLst>
          <pc:docMk/>
          <pc:sldMk cId="2869386217" sldId="606"/>
        </pc:sldMkLst>
      </pc:sldChg>
      <pc:sldChg chg="addSp delSp modSp mod">
        <pc:chgData name="Shubhendu Kumar Singh" userId="461b01912b5747a3" providerId="LiveId" clId="{8C8C3555-911D-4968-B035-6E6B9AD04DE2}" dt="2025-03-27T04:30:58.583" v="3707" actId="14100"/>
        <pc:sldMkLst>
          <pc:docMk/>
          <pc:sldMk cId="1075985926" sldId="607"/>
        </pc:sldMkLst>
      </pc:sldChg>
      <pc:sldChg chg="addSp delSp modSp mod">
        <pc:chgData name="Shubhendu Kumar Singh" userId="461b01912b5747a3" providerId="LiveId" clId="{8C8C3555-911D-4968-B035-6E6B9AD04DE2}" dt="2025-03-27T06:20:14.631" v="4087" actId="14100"/>
        <pc:sldMkLst>
          <pc:docMk/>
          <pc:sldMk cId="2905270859" sldId="608"/>
        </pc:sldMkLst>
      </pc:sldChg>
      <pc:sldChg chg="modSp mod">
        <pc:chgData name="Shubhendu Kumar Singh" userId="461b01912b5747a3" providerId="LiveId" clId="{8C8C3555-911D-4968-B035-6E6B9AD04DE2}" dt="2025-03-27T06:12:35.819" v="3950" actId="20577"/>
        <pc:sldMkLst>
          <pc:docMk/>
          <pc:sldMk cId="938109257" sldId="609"/>
        </pc:sldMkLst>
      </pc:sldChg>
      <pc:sldChg chg="modSp mod">
        <pc:chgData name="Shubhendu Kumar Singh" userId="461b01912b5747a3" providerId="LiveId" clId="{8C8C3555-911D-4968-B035-6E6B9AD04DE2}" dt="2025-03-27T06:12:51.210" v="3956" actId="20577"/>
        <pc:sldMkLst>
          <pc:docMk/>
          <pc:sldMk cId="243323558" sldId="610"/>
        </pc:sldMkLst>
      </pc:sldChg>
      <pc:sldChg chg="addSp delSp modSp mod">
        <pc:chgData name="Shubhendu Kumar Singh" userId="461b01912b5747a3" providerId="LiveId" clId="{8C8C3555-911D-4968-B035-6E6B9AD04DE2}" dt="2025-03-27T06:13:31.413" v="3968" actId="1076"/>
        <pc:sldMkLst>
          <pc:docMk/>
          <pc:sldMk cId="138625400" sldId="611"/>
        </pc:sldMkLst>
      </pc:sldChg>
      <pc:sldChg chg="addSp delSp modSp mod">
        <pc:chgData name="Shubhendu Kumar Singh" userId="461b01912b5747a3" providerId="LiveId" clId="{8C8C3555-911D-4968-B035-6E6B9AD04DE2}" dt="2025-03-27T06:14:43.973" v="3987" actId="1076"/>
        <pc:sldMkLst>
          <pc:docMk/>
          <pc:sldMk cId="504087359" sldId="612"/>
        </pc:sldMkLst>
      </pc:sldChg>
      <pc:sldChg chg="addSp delSp modSp mod">
        <pc:chgData name="Shubhendu Kumar Singh" userId="461b01912b5747a3" providerId="LiveId" clId="{8C8C3555-911D-4968-B035-6E6B9AD04DE2}" dt="2025-03-27T06:15:13.821" v="3997" actId="14100"/>
        <pc:sldMkLst>
          <pc:docMk/>
          <pc:sldMk cId="3777200194" sldId="613"/>
        </pc:sldMkLst>
      </pc:sldChg>
      <pc:sldChg chg="addSp delSp modSp mod">
        <pc:chgData name="Shubhendu Kumar Singh" userId="461b01912b5747a3" providerId="LiveId" clId="{8C8C3555-911D-4968-B035-6E6B9AD04DE2}" dt="2025-03-27T06:16:24.506" v="4016" actId="14100"/>
        <pc:sldMkLst>
          <pc:docMk/>
          <pc:sldMk cId="3219000281" sldId="614"/>
        </pc:sldMkLst>
      </pc:sldChg>
      <pc:sldChg chg="addSp delSp modSp mod">
        <pc:chgData name="Shubhendu Kumar Singh" userId="461b01912b5747a3" providerId="LiveId" clId="{8C8C3555-911D-4968-B035-6E6B9AD04DE2}" dt="2025-03-27T06:17:19.247" v="4036" actId="1076"/>
        <pc:sldMkLst>
          <pc:docMk/>
          <pc:sldMk cId="3583288549" sldId="615"/>
        </pc:sldMkLst>
      </pc:sldChg>
      <pc:sldChg chg="addSp delSp modSp mod">
        <pc:chgData name="Shubhendu Kumar Singh" userId="461b01912b5747a3" providerId="LiveId" clId="{8C8C3555-911D-4968-B035-6E6B9AD04DE2}" dt="2025-03-27T06:17:49.294" v="4043" actId="1076"/>
        <pc:sldMkLst>
          <pc:docMk/>
          <pc:sldMk cId="863623652" sldId="616"/>
        </pc:sldMkLst>
      </pc:sldChg>
    </pc:docChg>
  </pc:docChgLst>
  <pc:docChgLst>
    <pc:chgData name="Shubhendu Kumar Singh" userId="461b01912b5747a3" providerId="LiveId" clId="{8DA101E7-219C-42A9-A626-1AD361B1496E}"/>
    <pc:docChg chg="undo custSel addSld modSld sldOrd">
      <pc:chgData name="Shubhendu Kumar Singh" userId="461b01912b5747a3" providerId="LiveId" clId="{8DA101E7-219C-42A9-A626-1AD361B1496E}" dt="2025-04-03T04:57:23.038" v="2421" actId="20577"/>
      <pc:docMkLst>
        <pc:docMk/>
      </pc:docMkLst>
      <pc:sldChg chg="addSp modSp mod">
        <pc:chgData name="Shubhendu Kumar Singh" userId="461b01912b5747a3" providerId="LiveId" clId="{8DA101E7-219C-42A9-A626-1AD361B1496E}" dt="2025-04-03T04:56:43.026" v="2394" actId="20577"/>
        <pc:sldMkLst>
          <pc:docMk/>
          <pc:sldMk cId="1781190439" sldId="617"/>
        </pc:sldMkLst>
      </pc:sldChg>
      <pc:sldChg chg="modSp mod">
        <pc:chgData name="Shubhendu Kumar Singh" userId="461b01912b5747a3" providerId="LiveId" clId="{8DA101E7-219C-42A9-A626-1AD361B1496E}" dt="2025-04-03T04:56:52.607" v="2400" actId="20577"/>
        <pc:sldMkLst>
          <pc:docMk/>
          <pc:sldMk cId="2503828734" sldId="618"/>
        </pc:sldMkLst>
      </pc:sldChg>
      <pc:sldChg chg="addSp delSp modSp mod">
        <pc:chgData name="Shubhendu Kumar Singh" userId="461b01912b5747a3" providerId="LiveId" clId="{8DA101E7-219C-42A9-A626-1AD361B1496E}" dt="2025-04-03T04:56:58.039" v="2406" actId="20577"/>
        <pc:sldMkLst>
          <pc:docMk/>
          <pc:sldMk cId="3073505247" sldId="619"/>
        </pc:sldMkLst>
      </pc:sldChg>
      <pc:sldChg chg="addSp delSp modSp mod">
        <pc:chgData name="Shubhendu Kumar Singh" userId="461b01912b5747a3" providerId="LiveId" clId="{8DA101E7-219C-42A9-A626-1AD361B1496E}" dt="2025-04-03T04:57:05.055" v="2409" actId="20577"/>
        <pc:sldMkLst>
          <pc:docMk/>
          <pc:sldMk cId="4160418850" sldId="620"/>
        </pc:sldMkLst>
      </pc:sldChg>
      <pc:sldChg chg="addSp delSp modSp mod">
        <pc:chgData name="Shubhendu Kumar Singh" userId="461b01912b5747a3" providerId="LiveId" clId="{8DA101E7-219C-42A9-A626-1AD361B1496E}" dt="2025-04-03T04:57:18.167" v="2418" actId="20577"/>
        <pc:sldMkLst>
          <pc:docMk/>
          <pc:sldMk cId="2958828988" sldId="621"/>
        </pc:sldMkLst>
      </pc:sldChg>
      <pc:sldChg chg="addSp delSp modSp mod">
        <pc:chgData name="Shubhendu Kumar Singh" userId="461b01912b5747a3" providerId="LiveId" clId="{8DA101E7-219C-42A9-A626-1AD361B1496E}" dt="2025-04-03T04:57:23.038" v="2421" actId="20577"/>
        <pc:sldMkLst>
          <pc:docMk/>
          <pc:sldMk cId="2223937455" sldId="622"/>
        </pc:sldMkLst>
      </pc:sldChg>
      <pc:sldChg chg="addSp delSp modSp add mod">
        <pc:chgData name="Shubhendu Kumar Singh" userId="461b01912b5747a3" providerId="LiveId" clId="{8DA101E7-219C-42A9-A626-1AD361B1496E}" dt="2025-04-03T04:57:12.845" v="2415" actId="20577"/>
        <pc:sldMkLst>
          <pc:docMk/>
          <pc:sldMk cId="1910374667" sldId="623"/>
        </pc:sldMkLst>
      </pc:sldChg>
      <pc:sldChg chg="addSp delSp modSp add mod ord">
        <pc:chgData name="Shubhendu Kumar Singh" userId="461b01912b5747a3" providerId="LiveId" clId="{8DA101E7-219C-42A9-A626-1AD361B1496E}" dt="2025-04-01T01:34:49.058" v="160" actId="1076"/>
        <pc:sldMkLst>
          <pc:docMk/>
          <pc:sldMk cId="742872938" sldId="624"/>
        </pc:sldMkLst>
      </pc:sldChg>
      <pc:sldChg chg="delSp modSp mod">
        <pc:chgData name="Shubhendu Kumar Singh" userId="461b01912b5747a3" providerId="LiveId" clId="{8DA101E7-219C-42A9-A626-1AD361B1496E}" dt="2025-04-01T04:03:02.339" v="164" actId="1076"/>
        <pc:sldMkLst>
          <pc:docMk/>
          <pc:sldMk cId="3235552705" sldId="625"/>
        </pc:sldMkLst>
      </pc:sldChg>
      <pc:sldChg chg="modSp mod">
        <pc:chgData name="Shubhendu Kumar Singh" userId="461b01912b5747a3" providerId="LiveId" clId="{8DA101E7-219C-42A9-A626-1AD361B1496E}" dt="2025-04-01T04:03:20.113" v="189" actId="20577"/>
        <pc:sldMkLst>
          <pc:docMk/>
          <pc:sldMk cId="1854450514" sldId="626"/>
        </pc:sldMkLst>
      </pc:sldChg>
      <pc:sldChg chg="addSp delSp modSp mod">
        <pc:chgData name="Shubhendu Kumar Singh" userId="461b01912b5747a3" providerId="LiveId" clId="{8DA101E7-219C-42A9-A626-1AD361B1496E}" dt="2025-04-01T08:00:10.652" v="357" actId="20577"/>
        <pc:sldMkLst>
          <pc:docMk/>
          <pc:sldMk cId="184635143" sldId="627"/>
        </pc:sldMkLst>
      </pc:sldChg>
      <pc:sldChg chg="addSp delSp modSp mod">
        <pc:chgData name="Shubhendu Kumar Singh" userId="461b01912b5747a3" providerId="LiveId" clId="{8DA101E7-219C-42A9-A626-1AD361B1496E}" dt="2025-04-01T04:19:27.818" v="261" actId="14100"/>
        <pc:sldMkLst>
          <pc:docMk/>
          <pc:sldMk cId="49678433" sldId="628"/>
        </pc:sldMkLst>
      </pc:sldChg>
      <pc:sldChg chg="addSp delSp modSp mod">
        <pc:chgData name="Shubhendu Kumar Singh" userId="461b01912b5747a3" providerId="LiveId" clId="{8DA101E7-219C-42A9-A626-1AD361B1496E}" dt="2025-04-01T04:21:07.486" v="290" actId="14100"/>
        <pc:sldMkLst>
          <pc:docMk/>
          <pc:sldMk cId="4272499353" sldId="629"/>
        </pc:sldMkLst>
      </pc:sldChg>
      <pc:sldChg chg="addSp delSp modSp mod">
        <pc:chgData name="Shubhendu Kumar Singh" userId="461b01912b5747a3" providerId="LiveId" clId="{8DA101E7-219C-42A9-A626-1AD361B1496E}" dt="2025-04-01T04:22:33.965" v="303" actId="14100"/>
        <pc:sldMkLst>
          <pc:docMk/>
          <pc:sldMk cId="2734379466" sldId="630"/>
        </pc:sldMkLst>
      </pc:sldChg>
      <pc:sldChg chg="addSp delSp modSp mod">
        <pc:chgData name="Shubhendu Kumar Singh" userId="461b01912b5747a3" providerId="LiveId" clId="{8DA101E7-219C-42A9-A626-1AD361B1496E}" dt="2025-04-01T04:22:55.399" v="308" actId="1076"/>
        <pc:sldMkLst>
          <pc:docMk/>
          <pc:sldMk cId="2302023672" sldId="631"/>
        </pc:sldMkLst>
      </pc:sldChg>
      <pc:sldChg chg="addSp delSp modSp add mod">
        <pc:chgData name="Shubhendu Kumar Singh" userId="461b01912b5747a3" providerId="LiveId" clId="{8DA101E7-219C-42A9-A626-1AD361B1496E}" dt="2025-04-02T04:28:25.526" v="452" actId="14100"/>
        <pc:sldMkLst>
          <pc:docMk/>
          <pc:sldMk cId="2945109058" sldId="632"/>
        </pc:sldMkLst>
      </pc:sldChg>
      <pc:sldChg chg="modSp mod">
        <pc:chgData name="Shubhendu Kumar Singh" userId="461b01912b5747a3" providerId="LiveId" clId="{8DA101E7-219C-42A9-A626-1AD361B1496E}" dt="2025-04-01T08:05:50.614" v="436" actId="20577"/>
        <pc:sldMkLst>
          <pc:docMk/>
          <pc:sldMk cId="2609431401" sldId="633"/>
        </pc:sldMkLst>
      </pc:sldChg>
      <pc:sldChg chg="modSp mod">
        <pc:chgData name="Shubhendu Kumar Singh" userId="461b01912b5747a3" providerId="LiveId" clId="{8DA101E7-219C-42A9-A626-1AD361B1496E}" dt="2025-04-02T07:56:41.109" v="680" actId="20577"/>
        <pc:sldMkLst>
          <pc:docMk/>
          <pc:sldMk cId="684769842" sldId="634"/>
        </pc:sldMkLst>
      </pc:sldChg>
      <pc:sldChg chg="addSp delSp modSp mod">
        <pc:chgData name="Shubhendu Kumar Singh" userId="461b01912b5747a3" providerId="LiveId" clId="{8DA101E7-219C-42A9-A626-1AD361B1496E}" dt="2025-04-01T08:00:42.995" v="364" actId="1076"/>
        <pc:sldMkLst>
          <pc:docMk/>
          <pc:sldMk cId="1878575477" sldId="635"/>
        </pc:sldMkLst>
      </pc:sldChg>
      <pc:sldChg chg="addSp delSp modSp mod">
        <pc:chgData name="Shubhendu Kumar Singh" userId="461b01912b5747a3" providerId="LiveId" clId="{8DA101E7-219C-42A9-A626-1AD361B1496E}" dt="2025-04-01T08:02:10.024" v="387" actId="14100"/>
        <pc:sldMkLst>
          <pc:docMk/>
          <pc:sldMk cId="186729195" sldId="636"/>
        </pc:sldMkLst>
      </pc:sldChg>
      <pc:sldChg chg="addSp delSp modSp mod">
        <pc:chgData name="Shubhendu Kumar Singh" userId="461b01912b5747a3" providerId="LiveId" clId="{8DA101E7-219C-42A9-A626-1AD361B1496E}" dt="2025-04-02T04:30:47.613" v="466" actId="14100"/>
        <pc:sldMkLst>
          <pc:docMk/>
          <pc:sldMk cId="1496523940" sldId="637"/>
        </pc:sldMkLst>
      </pc:sldChg>
      <pc:sldChg chg="addSp delSp modSp mod">
        <pc:chgData name="Shubhendu Kumar Singh" userId="461b01912b5747a3" providerId="LiveId" clId="{8DA101E7-219C-42A9-A626-1AD361B1496E}" dt="2025-04-01T08:04:14.519" v="415" actId="1076"/>
        <pc:sldMkLst>
          <pc:docMk/>
          <pc:sldMk cId="662419460" sldId="638"/>
        </pc:sldMkLst>
      </pc:sldChg>
      <pc:sldChg chg="addSp delSp modSp mod">
        <pc:chgData name="Shubhendu Kumar Singh" userId="461b01912b5747a3" providerId="LiveId" clId="{8DA101E7-219C-42A9-A626-1AD361B1496E}" dt="2025-04-01T08:05:14.495" v="429" actId="1076"/>
        <pc:sldMkLst>
          <pc:docMk/>
          <pc:sldMk cId="1056730406" sldId="639"/>
        </pc:sldMkLst>
      </pc:sldChg>
      <pc:sldChg chg="addSp delSp modSp mod">
        <pc:chgData name="Shubhendu Kumar Singh" userId="461b01912b5747a3" providerId="LiveId" clId="{8DA101E7-219C-42A9-A626-1AD361B1496E}" dt="2025-04-01T08:05:39.532" v="435" actId="1076"/>
        <pc:sldMkLst>
          <pc:docMk/>
          <pc:sldMk cId="4053866940" sldId="640"/>
        </pc:sldMkLst>
      </pc:sldChg>
      <pc:sldChg chg="addSp delSp modSp mod modAnim">
        <pc:chgData name="Shubhendu Kumar Singh" userId="461b01912b5747a3" providerId="LiveId" clId="{8DA101E7-219C-42A9-A626-1AD361B1496E}" dt="2025-04-03T04:41:38.331" v="2356"/>
        <pc:sldMkLst>
          <pc:docMk/>
          <pc:sldMk cId="3306633690" sldId="641"/>
        </pc:sldMkLst>
      </pc:sldChg>
      <pc:sldChg chg="modSp mod">
        <pc:chgData name="Shubhendu Kumar Singh" userId="461b01912b5747a3" providerId="LiveId" clId="{8DA101E7-219C-42A9-A626-1AD361B1496E}" dt="2025-04-02T23:01:34.922" v="766" actId="1076"/>
        <pc:sldMkLst>
          <pc:docMk/>
          <pc:sldMk cId="3858652944" sldId="642"/>
        </pc:sldMkLst>
      </pc:sldChg>
      <pc:sldChg chg="modSp mod">
        <pc:chgData name="Shubhendu Kumar Singh" userId="461b01912b5747a3" providerId="LiveId" clId="{8DA101E7-219C-42A9-A626-1AD361B1496E}" dt="2025-04-02T23:02:27.974" v="860" actId="20577"/>
        <pc:sldMkLst>
          <pc:docMk/>
          <pc:sldMk cId="928260786" sldId="643"/>
        </pc:sldMkLst>
      </pc:sldChg>
      <pc:sldChg chg="addSp delSp modSp mod">
        <pc:chgData name="Shubhendu Kumar Singh" userId="461b01912b5747a3" providerId="LiveId" clId="{8DA101E7-219C-42A9-A626-1AD361B1496E}" dt="2025-04-02T23:03:14.235" v="871" actId="1076"/>
        <pc:sldMkLst>
          <pc:docMk/>
          <pc:sldMk cId="3544075498" sldId="644"/>
        </pc:sldMkLst>
      </pc:sldChg>
      <pc:sldChg chg="addSp delSp modSp mod">
        <pc:chgData name="Shubhendu Kumar Singh" userId="461b01912b5747a3" providerId="LiveId" clId="{8DA101E7-219C-42A9-A626-1AD361B1496E}" dt="2025-04-02T23:04:27.822" v="894" actId="14100"/>
        <pc:sldMkLst>
          <pc:docMk/>
          <pc:sldMk cId="3801729895" sldId="645"/>
        </pc:sldMkLst>
      </pc:sldChg>
      <pc:sldChg chg="addSp delSp modSp mod">
        <pc:chgData name="Shubhendu Kumar Singh" userId="461b01912b5747a3" providerId="LiveId" clId="{8DA101E7-219C-42A9-A626-1AD361B1496E}" dt="2025-04-02T23:04:58.745" v="904" actId="14100"/>
        <pc:sldMkLst>
          <pc:docMk/>
          <pc:sldMk cId="333266237" sldId="646"/>
        </pc:sldMkLst>
      </pc:sldChg>
      <pc:sldChg chg="addSp delSp modSp mod">
        <pc:chgData name="Shubhendu Kumar Singh" userId="461b01912b5747a3" providerId="LiveId" clId="{8DA101E7-219C-42A9-A626-1AD361B1496E}" dt="2025-04-02T23:05:54.688" v="919" actId="14100"/>
        <pc:sldMkLst>
          <pc:docMk/>
          <pc:sldMk cId="1567503058" sldId="647"/>
        </pc:sldMkLst>
      </pc:sldChg>
      <pc:sldChg chg="addSp delSp modSp mod">
        <pc:chgData name="Shubhendu Kumar Singh" userId="461b01912b5747a3" providerId="LiveId" clId="{8DA101E7-219C-42A9-A626-1AD361B1496E}" dt="2025-04-02T23:06:38.418" v="933" actId="1076"/>
        <pc:sldMkLst>
          <pc:docMk/>
          <pc:sldMk cId="2208132945" sldId="648"/>
        </pc:sldMkLst>
      </pc:sldChg>
      <pc:sldChg chg="addSp delSp modSp mod">
        <pc:chgData name="Shubhendu Kumar Singh" userId="461b01912b5747a3" providerId="LiveId" clId="{8DA101E7-219C-42A9-A626-1AD361B1496E}" dt="2025-04-02T23:06:57.070" v="937" actId="962"/>
        <pc:sldMkLst>
          <pc:docMk/>
          <pc:sldMk cId="468662832" sldId="649"/>
        </pc:sldMkLst>
      </pc:sldChg>
      <pc:sldChg chg="addSp delSp modSp mod modAnim">
        <pc:chgData name="Shubhendu Kumar Singh" userId="461b01912b5747a3" providerId="LiveId" clId="{8DA101E7-219C-42A9-A626-1AD361B1496E}" dt="2025-04-03T04:38:18.539" v="2349" actId="14100"/>
        <pc:sldMkLst>
          <pc:docMk/>
          <pc:sldMk cId="825920284" sldId="650"/>
        </pc:sldMkLst>
      </pc:sldChg>
      <pc:sldChg chg="modSp mod">
        <pc:chgData name="Shubhendu Kumar Singh" userId="461b01912b5747a3" providerId="LiveId" clId="{8DA101E7-219C-42A9-A626-1AD361B1496E}" dt="2025-04-02T23:44:14.254" v="1151" actId="20577"/>
        <pc:sldMkLst>
          <pc:docMk/>
          <pc:sldMk cId="2587660702" sldId="651"/>
        </pc:sldMkLst>
      </pc:sldChg>
      <pc:sldChg chg="addSp delSp modSp mod">
        <pc:chgData name="Shubhendu Kumar Singh" userId="461b01912b5747a3" providerId="LiveId" clId="{8DA101E7-219C-42A9-A626-1AD361B1496E}" dt="2025-04-02T23:49:19.420" v="1277" actId="1076"/>
        <pc:sldMkLst>
          <pc:docMk/>
          <pc:sldMk cId="4161369240" sldId="652"/>
        </pc:sldMkLst>
      </pc:sldChg>
      <pc:sldChg chg="addSp delSp modSp add mod">
        <pc:chgData name="Shubhendu Kumar Singh" userId="461b01912b5747a3" providerId="LiveId" clId="{8DA101E7-219C-42A9-A626-1AD361B1496E}" dt="2025-04-02T23:49:39.470" v="1282" actId="1076"/>
        <pc:sldMkLst>
          <pc:docMk/>
          <pc:sldMk cId="1307686036" sldId="653"/>
        </pc:sldMkLst>
      </pc:sldChg>
      <pc:sldChg chg="addSp delSp modSp add mod">
        <pc:chgData name="Shubhendu Kumar Singh" userId="461b01912b5747a3" providerId="LiveId" clId="{8DA101E7-219C-42A9-A626-1AD361B1496E}" dt="2025-04-02T23:51:09.654" v="1318" actId="1076"/>
        <pc:sldMkLst>
          <pc:docMk/>
          <pc:sldMk cId="2072393348" sldId="654"/>
        </pc:sldMkLst>
      </pc:sldChg>
      <pc:sldChg chg="addSp delSp modSp add mod">
        <pc:chgData name="Shubhendu Kumar Singh" userId="461b01912b5747a3" providerId="LiveId" clId="{8DA101E7-219C-42A9-A626-1AD361B1496E}" dt="2025-04-02T23:52:23.590" v="1337" actId="1076"/>
        <pc:sldMkLst>
          <pc:docMk/>
          <pc:sldMk cId="3074041021" sldId="655"/>
        </pc:sldMkLst>
      </pc:sldChg>
      <pc:sldChg chg="addSp delSp modSp mod">
        <pc:chgData name="Shubhendu Kumar Singh" userId="461b01912b5747a3" providerId="LiveId" clId="{8DA101E7-219C-42A9-A626-1AD361B1496E}" dt="2025-04-02T23:53:30.857" v="1352" actId="1076"/>
        <pc:sldMkLst>
          <pc:docMk/>
          <pc:sldMk cId="3352067736" sldId="656"/>
        </pc:sldMkLst>
      </pc:sldChg>
      <pc:sldChg chg="addSp delSp modSp add mod">
        <pc:chgData name="Shubhendu Kumar Singh" userId="461b01912b5747a3" providerId="LiveId" clId="{8DA101E7-219C-42A9-A626-1AD361B1496E}" dt="2025-04-03T01:44:06.987" v="1358" actId="1076"/>
        <pc:sldMkLst>
          <pc:docMk/>
          <pc:sldMk cId="1414775976" sldId="657"/>
        </pc:sldMkLst>
      </pc:sldChg>
      <pc:sldChg chg="addSp delSp modSp add mod">
        <pc:chgData name="Shubhendu Kumar Singh" userId="461b01912b5747a3" providerId="LiveId" clId="{8DA101E7-219C-42A9-A626-1AD361B1496E}" dt="2025-04-03T01:50:00.067" v="1369" actId="14100"/>
        <pc:sldMkLst>
          <pc:docMk/>
          <pc:sldMk cId="4159087435" sldId="658"/>
        </pc:sldMkLst>
      </pc:sldChg>
      <pc:sldChg chg="addSp delSp modSp add mod">
        <pc:chgData name="Shubhendu Kumar Singh" userId="461b01912b5747a3" providerId="LiveId" clId="{8DA101E7-219C-42A9-A626-1AD361B1496E}" dt="2025-04-03T01:55:25.964" v="1375" actId="1076"/>
        <pc:sldMkLst>
          <pc:docMk/>
          <pc:sldMk cId="3692059990" sldId="659"/>
        </pc:sldMkLst>
      </pc:sldChg>
      <pc:sldChg chg="addSp delSp modSp add mod">
        <pc:chgData name="Shubhendu Kumar Singh" userId="461b01912b5747a3" providerId="LiveId" clId="{8DA101E7-219C-42A9-A626-1AD361B1496E}" dt="2025-04-03T01:58:29.785" v="1382" actId="1076"/>
        <pc:sldMkLst>
          <pc:docMk/>
          <pc:sldMk cId="2921119350" sldId="660"/>
        </pc:sldMkLst>
      </pc:sldChg>
      <pc:sldChg chg="addSp delSp modSp add mod">
        <pc:chgData name="Shubhendu Kumar Singh" userId="461b01912b5747a3" providerId="LiveId" clId="{8DA101E7-219C-42A9-A626-1AD361B1496E}" dt="2025-04-03T02:05:11.374" v="1390" actId="14100"/>
        <pc:sldMkLst>
          <pc:docMk/>
          <pc:sldMk cId="1832546762" sldId="661"/>
        </pc:sldMkLst>
      </pc:sldChg>
      <pc:sldChg chg="addSp delSp modSp add mod modAnim">
        <pc:chgData name="Shubhendu Kumar Singh" userId="461b01912b5747a3" providerId="LiveId" clId="{8DA101E7-219C-42A9-A626-1AD361B1496E}" dt="2025-04-03T02:19:27.778" v="1797"/>
        <pc:sldMkLst>
          <pc:docMk/>
          <pc:sldMk cId="1029393708" sldId="662"/>
        </pc:sldMkLst>
      </pc:sldChg>
      <pc:sldChg chg="addSp delSp modSp add mod">
        <pc:chgData name="Shubhendu Kumar Singh" userId="461b01912b5747a3" providerId="LiveId" clId="{8DA101E7-219C-42A9-A626-1AD361B1496E}" dt="2025-04-03T02:32:52.654" v="1910" actId="14100"/>
        <pc:sldMkLst>
          <pc:docMk/>
          <pc:sldMk cId="439385957" sldId="663"/>
        </pc:sldMkLst>
      </pc:sldChg>
      <pc:sldChg chg="modSp mod">
        <pc:chgData name="Shubhendu Kumar Singh" userId="461b01912b5747a3" providerId="LiveId" clId="{8DA101E7-219C-42A9-A626-1AD361B1496E}" dt="2025-04-03T04:18:51.302" v="2071" actId="20577"/>
        <pc:sldMkLst>
          <pc:docMk/>
          <pc:sldMk cId="4150855370" sldId="664"/>
        </pc:sldMkLst>
      </pc:sldChg>
      <pc:sldChg chg="modSp mod">
        <pc:chgData name="Shubhendu Kumar Singh" userId="461b01912b5747a3" providerId="LiveId" clId="{8DA101E7-219C-42A9-A626-1AD361B1496E}" dt="2025-04-03T04:18:58.262" v="2075" actId="20577"/>
        <pc:sldMkLst>
          <pc:docMk/>
          <pc:sldMk cId="2636624176" sldId="665"/>
        </pc:sldMkLst>
      </pc:sldChg>
      <pc:sldChg chg="addSp delSp modSp mod">
        <pc:chgData name="Shubhendu Kumar Singh" userId="461b01912b5747a3" providerId="LiveId" clId="{8DA101E7-219C-42A9-A626-1AD361B1496E}" dt="2025-04-03T04:19:25.021" v="2086" actId="1076"/>
        <pc:sldMkLst>
          <pc:docMk/>
          <pc:sldMk cId="3442609267" sldId="666"/>
        </pc:sldMkLst>
      </pc:sldChg>
      <pc:sldChg chg="addSp delSp modSp mod">
        <pc:chgData name="Shubhendu Kumar Singh" userId="461b01912b5747a3" providerId="LiveId" clId="{8DA101E7-219C-42A9-A626-1AD361B1496E}" dt="2025-04-03T04:20:09.176" v="2101" actId="14100"/>
        <pc:sldMkLst>
          <pc:docMk/>
          <pc:sldMk cId="2452424346" sldId="667"/>
        </pc:sldMkLst>
      </pc:sldChg>
      <pc:sldChg chg="addSp delSp modSp mod">
        <pc:chgData name="Shubhendu Kumar Singh" userId="461b01912b5747a3" providerId="LiveId" clId="{8DA101E7-219C-42A9-A626-1AD361B1496E}" dt="2025-04-03T04:20:43.214" v="2111" actId="14100"/>
        <pc:sldMkLst>
          <pc:docMk/>
          <pc:sldMk cId="1060342684" sldId="668"/>
        </pc:sldMkLst>
      </pc:sldChg>
      <pc:sldChg chg="addSp delSp modSp mod">
        <pc:chgData name="Shubhendu Kumar Singh" userId="461b01912b5747a3" providerId="LiveId" clId="{8DA101E7-219C-42A9-A626-1AD361B1496E}" dt="2025-04-03T04:21:33.588" v="2128" actId="14100"/>
        <pc:sldMkLst>
          <pc:docMk/>
          <pc:sldMk cId="3002606696" sldId="669"/>
        </pc:sldMkLst>
      </pc:sldChg>
      <pc:sldChg chg="addSp delSp modSp mod">
        <pc:chgData name="Shubhendu Kumar Singh" userId="461b01912b5747a3" providerId="LiveId" clId="{8DA101E7-219C-42A9-A626-1AD361B1496E}" dt="2025-04-03T04:22:13.440" v="2141" actId="14100"/>
        <pc:sldMkLst>
          <pc:docMk/>
          <pc:sldMk cId="570709286" sldId="670"/>
        </pc:sldMkLst>
      </pc:sldChg>
      <pc:sldChg chg="addSp delSp modSp mod">
        <pc:chgData name="Shubhendu Kumar Singh" userId="461b01912b5747a3" providerId="LiveId" clId="{8DA101E7-219C-42A9-A626-1AD361B1496E}" dt="2025-04-03T04:22:44.279" v="2147" actId="1076"/>
        <pc:sldMkLst>
          <pc:docMk/>
          <pc:sldMk cId="2283612534" sldId="671"/>
        </pc:sldMkLst>
      </pc:sldChg>
    </pc:docChg>
  </pc:docChgLst>
  <pc:docChgLst>
    <pc:chgData name="Shubhendu Kumar Singh" userId="461b01912b5747a3" providerId="LiveId" clId="{A7B4483F-255D-4188-829C-74F049A4F026}"/>
    <pc:docChg chg="undo custSel addSld delSld modSld sldOrd">
      <pc:chgData name="Shubhendu Kumar Singh" userId="461b01912b5747a3" providerId="LiveId" clId="{A7B4483F-255D-4188-829C-74F049A4F026}" dt="2025-04-10T07:38:27.780" v="458" actId="1076"/>
      <pc:docMkLst>
        <pc:docMk/>
      </pc:docMkLst>
      <pc:sldChg chg="addSp modSp mod">
        <pc:chgData name="Shubhendu Kumar Singh" userId="461b01912b5747a3" providerId="LiveId" clId="{A7B4483F-255D-4188-829C-74F049A4F026}" dt="2025-04-10T06:02:56.656" v="366" actId="20577"/>
        <pc:sldMkLst>
          <pc:docMk/>
          <pc:sldMk cId="2385447988" sldId="672"/>
        </pc:sldMkLst>
      </pc:sldChg>
      <pc:sldChg chg="modSp mod">
        <pc:chgData name="Shubhendu Kumar Singh" userId="461b01912b5747a3" providerId="LiveId" clId="{A7B4483F-255D-4188-829C-74F049A4F026}" dt="2025-04-10T03:03:16.689" v="347" actId="20577"/>
        <pc:sldMkLst>
          <pc:docMk/>
          <pc:sldMk cId="624695079" sldId="673"/>
        </pc:sldMkLst>
      </pc:sldChg>
      <pc:sldChg chg="addSp delSp modSp mod">
        <pc:chgData name="Shubhendu Kumar Singh" userId="461b01912b5747a3" providerId="LiveId" clId="{A7B4483F-255D-4188-829C-74F049A4F026}" dt="2025-04-10T02:54:32.168" v="263" actId="20577"/>
        <pc:sldMkLst>
          <pc:docMk/>
          <pc:sldMk cId="548430205" sldId="674"/>
        </pc:sldMkLst>
      </pc:sldChg>
      <pc:sldChg chg="addSp delSp modSp mod">
        <pc:chgData name="Shubhendu Kumar Singh" userId="461b01912b5747a3" providerId="LiveId" clId="{A7B4483F-255D-4188-829C-74F049A4F026}" dt="2025-04-10T03:23:19.135" v="353" actId="113"/>
        <pc:sldMkLst>
          <pc:docMk/>
          <pc:sldMk cId="530477546" sldId="675"/>
        </pc:sldMkLst>
      </pc:sldChg>
      <pc:sldChg chg="addSp delSp modSp mod">
        <pc:chgData name="Shubhendu Kumar Singh" userId="461b01912b5747a3" providerId="LiveId" clId="{A7B4483F-255D-4188-829C-74F049A4F026}" dt="2025-04-10T03:23:32.805" v="358" actId="20577"/>
        <pc:sldMkLst>
          <pc:docMk/>
          <pc:sldMk cId="2998022237" sldId="676"/>
        </pc:sldMkLst>
      </pc:sldChg>
      <pc:sldChg chg="addSp delSp modSp mod">
        <pc:chgData name="Shubhendu Kumar Singh" userId="461b01912b5747a3" providerId="LiveId" clId="{A7B4483F-255D-4188-829C-74F049A4F026}" dt="2025-04-10T03:23:40.240" v="361" actId="20577"/>
        <pc:sldMkLst>
          <pc:docMk/>
          <pc:sldMk cId="3423165307" sldId="677"/>
        </pc:sldMkLst>
      </pc:sldChg>
      <pc:sldChg chg="addSp delSp modSp add mod">
        <pc:chgData name="Shubhendu Kumar Singh" userId="461b01912b5747a3" providerId="LiveId" clId="{A7B4483F-255D-4188-829C-74F049A4F026}" dt="2025-04-10T02:57:21.759" v="293" actId="14100"/>
        <pc:sldMkLst>
          <pc:docMk/>
          <pc:sldMk cId="1054266251" sldId="678"/>
        </pc:sldMkLst>
      </pc:sldChg>
      <pc:sldChg chg="addSp delSp modSp mod">
        <pc:chgData name="Shubhendu Kumar Singh" userId="461b01912b5747a3" providerId="LiveId" clId="{A7B4483F-255D-4188-829C-74F049A4F026}" dt="2025-04-10T03:01:48.764" v="337" actId="1076"/>
        <pc:sldMkLst>
          <pc:docMk/>
          <pc:sldMk cId="4202051111" sldId="679"/>
        </pc:sldMkLst>
      </pc:sldChg>
      <pc:sldChg chg="addSp delSp modSp add mod ord">
        <pc:chgData name="Shubhendu Kumar Singh" userId="461b01912b5747a3" providerId="LiveId" clId="{A7B4483F-255D-4188-829C-74F049A4F026}" dt="2025-04-10T07:38:27.780" v="458" actId="1076"/>
        <pc:sldMkLst>
          <pc:docMk/>
          <pc:sldMk cId="37890190" sldId="680"/>
        </pc:sldMkLst>
      </pc:sldChg>
      <pc:sldChg chg="add del">
        <pc:chgData name="Shubhendu Kumar Singh" userId="461b01912b5747a3" providerId="LiveId" clId="{A7B4483F-255D-4188-829C-74F049A4F026}" dt="2025-04-10T07:37:12.367" v="437" actId="47"/>
        <pc:sldMkLst>
          <pc:docMk/>
          <pc:sldMk cId="499502277" sldId="681"/>
        </pc:sldMkLst>
      </pc:sldChg>
    </pc:docChg>
  </pc:docChgLst>
  <pc:docChgLst>
    <pc:chgData name="Shubhendu Kumar Singh" userId="461b01912b5747a3" providerId="LiveId" clId="{A93CBCFE-DFF0-431E-9829-88BE084D65A3}"/>
    <pc:docChg chg="custSel addSld delSld modSld">
      <pc:chgData name="Shubhendu Kumar Singh" userId="461b01912b5747a3" providerId="LiveId" clId="{A93CBCFE-DFF0-431E-9829-88BE084D65A3}" dt="2025-03-06T08:42:16.375" v="471" actId="1076"/>
      <pc:docMkLst>
        <pc:docMk/>
      </pc:docMkLst>
      <pc:sldChg chg="modSp mod">
        <pc:chgData name="Shubhendu Kumar Singh" userId="461b01912b5747a3" providerId="LiveId" clId="{A93CBCFE-DFF0-431E-9829-88BE084D65A3}" dt="2025-03-06T04:11:08.624" v="144" actId="20577"/>
        <pc:sldMkLst>
          <pc:docMk/>
          <pc:sldMk cId="3307596543" sldId="476"/>
        </pc:sldMkLst>
      </pc:sldChg>
      <pc:sldChg chg="modSp mod">
        <pc:chgData name="Shubhendu Kumar Singh" userId="461b01912b5747a3" providerId="LiveId" clId="{A93CBCFE-DFF0-431E-9829-88BE084D65A3}" dt="2025-03-06T04:10:50.574" v="130" actId="20577"/>
        <pc:sldMkLst>
          <pc:docMk/>
          <pc:sldMk cId="905870507" sldId="488"/>
        </pc:sldMkLst>
      </pc:sldChg>
      <pc:sldChg chg="addSp delSp modSp mod">
        <pc:chgData name="Shubhendu Kumar Singh" userId="461b01912b5747a3" providerId="LiveId" clId="{A93CBCFE-DFF0-431E-9829-88BE084D65A3}" dt="2025-03-06T04:10:23.107" v="99" actId="1076"/>
        <pc:sldMkLst>
          <pc:docMk/>
          <pc:sldMk cId="337668144" sldId="490"/>
        </pc:sldMkLst>
      </pc:sldChg>
      <pc:sldChg chg="addSp delSp modSp mod">
        <pc:chgData name="Shubhendu Kumar Singh" userId="461b01912b5747a3" providerId="LiveId" clId="{A93CBCFE-DFF0-431E-9829-88BE084D65A3}" dt="2025-03-06T04:12:51.376" v="162" actId="14100"/>
        <pc:sldMkLst>
          <pc:docMk/>
          <pc:sldMk cId="2596275230" sldId="491"/>
        </pc:sldMkLst>
      </pc:sldChg>
      <pc:sldChg chg="addSp delSp modSp mod">
        <pc:chgData name="Shubhendu Kumar Singh" userId="461b01912b5747a3" providerId="LiveId" clId="{A93CBCFE-DFF0-431E-9829-88BE084D65A3}" dt="2025-03-06T04:17:26.372" v="196" actId="14100"/>
        <pc:sldMkLst>
          <pc:docMk/>
          <pc:sldMk cId="4177591811" sldId="492"/>
        </pc:sldMkLst>
      </pc:sldChg>
      <pc:sldChg chg="addSp delSp modSp mod">
        <pc:chgData name="Shubhendu Kumar Singh" userId="461b01912b5747a3" providerId="LiveId" clId="{A93CBCFE-DFF0-431E-9829-88BE084D65A3}" dt="2025-03-06T04:19:47.761" v="216" actId="1076"/>
        <pc:sldMkLst>
          <pc:docMk/>
          <pc:sldMk cId="132447576" sldId="493"/>
        </pc:sldMkLst>
      </pc:sldChg>
      <pc:sldChg chg="addSp delSp modSp mod">
        <pc:chgData name="Shubhendu Kumar Singh" userId="461b01912b5747a3" providerId="LiveId" clId="{A93CBCFE-DFF0-431E-9829-88BE084D65A3}" dt="2025-03-06T04:21:28.818" v="242" actId="14100"/>
        <pc:sldMkLst>
          <pc:docMk/>
          <pc:sldMk cId="4189656730" sldId="494"/>
        </pc:sldMkLst>
      </pc:sldChg>
      <pc:sldChg chg="addSp delSp modSp mod">
        <pc:chgData name="Shubhendu Kumar Singh" userId="461b01912b5747a3" providerId="LiveId" clId="{A93CBCFE-DFF0-431E-9829-88BE084D65A3}" dt="2025-03-06T04:23:22.664" v="259" actId="14100"/>
        <pc:sldMkLst>
          <pc:docMk/>
          <pc:sldMk cId="2446986940" sldId="495"/>
        </pc:sldMkLst>
      </pc:sldChg>
      <pc:sldChg chg="modSp mod">
        <pc:chgData name="Shubhendu Kumar Singh" userId="461b01912b5747a3" providerId="LiveId" clId="{A93CBCFE-DFF0-431E-9829-88BE084D65A3}" dt="2025-03-06T06:55:47.955" v="290" actId="20577"/>
        <pc:sldMkLst>
          <pc:docMk/>
          <pc:sldMk cId="2758232143" sldId="496"/>
        </pc:sldMkLst>
      </pc:sldChg>
      <pc:sldChg chg="addSp delSp modSp mod">
        <pc:chgData name="Shubhendu Kumar Singh" userId="461b01912b5747a3" providerId="LiveId" clId="{A93CBCFE-DFF0-431E-9829-88BE084D65A3}" dt="2025-03-06T06:56:26.556" v="298" actId="1076"/>
        <pc:sldMkLst>
          <pc:docMk/>
          <pc:sldMk cId="1174174292" sldId="498"/>
        </pc:sldMkLst>
      </pc:sldChg>
      <pc:sldChg chg="addSp delSp modSp mod">
        <pc:chgData name="Shubhendu Kumar Singh" userId="461b01912b5747a3" providerId="LiveId" clId="{A93CBCFE-DFF0-431E-9829-88BE084D65A3}" dt="2025-03-06T06:57:32.344" v="317" actId="14100"/>
        <pc:sldMkLst>
          <pc:docMk/>
          <pc:sldMk cId="129257836" sldId="499"/>
        </pc:sldMkLst>
      </pc:sldChg>
      <pc:sldChg chg="modSp mod">
        <pc:chgData name="Shubhendu Kumar Singh" userId="461b01912b5747a3" providerId="LiveId" clId="{A93CBCFE-DFF0-431E-9829-88BE084D65A3}" dt="2025-03-06T08:29:32.915" v="366" actId="20577"/>
        <pc:sldMkLst>
          <pc:docMk/>
          <pc:sldMk cId="3766261312" sldId="500"/>
        </pc:sldMkLst>
      </pc:sldChg>
      <pc:sldChg chg="del">
        <pc:chgData name="Shubhendu Kumar Singh" userId="461b01912b5747a3" providerId="LiveId" clId="{A93CBCFE-DFF0-431E-9829-88BE084D65A3}" dt="2025-03-06T08:29:50.365" v="367" actId="2696"/>
        <pc:sldMkLst>
          <pc:docMk/>
          <pc:sldMk cId="561698273" sldId="501"/>
        </pc:sldMkLst>
      </pc:sldChg>
      <pc:sldChg chg="addSp delSp modSp mod">
        <pc:chgData name="Shubhendu Kumar Singh" userId="461b01912b5747a3" providerId="LiveId" clId="{A93CBCFE-DFF0-431E-9829-88BE084D65A3}" dt="2025-03-06T08:32:00.359" v="431" actId="20577"/>
        <pc:sldMkLst>
          <pc:docMk/>
          <pc:sldMk cId="2750098351" sldId="502"/>
        </pc:sldMkLst>
      </pc:sldChg>
      <pc:sldChg chg="addSp modSp add mod">
        <pc:chgData name="Shubhendu Kumar Singh" userId="461b01912b5747a3" providerId="LiveId" clId="{A93CBCFE-DFF0-431E-9829-88BE084D65A3}" dt="2025-03-06T08:32:46.362" v="435" actId="1076"/>
        <pc:sldMkLst>
          <pc:docMk/>
          <pc:sldMk cId="2454117047" sldId="503"/>
        </pc:sldMkLst>
      </pc:sldChg>
      <pc:sldChg chg="addSp delSp modSp mod">
        <pc:chgData name="Shubhendu Kumar Singh" userId="461b01912b5747a3" providerId="LiveId" clId="{A93CBCFE-DFF0-431E-9829-88BE084D65A3}" dt="2025-03-06T08:34:09.976" v="443" actId="1076"/>
        <pc:sldMkLst>
          <pc:docMk/>
          <pc:sldMk cId="2406215322" sldId="504"/>
        </pc:sldMkLst>
      </pc:sldChg>
      <pc:sldChg chg="addSp delSp modSp mod">
        <pc:chgData name="Shubhendu Kumar Singh" userId="461b01912b5747a3" providerId="LiveId" clId="{A93CBCFE-DFF0-431E-9829-88BE084D65A3}" dt="2025-03-06T08:39:29.209" v="454" actId="1076"/>
        <pc:sldMkLst>
          <pc:docMk/>
          <pc:sldMk cId="3063743399" sldId="505"/>
        </pc:sldMkLst>
      </pc:sldChg>
      <pc:sldChg chg="addSp delSp modSp mod">
        <pc:chgData name="Shubhendu Kumar Singh" userId="461b01912b5747a3" providerId="LiveId" clId="{A93CBCFE-DFF0-431E-9829-88BE084D65A3}" dt="2025-03-06T08:42:16.375" v="471" actId="1076"/>
        <pc:sldMkLst>
          <pc:docMk/>
          <pc:sldMk cId="2309935997" sldId="5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6DD43-1625-DBA2-5EB3-879B2D2B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6EB2A9-4590-8E6D-B2E3-6735D4272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79128-97FE-00C5-5DD9-7C0BAC4C2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62E49-40CA-129B-C57B-6BCE7613E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99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F6F7-93D2-2639-17A5-BF6E2831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02D43-6FA2-3221-F23C-F22C063CE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CDFB8-699C-09CC-7105-60A78033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956AA-2B2A-AFBF-9AA6-47A019D8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63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74075-7245-6A4E-5668-58716117B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2B170-40A4-2251-1141-37576EDEC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8C355-6DA1-4B91-A4B9-66AB5F25A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C223B-E10B-8A5F-E346-1D70F2222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37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6A74-7691-6EF6-4D39-DF1CF860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B84DD-4824-9F76-119D-5CB8B38FF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1FF7F-EB28-A7AC-41DA-A61CC9A78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764D9-69A4-E3B1-2B67-DE7FD0031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662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A5B9D-3BBA-A61A-1748-6F2E4CCC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A01E7-5CB8-D74C-DA13-F7D3CC853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7D554-83F6-980D-D797-60612431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67567-E4D8-BF47-EC34-03137A36B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1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347DB-986B-C8FF-763C-FA7D59BD4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37510-0069-098E-FFEF-9500C175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B75D1-A720-4570-9EBE-272057B73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3A685-642F-396B-25F6-9B0D63D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5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6AAAA-B0A1-8BC1-2C1C-4609E1C3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0C65C-55D8-3B0B-F14D-857DE1B1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0A742-F651-5B00-63B2-2F94D5E23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01B53-7187-9229-249A-C3E84A71B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641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FC30-FA41-6899-5F45-2302F16AD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B7B4-B8C4-6411-1CF4-A79EAE617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0B0ED-9120-9BAE-AC5F-EA17C923B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1AE97-7252-4098-BEC2-47B1D546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135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Kumar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83F00-E97D-B408-6705-3CC5C8A58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14435-FFAA-BF40-BDBD-E46E0D3E7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(Two separate agent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0F0D58F-ABE5-D7CF-01A5-95CDEA1AFBD7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0EB9D5-02E2-153C-CB3E-1F3C73D6D43C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Date:07/24/2025</a:t>
            </a:r>
          </a:p>
        </p:txBody>
      </p:sp>
    </p:spTree>
    <p:extLst>
      <p:ext uri="{BB962C8B-B14F-4D97-AF65-F5344CB8AC3E}">
        <p14:creationId xmlns:p14="http://schemas.microsoft.com/office/powerpoint/2010/main" val="2939268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DD58-A76A-A7D8-8412-BC5E880F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0CA41-A99E-3E80-25EF-4F347AA3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35BC92-5BD9-7519-A9C2-555379BD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4" name="Picture 3" descr="A graph of 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5F6B08D3-3BB8-FB9F-F350-6CB29B43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041" y="1852975"/>
            <a:ext cx="6729958" cy="3547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EDC768-CD14-BAF0-B61D-A0D07AA27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4" y="1852975"/>
            <a:ext cx="5693881" cy="354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17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2056-756E-C12B-013F-91A8D87E8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4293CD-D20B-138B-9AFA-00917C72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8AC7A3-8F6E-E317-5564-359C4F904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5" name="Picture 4" descr="A graph showing a comparison of storage&#10;&#10;AI-generated content may be incorrect.">
            <a:extLst>
              <a:ext uri="{FF2B5EF4-FFF2-40B4-BE49-F238E27FC236}">
                <a16:creationId xmlns:a16="http://schemas.microsoft.com/office/drawing/2014/main" id="{DE0FE0DA-2FB9-26A7-9C62-0028DEEB8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3458"/>
            <a:ext cx="5432990" cy="3259794"/>
          </a:xfrm>
          <a:prstGeom prst="rect">
            <a:avLst/>
          </a:prstGeom>
        </p:spPr>
      </p:pic>
      <p:pic>
        <p:nvPicPr>
          <p:cNvPr id="11" name="Picture 10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BB611BD-C286-128B-34DE-DC0EC4285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3687" y="3429000"/>
            <a:ext cx="5555620" cy="3174769"/>
          </a:xfrm>
          <a:prstGeom prst="rect">
            <a:avLst/>
          </a:prstGeom>
        </p:spPr>
      </p:pic>
      <p:pic>
        <p:nvPicPr>
          <p:cNvPr id="15" name="Picture 14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94BED074-6070-D088-EAD0-8E4F6EBAE8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0004" y="510927"/>
            <a:ext cx="5801996" cy="327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37D01-01D7-2E8E-A255-F6782417D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8D21-CAB7-864B-2570-2203CB2B1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5579E7-38F3-90D5-6423-FA67F2D5D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the difference between storage and storage&#10;&#10;AI-generated content may be incorrect.">
            <a:extLst>
              <a:ext uri="{FF2B5EF4-FFF2-40B4-BE49-F238E27FC236}">
                <a16:creationId xmlns:a16="http://schemas.microsoft.com/office/drawing/2014/main" id="{AD67F1A5-224F-2D3E-726B-99A5BC5AB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76161"/>
            <a:ext cx="5420504" cy="3252303"/>
          </a:xfrm>
          <a:prstGeom prst="rect">
            <a:avLst/>
          </a:prstGeom>
        </p:spPr>
      </p:pic>
      <p:pic>
        <p:nvPicPr>
          <p:cNvPr id="6" name="Picture 5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D056237-2599-0F97-5160-FCA9A8604B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496" y="576160"/>
            <a:ext cx="5420504" cy="3252303"/>
          </a:xfrm>
          <a:prstGeom prst="rect">
            <a:avLst/>
          </a:prstGeom>
        </p:spPr>
      </p:pic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31AB29E-DA8C-0123-DC08-DF4D6EFAA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0460" y="3723588"/>
            <a:ext cx="6120711" cy="290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6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83FE-00C7-66E6-2E92-D9EE38415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1B853-4B79-2471-59FC-9841884A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80E080C-7187-F81A-0E76-29C10172C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A909A107-0E08-3DC0-7F92-7B6F9E468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747" y="3031098"/>
            <a:ext cx="7581297" cy="3594428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F59447-A196-90C8-5FCC-00DC53A8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500964"/>
              </p:ext>
            </p:extLst>
          </p:nvPr>
        </p:nvGraphicFramePr>
        <p:xfrm>
          <a:off x="1302746" y="1184401"/>
          <a:ext cx="9537700" cy="16459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144263583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587865127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375910477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1991139330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608208405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162544141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56982374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6374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424614.5942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367.7807516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953322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54.05405405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32944.12875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28.5346208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68415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437151.0196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378.6392006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2913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138530.9153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119.9888201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7191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75.67567568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83183.68248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72.04970739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10843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86.48648649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88090.56967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76.29981721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7723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381939.9476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330.818024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81983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166054.5516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190.2073296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544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131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E939-FA0B-CB6E-9683-A0B09C3A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8E358-FD5B-B726-F606-FDCB1C75B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(Two separate agent actions:)</a:t>
            </a:r>
            <a:br>
              <a:rPr lang="en-US" sz="3600" dirty="0"/>
            </a:br>
            <a:r>
              <a:rPr lang="en-US" sz="3600" dirty="0"/>
              <a:t>(First – Q1 Release – daily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8220BA8-75A6-CB2D-3517-F038214EC6BD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BCD24-AEBE-CF38-21AB-CF3709404CF4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Date:07/24/2025</a:t>
            </a:r>
          </a:p>
        </p:txBody>
      </p:sp>
    </p:spTree>
    <p:extLst>
      <p:ext uri="{BB962C8B-B14F-4D97-AF65-F5344CB8AC3E}">
        <p14:creationId xmlns:p14="http://schemas.microsoft.com/office/powerpoint/2010/main" val="931833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FD7F5-933A-C3CD-9DB4-A284B0BC5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AF047-B4A8-7101-7F34-877E1A4A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2CC13D-98F9-4040-A93C-E2ED7F7C4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daily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3" name="Picture 2" descr="A graph with blue lines&#10;&#10;AI-generated content may be incorrect.">
            <a:extLst>
              <a:ext uri="{FF2B5EF4-FFF2-40B4-BE49-F238E27FC236}">
                <a16:creationId xmlns:a16="http://schemas.microsoft.com/office/drawing/2014/main" id="{2DD1054B-6258-17DC-2DDF-A21562B3A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2974"/>
            <a:ext cx="6023728" cy="3633423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4989C0F-53EA-5CD9-FE64-8DBE05E51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6656" y="1852976"/>
            <a:ext cx="6545343" cy="363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7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EAB6D-13D8-8946-418A-B736DFC8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24B6F6-95B6-5A87-EA1D-DA3E6327C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84D40-4D1C-5B0F-CA0D-33D5D7D05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a comparison of storage and storage&#10;&#10;AI-generated content may be incorrect.">
            <a:extLst>
              <a:ext uri="{FF2B5EF4-FFF2-40B4-BE49-F238E27FC236}">
                <a16:creationId xmlns:a16="http://schemas.microsoft.com/office/drawing/2014/main" id="{044801F2-D7E2-194A-CCD5-2222C5D6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60797"/>
            <a:ext cx="5288528" cy="2868203"/>
          </a:xfrm>
          <a:prstGeom prst="rect">
            <a:avLst/>
          </a:prstGeom>
        </p:spPr>
      </p:pic>
      <p:pic>
        <p:nvPicPr>
          <p:cNvPr id="6" name="Picture 5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67B4F12D-13CD-79A7-76E2-B41A0A6CE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89" y="560797"/>
            <a:ext cx="5529943" cy="2868203"/>
          </a:xfrm>
          <a:prstGeom prst="rect">
            <a:avLst/>
          </a:prstGeom>
        </p:spPr>
      </p:pic>
      <p:pic>
        <p:nvPicPr>
          <p:cNvPr id="10" name="Picture 9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FC781273-4154-EA7F-D553-C01379356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581" y="3429000"/>
            <a:ext cx="7498246" cy="319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62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5EA4-C117-35BE-B79F-A85E5B39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9688B3-14BB-5954-9903-82767BA72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A45EF02-8EDA-B553-BBAE-194D36DB6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4" name="Picture 3" descr="A graph of storage and storage distribution&#10;&#10;AI-generated content may be incorrect.">
            <a:extLst>
              <a:ext uri="{FF2B5EF4-FFF2-40B4-BE49-F238E27FC236}">
                <a16:creationId xmlns:a16="http://schemas.microsoft.com/office/drawing/2014/main" id="{EBCA04D6-D5A7-DA8D-9E06-0E7962C8C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932" y="575036"/>
            <a:ext cx="5112573" cy="2986838"/>
          </a:xfrm>
          <a:prstGeom prst="rect">
            <a:avLst/>
          </a:prstGeom>
        </p:spPr>
      </p:pic>
      <p:pic>
        <p:nvPicPr>
          <p:cNvPr id="8" name="Picture 7" descr="A graph showing a number of green lines&#10;&#10;AI-generated content may be incorrect.">
            <a:extLst>
              <a:ext uri="{FF2B5EF4-FFF2-40B4-BE49-F238E27FC236}">
                <a16:creationId xmlns:a16="http://schemas.microsoft.com/office/drawing/2014/main" id="{5CFCDF08-FB66-DFE8-17F4-C176934F4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9912" y="575035"/>
            <a:ext cx="4801395" cy="2956313"/>
          </a:xfrm>
          <a:prstGeom prst="rect">
            <a:avLst/>
          </a:prstGeom>
        </p:spPr>
      </p:pic>
      <p:pic>
        <p:nvPicPr>
          <p:cNvPr id="12" name="Picture 1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CC5E5597-DD22-D0A2-513E-C8273836EC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548" y="3393718"/>
            <a:ext cx="6130574" cy="326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99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6CD3-AF15-88CB-7733-E0C62B9ED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2CB82-2CFF-9C59-76E7-0E51586B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CC97839-326B-BF43-602B-CF317C085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4CCD67DF-A39D-DD53-81F8-E886E4AC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7629" y="3110845"/>
            <a:ext cx="6447934" cy="353598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BB09D4-E2C4-4835-38FD-E92420890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108071"/>
              </p:ext>
            </p:extLst>
          </p:nvPr>
        </p:nvGraphicFramePr>
        <p:xfrm>
          <a:off x="654587" y="925327"/>
          <a:ext cx="10403052" cy="2279781"/>
        </p:xfrm>
        <a:graphic>
          <a:graphicData uri="http://schemas.openxmlformats.org/drawingml/2006/table">
            <a:tbl>
              <a:tblPr/>
              <a:tblGrid>
                <a:gridCol w="653595">
                  <a:extLst>
                    <a:ext uri="{9D8B030D-6E8A-4147-A177-3AD203B41FA5}">
                      <a16:colId xmlns:a16="http://schemas.microsoft.com/office/drawing/2014/main" val="3987303711"/>
                    </a:ext>
                  </a:extLst>
                </a:gridCol>
                <a:gridCol w="1320806">
                  <a:extLst>
                    <a:ext uri="{9D8B030D-6E8A-4147-A177-3AD203B41FA5}">
                      <a16:colId xmlns:a16="http://schemas.microsoft.com/office/drawing/2014/main" val="1375331168"/>
                    </a:ext>
                  </a:extLst>
                </a:gridCol>
                <a:gridCol w="1198257">
                  <a:extLst>
                    <a:ext uri="{9D8B030D-6E8A-4147-A177-3AD203B41FA5}">
                      <a16:colId xmlns:a16="http://schemas.microsoft.com/office/drawing/2014/main" val="2356953034"/>
                    </a:ext>
                  </a:extLst>
                </a:gridCol>
                <a:gridCol w="1456972">
                  <a:extLst>
                    <a:ext uri="{9D8B030D-6E8A-4147-A177-3AD203B41FA5}">
                      <a16:colId xmlns:a16="http://schemas.microsoft.com/office/drawing/2014/main" val="3154208452"/>
                    </a:ext>
                  </a:extLst>
                </a:gridCol>
                <a:gridCol w="1525055">
                  <a:extLst>
                    <a:ext uri="{9D8B030D-6E8A-4147-A177-3AD203B41FA5}">
                      <a16:colId xmlns:a16="http://schemas.microsoft.com/office/drawing/2014/main" val="885559821"/>
                    </a:ext>
                  </a:extLst>
                </a:gridCol>
                <a:gridCol w="1933552">
                  <a:extLst>
                    <a:ext uri="{9D8B030D-6E8A-4147-A177-3AD203B41FA5}">
                      <a16:colId xmlns:a16="http://schemas.microsoft.com/office/drawing/2014/main" val="1516161494"/>
                    </a:ext>
                  </a:extLst>
                </a:gridCol>
                <a:gridCol w="2314815">
                  <a:extLst>
                    <a:ext uri="{9D8B030D-6E8A-4147-A177-3AD203B41FA5}">
                      <a16:colId xmlns:a16="http://schemas.microsoft.com/office/drawing/2014/main" val="4136372811"/>
                    </a:ext>
                  </a:extLst>
                </a:gridCol>
              </a:tblGrid>
              <a:tr h="253309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463799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330768.4385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286.4957224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45647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12.83783784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27637.92721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23.93864408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93424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502173.2265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434.9583109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268813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42.56756757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114963.1352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99.57554176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823981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62533.23277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54.16328045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358225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31.75675676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87066.76491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75.41304674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468428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456565.4892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395.4550811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726854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53.90625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123874.8431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141.8925461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857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2426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2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24360</TotalTime>
  <Words>513</Words>
  <Application>Microsoft Office PowerPoint</Application>
  <PresentationFormat>Widescreen</PresentationFormat>
  <Paragraphs>156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 Narrow</vt:lpstr>
      <vt:lpstr>Arial</vt:lpstr>
      <vt:lpstr>Calibri</vt:lpstr>
      <vt:lpstr>Franklin Gothic Demi</vt:lpstr>
      <vt:lpstr>Franklin Gothic Medium</vt:lpstr>
      <vt:lpstr>template_GRAIL Research Lab</vt:lpstr>
      <vt:lpstr>Deep Reinforcement Learning (DRL) Framework for Reservoir Management</vt:lpstr>
      <vt:lpstr>Proximal Policy Optimization (PPO) based Reservoir Control (Mean-Std Standardization)  (Reward- Target Storage) (Two separate agent actions:) (First – Q1 Release – cumulative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(Two separate agent actions:) (First – Q1 Release – daily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daily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559</cp:revision>
  <dcterms:created xsi:type="dcterms:W3CDTF">2021-09-26T23:34:49Z</dcterms:created>
  <dcterms:modified xsi:type="dcterms:W3CDTF">2025-08-14T02:26:39Z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
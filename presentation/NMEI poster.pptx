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6"/>
  </p:notesMasterIdLst>
  <p:sldIdLst>
    <p:sldId id="260" r:id="rId5"/>
  </p:sldIdLst>
  <p:sldSz cx="51206400" cy="25603200"/>
  <p:notesSz cx="6858000" cy="9144000"/>
  <p:defaultTextStyle>
    <a:defPPr>
      <a:defRPr lang="en-US"/>
    </a:defPPr>
    <a:lvl1pPr marL="0" algn="l" defTabSz="2090044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1pPr>
    <a:lvl2pPr marL="2090044" algn="l" defTabSz="2090044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2pPr>
    <a:lvl3pPr marL="4180088" algn="l" defTabSz="2090044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3pPr>
    <a:lvl4pPr marL="6270132" algn="l" defTabSz="2090044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4pPr>
    <a:lvl5pPr marL="8360176" algn="l" defTabSz="2090044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5pPr>
    <a:lvl6pPr marL="10450220" algn="l" defTabSz="2090044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6pPr>
    <a:lvl7pPr marL="12540264" algn="l" defTabSz="2090044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7pPr>
    <a:lvl8pPr marL="14630309" algn="l" defTabSz="2090044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8pPr>
    <a:lvl9pPr marL="16720353" algn="l" defTabSz="2090044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898" userDrawn="1">
          <p15:clr>
            <a:srgbClr val="A4A3A4"/>
          </p15:clr>
        </p15:guide>
        <p15:guide id="2" pos="16128" userDrawn="1">
          <p15:clr>
            <a:srgbClr val="A4A3A4"/>
          </p15:clr>
        </p15:guide>
        <p15:guide id="3" orient="horz" pos="2842" userDrawn="1">
          <p15:clr>
            <a:srgbClr val="A4A3A4"/>
          </p15:clr>
        </p15:guide>
        <p15:guide id="4" orient="horz" pos="2256" userDrawn="1">
          <p15:clr>
            <a:srgbClr val="A4A3A4"/>
          </p15:clr>
        </p15:guide>
        <p15:guide id="5" orient="horz" pos="691" userDrawn="1">
          <p15:clr>
            <a:srgbClr val="A4A3A4"/>
          </p15:clr>
        </p15:guide>
        <p15:guide id="6" orient="horz" pos="15437" userDrawn="1">
          <p15:clr>
            <a:srgbClr val="A4A3A4"/>
          </p15:clr>
        </p15:guide>
        <p15:guide id="7" pos="1075" userDrawn="1">
          <p15:clr>
            <a:srgbClr val="A4A3A4"/>
          </p15:clr>
        </p15:guide>
        <p15:guide id="8" pos="11469" userDrawn="1">
          <p15:clr>
            <a:srgbClr val="A4A3A4"/>
          </p15:clr>
        </p15:guide>
        <p15:guide id="9" pos="10364" userDrawn="1">
          <p15:clr>
            <a:srgbClr val="A4A3A4"/>
          </p15:clr>
        </p15:guide>
        <p15:guide id="10" pos="20787" userDrawn="1">
          <p15:clr>
            <a:srgbClr val="A4A3A4"/>
          </p15:clr>
        </p15:guide>
        <p15:guide id="11" pos="21862" userDrawn="1">
          <p15:clr>
            <a:srgbClr val="A4A3A4"/>
          </p15:clr>
        </p15:guide>
        <p15:guide id="12" pos="31181" userDrawn="1">
          <p15:clr>
            <a:srgbClr val="A4A3A4"/>
          </p15:clr>
        </p15:guide>
        <p15:guide id="13" orient="horz" pos="8064" userDrawn="1">
          <p15:clr>
            <a:srgbClr val="A4A3A4"/>
          </p15:clr>
        </p15:guide>
        <p15:guide id="14" orient="horz" pos="15706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2974E2B-5383-32DD-24F6-33C348A4B0EB}" name="Schwenk, Jon" initials="SJ" userId="S::318596@win.lanl.gov::6952cf40-284c-4caf-acb5-0151d1ffed7f" providerId="AD"/>
  <p188:author id="{27B653C9-5520-470E-BC43-29604B0E15AF}" name="Ranasinghe, Nishath Rajiv" initials="RN" userId="S::301753@win.lanl.gov::3631b851-cc99-4963-9184-74623e64028e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1"/>
    <a:srgbClr val="CDD1E2"/>
    <a:srgbClr val="F1EFF7"/>
    <a:srgbClr val="000F7E"/>
    <a:srgbClr val="1D75AF"/>
    <a:srgbClr val="292D78"/>
    <a:srgbClr val="4B89DA"/>
    <a:srgbClr val="0D1B74"/>
    <a:srgbClr val="0E1132"/>
    <a:srgbClr val="E3A6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4E85B32-0FF3-EFF8-ED1A-6B04D19B475D}" v="54" dt="2025-10-01T06:17:32.918"/>
    <p1510:client id="{20354A05-93CA-AE1C-2806-732A857B09A3}" v="360" dt="2025-09-29T20:04:54.363"/>
    <p1510:client id="{303CEB7A-BA93-29BE-4BE8-F02C3DAD7A8C}" v="51" dt="2025-10-01T06:11:46.08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22" d="100"/>
          <a:sy n="22" d="100"/>
        </p:scale>
        <p:origin x="259" y="53"/>
      </p:cViewPr>
      <p:guideLst>
        <p:guide orient="horz" pos="15898"/>
        <p:guide pos="16128"/>
        <p:guide orient="horz" pos="2842"/>
        <p:guide orient="horz" pos="2256"/>
        <p:guide orient="horz" pos="691"/>
        <p:guide orient="horz" pos="15437"/>
        <p:guide pos="1075"/>
        <p:guide pos="11469"/>
        <p:guide pos="10364"/>
        <p:guide pos="20787"/>
        <p:guide pos="21862"/>
        <p:guide pos="31181"/>
        <p:guide orient="horz" pos="8064"/>
        <p:guide orient="horz" pos="1570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13" Type="http://schemas.microsoft.com/office/2018/10/relationships/authors" Target="author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ubhendu Kumar Singh" userId="461b01912b5747a3" providerId="Windows Live" clId="Web-{20354A05-93CA-AE1C-2806-732A857B09A3}"/>
    <pc:docChg chg="modSld">
      <pc:chgData name="Shubhendu Kumar Singh" userId="461b01912b5747a3" providerId="Windows Live" clId="Web-{20354A05-93CA-AE1C-2806-732A857B09A3}" dt="2025-09-29T20:04:54.363" v="286" actId="1076"/>
      <pc:docMkLst>
        <pc:docMk/>
      </pc:docMkLst>
      <pc:sldChg chg="addSp delSp modSp modCm">
        <pc:chgData name="Shubhendu Kumar Singh" userId="461b01912b5747a3" providerId="Windows Live" clId="Web-{20354A05-93CA-AE1C-2806-732A857B09A3}" dt="2025-09-29T20:04:54.363" v="286" actId="1076"/>
        <pc:sldMkLst>
          <pc:docMk/>
          <pc:sldMk cId="2231424626" sldId="260"/>
        </pc:sldMkLst>
        <pc:spChg chg="mod">
          <ac:chgData name="Shubhendu Kumar Singh" userId="461b01912b5747a3" providerId="Windows Live" clId="Web-{20354A05-93CA-AE1C-2806-732A857B09A3}" dt="2025-09-29T03:41:22.896" v="63" actId="20577"/>
          <ac:spMkLst>
            <pc:docMk/>
            <pc:sldMk cId="2231424626" sldId="260"/>
            <ac:spMk id="6" creationId="{62AA4DE6-4F4A-6A83-36CB-551F686D1F3F}"/>
          </ac:spMkLst>
        </pc:spChg>
        <pc:spChg chg="mod">
          <ac:chgData name="Shubhendu Kumar Singh" userId="461b01912b5747a3" providerId="Windows Live" clId="Web-{20354A05-93CA-AE1C-2806-732A857B09A3}" dt="2025-09-29T04:00:39.856" v="84" actId="1076"/>
          <ac:spMkLst>
            <pc:docMk/>
            <pc:sldMk cId="2231424626" sldId="260"/>
            <ac:spMk id="8" creationId="{0C3DAF00-76DE-D750-3140-AD6B085EBA05}"/>
          </ac:spMkLst>
        </pc:spChg>
        <pc:spChg chg="mod">
          <ac:chgData name="Shubhendu Kumar Singh" userId="461b01912b5747a3" providerId="Windows Live" clId="Web-{20354A05-93CA-AE1C-2806-732A857B09A3}" dt="2025-09-29T19:56:15.279" v="234" actId="1076"/>
          <ac:spMkLst>
            <pc:docMk/>
            <pc:sldMk cId="2231424626" sldId="260"/>
            <ac:spMk id="9" creationId="{910748D7-AB59-AF5C-42B2-3305A373A8FA}"/>
          </ac:spMkLst>
        </pc:spChg>
        <pc:spChg chg="mod">
          <ac:chgData name="Shubhendu Kumar Singh" userId="461b01912b5747a3" providerId="Windows Live" clId="Web-{20354A05-93CA-AE1C-2806-732A857B09A3}" dt="2025-09-29T03:33:57.553" v="61" actId="20577"/>
          <ac:spMkLst>
            <pc:docMk/>
            <pc:sldMk cId="2231424626" sldId="260"/>
            <ac:spMk id="12" creationId="{00000000-0000-0000-0000-000000000000}"/>
          </ac:spMkLst>
        </pc:spChg>
        <pc:spChg chg="mod">
          <ac:chgData name="Shubhendu Kumar Singh" userId="461b01912b5747a3" providerId="Windows Live" clId="Web-{20354A05-93CA-AE1C-2806-732A857B09A3}" dt="2025-09-29T03:59:58.480" v="76" actId="20577"/>
          <ac:spMkLst>
            <pc:docMk/>
            <pc:sldMk cId="2231424626" sldId="260"/>
            <ac:spMk id="31" creationId="{00000000-0000-0000-0000-000000000000}"/>
          </ac:spMkLst>
        </pc:spChg>
        <pc:spChg chg="mod">
          <ac:chgData name="Shubhendu Kumar Singh" userId="461b01912b5747a3" providerId="Windows Live" clId="Web-{20354A05-93CA-AE1C-2806-732A857B09A3}" dt="2025-09-29T19:56:04.184" v="233" actId="1076"/>
          <ac:spMkLst>
            <pc:docMk/>
            <pc:sldMk cId="2231424626" sldId="260"/>
            <ac:spMk id="43" creationId="{78481744-7B16-CC46-95A0-C21BE692D37C}"/>
          </ac:spMkLst>
        </pc:spChg>
        <pc:spChg chg="mod">
          <ac:chgData name="Shubhendu Kumar Singh" userId="461b01912b5747a3" providerId="Windows Live" clId="Web-{20354A05-93CA-AE1C-2806-732A857B09A3}" dt="2025-09-29T07:54:14.309" v="205" actId="14100"/>
          <ac:spMkLst>
            <pc:docMk/>
            <pc:sldMk cId="2231424626" sldId="260"/>
            <ac:spMk id="56" creationId="{A5DDCE41-026D-6F4F-915C-ACB48FE5719F}"/>
          </ac:spMkLst>
        </pc:spChg>
        <pc:spChg chg="mod">
          <ac:chgData name="Shubhendu Kumar Singh" userId="461b01912b5747a3" providerId="Windows Live" clId="Web-{20354A05-93CA-AE1C-2806-732A857B09A3}" dt="2025-09-29T07:54:55.110" v="208"/>
          <ac:spMkLst>
            <pc:docMk/>
            <pc:sldMk cId="2231424626" sldId="260"/>
            <ac:spMk id="58" creationId="{D5CD02D4-B0DA-AE46-B851-779AD0464A18}"/>
          </ac:spMkLst>
        </pc:spChg>
        <pc:spChg chg="mod">
          <ac:chgData name="Shubhendu Kumar Singh" userId="461b01912b5747a3" providerId="Windows Live" clId="Web-{20354A05-93CA-AE1C-2806-732A857B09A3}" dt="2025-09-29T07:55:38.502" v="216" actId="1076"/>
          <ac:spMkLst>
            <pc:docMk/>
            <pc:sldMk cId="2231424626" sldId="260"/>
            <ac:spMk id="59" creationId="{B70C9C69-B8DE-6742-ACC4-663E2E198E18}"/>
          </ac:spMkLst>
        </pc:spChg>
        <pc:picChg chg="add mod">
          <ac:chgData name="Shubhendu Kumar Singh" userId="461b01912b5747a3" providerId="Windows Live" clId="Web-{20354A05-93CA-AE1C-2806-732A857B09A3}" dt="2025-09-29T19:59:40.728" v="271" actId="14100"/>
          <ac:picMkLst>
            <pc:docMk/>
            <pc:sldMk cId="2231424626" sldId="260"/>
            <ac:picMk id="2" creationId="{946E474E-B725-3ED0-E36F-3F1D18C2E882}"/>
          </ac:picMkLst>
        </pc:picChg>
        <pc:picChg chg="add mod">
          <ac:chgData name="Shubhendu Kumar Singh" userId="461b01912b5747a3" providerId="Windows Live" clId="Web-{20354A05-93CA-AE1C-2806-732A857B09A3}" dt="2025-09-29T20:04:54.363" v="286" actId="1076"/>
          <ac:picMkLst>
            <pc:docMk/>
            <pc:sldMk cId="2231424626" sldId="260"/>
            <ac:picMk id="3" creationId="{445851E9-580C-8E6D-F1EF-F61F5A93754A}"/>
          </ac:picMkLst>
        </pc:picChg>
        <pc:picChg chg="add mod">
          <ac:chgData name="Shubhendu Kumar Singh" userId="461b01912b5747a3" providerId="Windows Live" clId="Web-{20354A05-93CA-AE1C-2806-732A857B09A3}" dt="2025-09-29T20:02:55.219" v="285" actId="14100"/>
          <ac:picMkLst>
            <pc:docMk/>
            <pc:sldMk cId="2231424626" sldId="260"/>
            <ac:picMk id="4" creationId="{3A84BF87-4DE8-9E75-A3C8-3C76D1C5EA64}"/>
          </ac:picMkLst>
        </pc:picChg>
        <pc:picChg chg="mod">
          <ac:chgData name="Shubhendu Kumar Singh" userId="461b01912b5747a3" providerId="Windows Live" clId="Web-{20354A05-93CA-AE1C-2806-732A857B09A3}" dt="2025-09-29T20:01:23.638" v="277" actId="14100"/>
          <ac:picMkLst>
            <pc:docMk/>
            <pc:sldMk cId="2231424626" sldId="260"/>
            <ac:picMk id="50" creationId="{EF84240B-E968-D862-FB15-F1580F8F8402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Shubhendu Kumar Singh" userId="461b01912b5747a3" providerId="Windows Live" clId="Web-{20354A05-93CA-AE1C-2806-732A857B09A3}" dt="2025-09-29T03:33:55.569" v="60" actId="20577"/>
              <pc2:cmMkLst xmlns:pc2="http://schemas.microsoft.com/office/powerpoint/2019/9/main/command">
                <pc:docMk/>
                <pc:sldMk cId="2231424626" sldId="260"/>
                <pc2:cmMk id="{08CFA74E-9139-4BCF-91EB-0FD0D067A6B5}"/>
              </pc2:cmMkLst>
            </pc226:cmChg>
            <pc226:cmChg xmlns:pc226="http://schemas.microsoft.com/office/powerpoint/2022/06/main/command" chg="mod">
              <pc226:chgData name="Shubhendu Kumar Singh" userId="461b01912b5747a3" providerId="Windows Live" clId="Web-{20354A05-93CA-AE1C-2806-732A857B09A3}" dt="2025-09-29T03:33:55.569" v="60" actId="20577"/>
              <pc2:cmMkLst xmlns:pc2="http://schemas.microsoft.com/office/powerpoint/2019/9/main/command">
                <pc:docMk/>
                <pc:sldMk cId="2231424626" sldId="260"/>
                <pc2:cmMk id="{21F53C68-9023-46CA-8597-2BBBA7B97D7D}"/>
              </pc2:cmMkLst>
            </pc226:cmChg>
            <pc226:cmChg xmlns:pc226="http://schemas.microsoft.com/office/powerpoint/2022/06/main/command" chg="mod">
              <pc226:chgData name="Shubhendu Kumar Singh" userId="461b01912b5747a3" providerId="Windows Live" clId="Web-{20354A05-93CA-AE1C-2806-732A857B09A3}" dt="2025-09-29T03:33:55.569" v="60" actId="20577"/>
              <pc2:cmMkLst xmlns:pc2="http://schemas.microsoft.com/office/powerpoint/2019/9/main/command">
                <pc:docMk/>
                <pc:sldMk cId="2231424626" sldId="260"/>
                <pc2:cmMk id="{D5D605FD-7EA6-4014-BB9A-5B1BE42FAC5A}"/>
              </pc2:cmMkLst>
            </pc226:cmChg>
          </p:ext>
        </pc:extLst>
      </pc:sldChg>
    </pc:docChg>
  </pc:docChgLst>
  <pc:docChgLst>
    <pc:chgData name="Shubhendu Kumar Singh" userId="461b01912b5747a3" providerId="Windows Live" clId="Web-{14E85B32-0FF3-EFF8-ED1A-6B04D19B475D}"/>
    <pc:docChg chg="modSld">
      <pc:chgData name="Shubhendu Kumar Singh" userId="461b01912b5747a3" providerId="Windows Live" clId="Web-{14E85B32-0FF3-EFF8-ED1A-6B04D19B475D}" dt="2025-10-01T06:17:32.918" v="42"/>
      <pc:docMkLst>
        <pc:docMk/>
      </pc:docMkLst>
      <pc:sldChg chg="modSp">
        <pc:chgData name="Shubhendu Kumar Singh" userId="461b01912b5747a3" providerId="Windows Live" clId="Web-{14E85B32-0FF3-EFF8-ED1A-6B04D19B475D}" dt="2025-10-01T06:17:32.918" v="42"/>
        <pc:sldMkLst>
          <pc:docMk/>
          <pc:sldMk cId="2231424626" sldId="260"/>
        </pc:sldMkLst>
        <pc:spChg chg="mod">
          <ac:chgData name="Shubhendu Kumar Singh" userId="461b01912b5747a3" providerId="Windows Live" clId="Web-{14E85B32-0FF3-EFF8-ED1A-6B04D19B475D}" dt="2025-10-01T06:17:32.918" v="42"/>
          <ac:spMkLst>
            <pc:docMk/>
            <pc:sldMk cId="2231424626" sldId="260"/>
            <ac:spMk id="12" creationId="{00000000-0000-0000-0000-000000000000}"/>
          </ac:spMkLst>
        </pc:spChg>
        <pc:spChg chg="mod">
          <ac:chgData name="Shubhendu Kumar Singh" userId="461b01912b5747a3" providerId="Windows Live" clId="Web-{14E85B32-0FF3-EFF8-ED1A-6B04D19B475D}" dt="2025-10-01T06:12:04.020" v="0" actId="1076"/>
          <ac:spMkLst>
            <pc:docMk/>
            <pc:sldMk cId="2231424626" sldId="260"/>
            <ac:spMk id="29" creationId="{45C086C3-72B6-C6FD-8717-8DA2069D0D1E}"/>
          </ac:spMkLst>
        </pc:spChg>
        <pc:spChg chg="mod">
          <ac:chgData name="Shubhendu Kumar Singh" userId="461b01912b5747a3" providerId="Windows Live" clId="Web-{14E85B32-0FF3-EFF8-ED1A-6B04D19B475D}" dt="2025-10-01T06:16:35.698" v="40" actId="20577"/>
          <ac:spMkLst>
            <pc:docMk/>
            <pc:sldMk cId="2231424626" sldId="260"/>
            <ac:spMk id="31" creationId="{00000000-0000-0000-0000-000000000000}"/>
          </ac:spMkLst>
        </pc:spChg>
        <pc:picChg chg="mod">
          <ac:chgData name="Shubhendu Kumar Singh" userId="461b01912b5747a3" providerId="Windows Live" clId="Web-{14E85B32-0FF3-EFF8-ED1A-6B04D19B475D}" dt="2025-10-01T06:13:05.052" v="9" actId="1076"/>
          <ac:picMkLst>
            <pc:docMk/>
            <pc:sldMk cId="2231424626" sldId="260"/>
            <ac:picMk id="2" creationId="{946E474E-B725-3ED0-E36F-3F1D18C2E882}"/>
          </ac:picMkLst>
        </pc:picChg>
        <pc:picChg chg="mod">
          <ac:chgData name="Shubhendu Kumar Singh" userId="461b01912b5747a3" providerId="Windows Live" clId="Web-{14E85B32-0FF3-EFF8-ED1A-6B04D19B475D}" dt="2025-10-01T06:14:16.243" v="26" actId="1076"/>
          <ac:picMkLst>
            <pc:docMk/>
            <pc:sldMk cId="2231424626" sldId="260"/>
            <ac:picMk id="5" creationId="{E4CB0BC0-8866-A15A-9D01-71755EACE8C8}"/>
          </ac:picMkLst>
        </pc:picChg>
        <pc:picChg chg="mod">
          <ac:chgData name="Shubhendu Kumar Singh" userId="461b01912b5747a3" providerId="Windows Live" clId="Web-{14E85B32-0FF3-EFF8-ED1A-6B04D19B475D}" dt="2025-10-01T06:14:39.290" v="28" actId="1076"/>
          <ac:picMkLst>
            <pc:docMk/>
            <pc:sldMk cId="2231424626" sldId="260"/>
            <ac:picMk id="7" creationId="{FA7A193A-7CB3-65B4-A492-9A200CA28E64}"/>
          </ac:picMkLst>
        </pc:picChg>
        <pc:picChg chg="mod">
          <ac:chgData name="Shubhendu Kumar Singh" userId="461b01912b5747a3" providerId="Windows Live" clId="Web-{14E85B32-0FF3-EFF8-ED1A-6B04D19B475D}" dt="2025-10-01T06:14:55.681" v="30" actId="14100"/>
          <ac:picMkLst>
            <pc:docMk/>
            <pc:sldMk cId="2231424626" sldId="260"/>
            <ac:picMk id="10" creationId="{C9F807E3-E34D-E6AD-9D51-8E19D748FCC5}"/>
          </ac:picMkLst>
        </pc:picChg>
        <pc:picChg chg="mod">
          <ac:chgData name="Shubhendu Kumar Singh" userId="461b01912b5747a3" providerId="Windows Live" clId="Web-{14E85B32-0FF3-EFF8-ED1A-6B04D19B475D}" dt="2025-10-01T06:14:01.462" v="22" actId="14100"/>
          <ac:picMkLst>
            <pc:docMk/>
            <pc:sldMk cId="2231424626" sldId="260"/>
            <ac:picMk id="50" creationId="{EF84240B-E968-D862-FB15-F1580F8F8402}"/>
          </ac:picMkLst>
        </pc:picChg>
      </pc:sldChg>
    </pc:docChg>
  </pc:docChgLst>
  <pc:docChgLst>
    <pc:chgData clId="Web-{14E85B32-0FF3-EFF8-ED1A-6B04D19B475D}"/>
    <pc:docChg chg="modSld">
      <pc:chgData name="" userId="" providerId="" clId="Web-{14E85B32-0FF3-EFF8-ED1A-6B04D19B475D}" dt="2025-10-01T06:11:57.536" v="0" actId="1076"/>
      <pc:docMkLst>
        <pc:docMk/>
      </pc:docMkLst>
      <pc:sldChg chg="modSp">
        <pc:chgData name="" userId="" providerId="" clId="Web-{14E85B32-0FF3-EFF8-ED1A-6B04D19B475D}" dt="2025-10-01T06:11:57.536" v="0" actId="1076"/>
        <pc:sldMkLst>
          <pc:docMk/>
          <pc:sldMk cId="2231424626" sldId="260"/>
        </pc:sldMkLst>
        <pc:picChg chg="mod">
          <ac:chgData name="" userId="" providerId="" clId="Web-{14E85B32-0FF3-EFF8-ED1A-6B04D19B475D}" dt="2025-10-01T06:11:57.536" v="0" actId="1076"/>
          <ac:picMkLst>
            <pc:docMk/>
            <pc:sldMk cId="2231424626" sldId="260"/>
            <ac:picMk id="10" creationId="{C9F807E3-E34D-E6AD-9D51-8E19D748FCC5}"/>
          </ac:picMkLst>
        </pc:picChg>
      </pc:sldChg>
    </pc:docChg>
  </pc:docChgLst>
  <pc:docChgLst>
    <pc:chgData name="Shubhendu Kumar Singh" userId="461b01912b5747a3" providerId="Windows Live" clId="Web-{303CEB7A-BA93-29BE-4BE8-F02C3DAD7A8C}"/>
    <pc:docChg chg="modSld">
      <pc:chgData name="Shubhendu Kumar Singh" userId="461b01912b5747a3" providerId="Windows Live" clId="Web-{303CEB7A-BA93-29BE-4BE8-F02C3DAD7A8C}" dt="2025-10-01T06:11:46.087" v="43" actId="1076"/>
      <pc:docMkLst>
        <pc:docMk/>
      </pc:docMkLst>
      <pc:sldChg chg="addSp modSp">
        <pc:chgData name="Shubhendu Kumar Singh" userId="461b01912b5747a3" providerId="Windows Live" clId="Web-{303CEB7A-BA93-29BE-4BE8-F02C3DAD7A8C}" dt="2025-10-01T06:11:46.087" v="43" actId="1076"/>
        <pc:sldMkLst>
          <pc:docMk/>
          <pc:sldMk cId="2231424626" sldId="260"/>
        </pc:sldMkLst>
        <pc:spChg chg="mod">
          <ac:chgData name="Shubhendu Kumar Singh" userId="461b01912b5747a3" providerId="Windows Live" clId="Web-{303CEB7A-BA93-29BE-4BE8-F02C3DAD7A8C}" dt="2025-10-01T06:11:05.508" v="38" actId="1076"/>
          <ac:spMkLst>
            <pc:docMk/>
            <pc:sldMk cId="2231424626" sldId="260"/>
            <ac:spMk id="29" creationId="{45C086C3-72B6-C6FD-8717-8DA2069D0D1E}"/>
          </ac:spMkLst>
        </pc:spChg>
        <pc:spChg chg="mod">
          <ac:chgData name="Shubhendu Kumar Singh" userId="461b01912b5747a3" providerId="Windows Live" clId="Web-{303CEB7A-BA93-29BE-4BE8-F02C3DAD7A8C}" dt="2025-10-01T06:11:12.774" v="40" actId="1076"/>
          <ac:spMkLst>
            <pc:docMk/>
            <pc:sldMk cId="2231424626" sldId="260"/>
            <ac:spMk id="59" creationId="{B70C9C69-B8DE-6742-ACC4-663E2E198E18}"/>
          </ac:spMkLst>
        </pc:spChg>
        <pc:picChg chg="add mod">
          <ac:chgData name="Shubhendu Kumar Singh" userId="461b01912b5747a3" providerId="Windows Live" clId="Web-{303CEB7A-BA93-29BE-4BE8-F02C3DAD7A8C}" dt="2025-10-01T06:11:16.133" v="41" actId="1076"/>
          <ac:picMkLst>
            <pc:docMk/>
            <pc:sldMk cId="2231424626" sldId="260"/>
            <ac:picMk id="5" creationId="{E4CB0BC0-8866-A15A-9D01-71755EACE8C8}"/>
          </ac:picMkLst>
        </pc:picChg>
        <pc:picChg chg="add mod">
          <ac:chgData name="Shubhendu Kumar Singh" userId="461b01912b5747a3" providerId="Windows Live" clId="Web-{303CEB7A-BA93-29BE-4BE8-F02C3DAD7A8C}" dt="2025-10-01T05:38:12.154" v="30" actId="1076"/>
          <ac:picMkLst>
            <pc:docMk/>
            <pc:sldMk cId="2231424626" sldId="260"/>
            <ac:picMk id="7" creationId="{FA7A193A-7CB3-65B4-A492-9A200CA28E64}"/>
          </ac:picMkLst>
        </pc:picChg>
        <pc:picChg chg="add mod">
          <ac:chgData name="Shubhendu Kumar Singh" userId="461b01912b5747a3" providerId="Windows Live" clId="Web-{303CEB7A-BA93-29BE-4BE8-F02C3DAD7A8C}" dt="2025-10-01T06:11:25.930" v="42" actId="1076"/>
          <ac:picMkLst>
            <pc:docMk/>
            <pc:sldMk cId="2231424626" sldId="260"/>
            <ac:picMk id="10" creationId="{C9F807E3-E34D-E6AD-9D51-8E19D748FCC5}"/>
          </ac:picMkLst>
        </pc:picChg>
        <pc:picChg chg="mod">
          <ac:chgData name="Shubhendu Kumar Singh" userId="461b01912b5747a3" providerId="Windows Live" clId="Web-{303CEB7A-BA93-29BE-4BE8-F02C3DAD7A8C}" dt="2025-10-01T06:11:46.087" v="43" actId="1076"/>
          <ac:picMkLst>
            <pc:docMk/>
            <pc:sldMk cId="2231424626" sldId="260"/>
            <ac:picMk id="50" creationId="{EF84240B-E968-D862-FB15-F1580F8F8402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ial" panose="020B0604020202020204" pitchFamily="34" charset="0"/>
              </a:defRPr>
            </a:lvl1pPr>
          </a:lstStyle>
          <a:p>
            <a:fld id="{C64D7CA3-7008-7349-8B55-6C7D24D241FF}" type="datetimeFigureOut">
              <a:rPr lang="en-US" smtClean="0"/>
              <a:pPr/>
              <a:t>9/30/2025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ial" panose="020B0604020202020204" pitchFamily="34" charset="0"/>
              </a:defRPr>
            </a:lvl1pPr>
          </a:lstStyle>
          <a:p>
            <a:fld id="{DB85F00F-E729-F041-A446-F7796B903D2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0254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2090044" rtl="0" eaLnBrk="1" latinLnBrk="0" hangingPunct="1">
      <a:defRPr sz="55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685800"/>
            <a:ext cx="6858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Original Size 45x35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85F00F-E729-F041-A446-F7796B903D2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1265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762316F-6342-8C4E-ADCB-0BD41831ABF6}"/>
              </a:ext>
            </a:extLst>
          </p:cNvPr>
          <p:cNvSpPr/>
          <p:nvPr userDrawn="1"/>
        </p:nvSpPr>
        <p:spPr>
          <a:xfrm>
            <a:off x="0" y="24140160"/>
            <a:ext cx="51206400" cy="1463040"/>
          </a:xfrm>
          <a:prstGeom prst="rect">
            <a:avLst/>
          </a:prstGeom>
          <a:solidFill>
            <a:srgbClr val="000F7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6560">
              <a:latin typeface="Arial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ABF9324-7FE6-DF47-95BF-B8FE0D26E9D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456538" y="24313414"/>
            <a:ext cx="5547360" cy="10972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C8FAA73-A168-F34C-9243-979EB8C420B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676858" y="24275237"/>
            <a:ext cx="4043449" cy="119358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D7A0E4C-B04D-274F-B644-CE9BF827AD6D}"/>
              </a:ext>
            </a:extLst>
          </p:cNvPr>
          <p:cNvSpPr txBox="1"/>
          <p:nvPr userDrawn="1"/>
        </p:nvSpPr>
        <p:spPr>
          <a:xfrm>
            <a:off x="12704241" y="24755444"/>
            <a:ext cx="11004977" cy="2215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4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Managed by Triad National Security, LLC, for the U.S. Department of Energy’s NNSA.</a:t>
            </a:r>
          </a:p>
        </p:txBody>
      </p:sp>
    </p:spTree>
    <p:extLst>
      <p:ext uri="{BB962C8B-B14F-4D97-AF65-F5344CB8AC3E}">
        <p14:creationId xmlns:p14="http://schemas.microsoft.com/office/powerpoint/2010/main" val="21745015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0" y="1025315"/>
            <a:ext cx="46085760" cy="42672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60320" y="5974090"/>
            <a:ext cx="46085760" cy="1689692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60320" y="23730375"/>
            <a:ext cx="11948160" cy="1363134"/>
          </a:xfrm>
          <a:prstGeom prst="rect">
            <a:avLst/>
          </a:prstGeom>
        </p:spPr>
        <p:txBody>
          <a:bodyPr/>
          <a:lstStyle/>
          <a:p>
            <a:fld id="{2FD8D12E-95C4-274C-8538-6990C022EAF5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495520" y="23730375"/>
            <a:ext cx="16215360" cy="136313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697920" y="23730375"/>
            <a:ext cx="11948160" cy="1363134"/>
          </a:xfrm>
          <a:prstGeom prst="rect">
            <a:avLst/>
          </a:prstGeom>
        </p:spPr>
        <p:txBody>
          <a:bodyPr/>
          <a:lstStyle/>
          <a:p>
            <a:fld id="{0B12AD88-E058-DF43-96A6-CB00B83CCF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13751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44953" y="16452429"/>
            <a:ext cx="43525440" cy="5085080"/>
          </a:xfrm>
          <a:prstGeom prst="rect">
            <a:avLst/>
          </a:prstGeom>
        </p:spPr>
        <p:txBody>
          <a:bodyPr anchor="t"/>
          <a:lstStyle>
            <a:lvl1pPr algn="l">
              <a:defRPr sz="1464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044953" y="10851733"/>
            <a:ext cx="43525440" cy="560069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7280">
                <a:solidFill>
                  <a:schemeClr val="tx1">
                    <a:tint val="75000"/>
                  </a:schemeClr>
                </a:solidFill>
              </a:defRPr>
            </a:lvl1pPr>
            <a:lvl2pPr marL="1672035" indent="0">
              <a:buNone/>
              <a:defRPr sz="6560">
                <a:solidFill>
                  <a:schemeClr val="tx1">
                    <a:tint val="75000"/>
                  </a:schemeClr>
                </a:solidFill>
              </a:defRPr>
            </a:lvl2pPr>
            <a:lvl3pPr marL="3344070" indent="0">
              <a:buNone/>
              <a:defRPr sz="5840">
                <a:solidFill>
                  <a:schemeClr val="tx1">
                    <a:tint val="75000"/>
                  </a:schemeClr>
                </a:solidFill>
              </a:defRPr>
            </a:lvl3pPr>
            <a:lvl4pPr marL="5016106" indent="0">
              <a:buNone/>
              <a:defRPr sz="5120">
                <a:solidFill>
                  <a:schemeClr val="tx1">
                    <a:tint val="75000"/>
                  </a:schemeClr>
                </a:solidFill>
              </a:defRPr>
            </a:lvl4pPr>
            <a:lvl5pPr marL="6688140" indent="0">
              <a:buNone/>
              <a:defRPr sz="5120">
                <a:solidFill>
                  <a:schemeClr val="tx1">
                    <a:tint val="75000"/>
                  </a:schemeClr>
                </a:solidFill>
              </a:defRPr>
            </a:lvl5pPr>
            <a:lvl6pPr marL="8360175" indent="0">
              <a:buNone/>
              <a:defRPr sz="5120">
                <a:solidFill>
                  <a:schemeClr val="tx1">
                    <a:tint val="75000"/>
                  </a:schemeClr>
                </a:solidFill>
              </a:defRPr>
            </a:lvl6pPr>
            <a:lvl7pPr marL="10032210" indent="0">
              <a:buNone/>
              <a:defRPr sz="5120">
                <a:solidFill>
                  <a:schemeClr val="tx1">
                    <a:tint val="75000"/>
                  </a:schemeClr>
                </a:solidFill>
              </a:defRPr>
            </a:lvl7pPr>
            <a:lvl8pPr marL="11704246" indent="0">
              <a:buNone/>
              <a:defRPr sz="5120">
                <a:solidFill>
                  <a:schemeClr val="tx1">
                    <a:tint val="75000"/>
                  </a:schemeClr>
                </a:solidFill>
              </a:defRPr>
            </a:lvl8pPr>
            <a:lvl9pPr marL="13376280" indent="0">
              <a:buNone/>
              <a:defRPr sz="51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60320" y="23730375"/>
            <a:ext cx="11948160" cy="1363134"/>
          </a:xfrm>
          <a:prstGeom prst="rect">
            <a:avLst/>
          </a:prstGeom>
        </p:spPr>
        <p:txBody>
          <a:bodyPr/>
          <a:lstStyle/>
          <a:p>
            <a:fld id="{2FD8D12E-95C4-274C-8538-6990C022EAF5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495520" y="23730375"/>
            <a:ext cx="16215360" cy="136313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697920" y="23730375"/>
            <a:ext cx="11948160" cy="1363134"/>
          </a:xfrm>
          <a:prstGeom prst="rect">
            <a:avLst/>
          </a:prstGeom>
        </p:spPr>
        <p:txBody>
          <a:bodyPr/>
          <a:lstStyle/>
          <a:p>
            <a:fld id="{0B12AD88-E058-DF43-96A6-CB00B83CCF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8241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0" y="1025315"/>
            <a:ext cx="46085760" cy="42672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60320" y="5974090"/>
            <a:ext cx="22616160" cy="16896929"/>
          </a:xfrm>
          <a:prstGeom prst="rect">
            <a:avLst/>
          </a:prstGeom>
        </p:spPr>
        <p:txBody>
          <a:bodyPr/>
          <a:lstStyle>
            <a:lvl1pPr>
              <a:defRPr sz="10240"/>
            </a:lvl1pPr>
            <a:lvl2pPr>
              <a:defRPr sz="8800"/>
            </a:lvl2pPr>
            <a:lvl3pPr>
              <a:defRPr sz="7280"/>
            </a:lvl3pPr>
            <a:lvl4pPr>
              <a:defRPr sz="6560"/>
            </a:lvl4pPr>
            <a:lvl5pPr>
              <a:defRPr sz="6560"/>
            </a:lvl5pPr>
            <a:lvl6pPr>
              <a:defRPr sz="6560"/>
            </a:lvl6pPr>
            <a:lvl7pPr>
              <a:defRPr sz="6560"/>
            </a:lvl7pPr>
            <a:lvl8pPr>
              <a:defRPr sz="6560"/>
            </a:lvl8pPr>
            <a:lvl9pPr>
              <a:defRPr sz="65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6029920" y="5974090"/>
            <a:ext cx="22616160" cy="16896929"/>
          </a:xfrm>
          <a:prstGeom prst="rect">
            <a:avLst/>
          </a:prstGeom>
        </p:spPr>
        <p:txBody>
          <a:bodyPr/>
          <a:lstStyle>
            <a:lvl1pPr>
              <a:defRPr sz="10240"/>
            </a:lvl1pPr>
            <a:lvl2pPr>
              <a:defRPr sz="8800"/>
            </a:lvl2pPr>
            <a:lvl3pPr>
              <a:defRPr sz="7280"/>
            </a:lvl3pPr>
            <a:lvl4pPr>
              <a:defRPr sz="6560"/>
            </a:lvl4pPr>
            <a:lvl5pPr>
              <a:defRPr sz="6560"/>
            </a:lvl5pPr>
            <a:lvl6pPr>
              <a:defRPr sz="6560"/>
            </a:lvl6pPr>
            <a:lvl7pPr>
              <a:defRPr sz="6560"/>
            </a:lvl7pPr>
            <a:lvl8pPr>
              <a:defRPr sz="6560"/>
            </a:lvl8pPr>
            <a:lvl9pPr>
              <a:defRPr sz="65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60320" y="23730375"/>
            <a:ext cx="11948160" cy="1363134"/>
          </a:xfrm>
          <a:prstGeom prst="rect">
            <a:avLst/>
          </a:prstGeom>
        </p:spPr>
        <p:txBody>
          <a:bodyPr/>
          <a:lstStyle/>
          <a:p>
            <a:fld id="{2FD8D12E-95C4-274C-8538-6990C022EAF5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495520" y="23730375"/>
            <a:ext cx="16215360" cy="136313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697920" y="23730375"/>
            <a:ext cx="11948160" cy="1363134"/>
          </a:xfrm>
          <a:prstGeom prst="rect">
            <a:avLst/>
          </a:prstGeom>
        </p:spPr>
        <p:txBody>
          <a:bodyPr/>
          <a:lstStyle/>
          <a:p>
            <a:fld id="{0B12AD88-E058-DF43-96A6-CB00B83CCF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5236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0" y="1025315"/>
            <a:ext cx="46085760" cy="42672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60320" y="5731090"/>
            <a:ext cx="22625053" cy="2388445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8800" b="1"/>
            </a:lvl1pPr>
            <a:lvl2pPr marL="1672035" indent="0">
              <a:buNone/>
              <a:defRPr sz="7280" b="1"/>
            </a:lvl2pPr>
            <a:lvl3pPr marL="3344070" indent="0">
              <a:buNone/>
              <a:defRPr sz="6560" b="1"/>
            </a:lvl3pPr>
            <a:lvl4pPr marL="5016106" indent="0">
              <a:buNone/>
              <a:defRPr sz="5840" b="1"/>
            </a:lvl4pPr>
            <a:lvl5pPr marL="6688140" indent="0">
              <a:buNone/>
              <a:defRPr sz="5840" b="1"/>
            </a:lvl5pPr>
            <a:lvl6pPr marL="8360175" indent="0">
              <a:buNone/>
              <a:defRPr sz="5840" b="1"/>
            </a:lvl6pPr>
            <a:lvl7pPr marL="10032210" indent="0">
              <a:buNone/>
              <a:defRPr sz="5840" b="1"/>
            </a:lvl7pPr>
            <a:lvl8pPr marL="11704246" indent="0">
              <a:buNone/>
              <a:defRPr sz="5840" b="1"/>
            </a:lvl8pPr>
            <a:lvl9pPr marL="13376280" indent="0">
              <a:buNone/>
              <a:defRPr sz="58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60320" y="8119535"/>
            <a:ext cx="22625053" cy="14751475"/>
          </a:xfrm>
          <a:prstGeom prst="rect">
            <a:avLst/>
          </a:prstGeom>
        </p:spPr>
        <p:txBody>
          <a:bodyPr/>
          <a:lstStyle>
            <a:lvl1pPr>
              <a:defRPr sz="8800"/>
            </a:lvl1pPr>
            <a:lvl2pPr>
              <a:defRPr sz="7280"/>
            </a:lvl2pPr>
            <a:lvl3pPr>
              <a:defRPr sz="6560"/>
            </a:lvl3pPr>
            <a:lvl4pPr>
              <a:defRPr sz="5840"/>
            </a:lvl4pPr>
            <a:lvl5pPr>
              <a:defRPr sz="5840"/>
            </a:lvl5pPr>
            <a:lvl6pPr>
              <a:defRPr sz="5840"/>
            </a:lvl6pPr>
            <a:lvl7pPr>
              <a:defRPr sz="5840"/>
            </a:lvl7pPr>
            <a:lvl8pPr>
              <a:defRPr sz="5840"/>
            </a:lvl8pPr>
            <a:lvl9pPr>
              <a:defRPr sz="584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6012143" y="5731090"/>
            <a:ext cx="22633941" cy="2388445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8800" b="1"/>
            </a:lvl1pPr>
            <a:lvl2pPr marL="1672035" indent="0">
              <a:buNone/>
              <a:defRPr sz="7280" b="1"/>
            </a:lvl2pPr>
            <a:lvl3pPr marL="3344070" indent="0">
              <a:buNone/>
              <a:defRPr sz="6560" b="1"/>
            </a:lvl3pPr>
            <a:lvl4pPr marL="5016106" indent="0">
              <a:buNone/>
              <a:defRPr sz="5840" b="1"/>
            </a:lvl4pPr>
            <a:lvl5pPr marL="6688140" indent="0">
              <a:buNone/>
              <a:defRPr sz="5840" b="1"/>
            </a:lvl5pPr>
            <a:lvl6pPr marL="8360175" indent="0">
              <a:buNone/>
              <a:defRPr sz="5840" b="1"/>
            </a:lvl6pPr>
            <a:lvl7pPr marL="10032210" indent="0">
              <a:buNone/>
              <a:defRPr sz="5840" b="1"/>
            </a:lvl7pPr>
            <a:lvl8pPr marL="11704246" indent="0">
              <a:buNone/>
              <a:defRPr sz="5840" b="1"/>
            </a:lvl8pPr>
            <a:lvl9pPr marL="13376280" indent="0">
              <a:buNone/>
              <a:defRPr sz="58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6012143" y="8119535"/>
            <a:ext cx="22633941" cy="14751475"/>
          </a:xfrm>
          <a:prstGeom prst="rect">
            <a:avLst/>
          </a:prstGeom>
        </p:spPr>
        <p:txBody>
          <a:bodyPr/>
          <a:lstStyle>
            <a:lvl1pPr>
              <a:defRPr sz="8800"/>
            </a:lvl1pPr>
            <a:lvl2pPr>
              <a:defRPr sz="7280"/>
            </a:lvl2pPr>
            <a:lvl3pPr>
              <a:defRPr sz="6560"/>
            </a:lvl3pPr>
            <a:lvl4pPr>
              <a:defRPr sz="5840"/>
            </a:lvl4pPr>
            <a:lvl5pPr>
              <a:defRPr sz="5840"/>
            </a:lvl5pPr>
            <a:lvl6pPr>
              <a:defRPr sz="5840"/>
            </a:lvl6pPr>
            <a:lvl7pPr>
              <a:defRPr sz="5840"/>
            </a:lvl7pPr>
            <a:lvl8pPr>
              <a:defRPr sz="5840"/>
            </a:lvl8pPr>
            <a:lvl9pPr>
              <a:defRPr sz="584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60320" y="23730375"/>
            <a:ext cx="11948160" cy="1363134"/>
          </a:xfrm>
          <a:prstGeom prst="rect">
            <a:avLst/>
          </a:prstGeom>
        </p:spPr>
        <p:txBody>
          <a:bodyPr/>
          <a:lstStyle/>
          <a:p>
            <a:fld id="{2FD8D12E-95C4-274C-8538-6990C022EAF5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495520" y="23730375"/>
            <a:ext cx="16215360" cy="136313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697920" y="23730375"/>
            <a:ext cx="11948160" cy="1363134"/>
          </a:xfrm>
          <a:prstGeom prst="rect">
            <a:avLst/>
          </a:prstGeom>
        </p:spPr>
        <p:txBody>
          <a:bodyPr/>
          <a:lstStyle/>
          <a:p>
            <a:fld id="{0B12AD88-E058-DF43-96A6-CB00B83CCF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137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0" y="1025315"/>
            <a:ext cx="46085760" cy="42672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60320" y="23730375"/>
            <a:ext cx="11948160" cy="1363134"/>
          </a:xfrm>
          <a:prstGeom prst="rect">
            <a:avLst/>
          </a:prstGeom>
        </p:spPr>
        <p:txBody>
          <a:bodyPr/>
          <a:lstStyle/>
          <a:p>
            <a:fld id="{2FD8D12E-95C4-274C-8538-6990C022EAF5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495520" y="23730375"/>
            <a:ext cx="16215360" cy="136313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697920" y="23730375"/>
            <a:ext cx="11948160" cy="1363134"/>
          </a:xfrm>
          <a:prstGeom prst="rect">
            <a:avLst/>
          </a:prstGeom>
        </p:spPr>
        <p:txBody>
          <a:bodyPr/>
          <a:lstStyle/>
          <a:p>
            <a:fld id="{0B12AD88-E058-DF43-96A6-CB00B83CCF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45518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60320" y="23730375"/>
            <a:ext cx="11948160" cy="1363134"/>
          </a:xfrm>
          <a:prstGeom prst="rect">
            <a:avLst/>
          </a:prstGeom>
        </p:spPr>
        <p:txBody>
          <a:bodyPr/>
          <a:lstStyle/>
          <a:p>
            <a:fld id="{2FD8D12E-95C4-274C-8538-6990C022EAF5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495520" y="23730375"/>
            <a:ext cx="16215360" cy="136313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697920" y="23730375"/>
            <a:ext cx="11948160" cy="1363134"/>
          </a:xfrm>
          <a:prstGeom prst="rect">
            <a:avLst/>
          </a:prstGeom>
        </p:spPr>
        <p:txBody>
          <a:bodyPr/>
          <a:lstStyle/>
          <a:p>
            <a:fld id="{0B12AD88-E058-DF43-96A6-CB00B83CCF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48502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33" y="1019386"/>
            <a:ext cx="16846553" cy="4338320"/>
          </a:xfrm>
          <a:prstGeom prst="rect">
            <a:avLst/>
          </a:prstGeom>
        </p:spPr>
        <p:txBody>
          <a:bodyPr anchor="b"/>
          <a:lstStyle>
            <a:lvl1pPr algn="l">
              <a:defRPr sz="728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020283" y="1019389"/>
            <a:ext cx="28625800" cy="21851622"/>
          </a:xfrm>
          <a:prstGeom prst="rect">
            <a:avLst/>
          </a:prstGeom>
        </p:spPr>
        <p:txBody>
          <a:bodyPr/>
          <a:lstStyle>
            <a:lvl1pPr>
              <a:defRPr sz="11680"/>
            </a:lvl1pPr>
            <a:lvl2pPr>
              <a:defRPr sz="10240"/>
            </a:lvl2pPr>
            <a:lvl3pPr>
              <a:defRPr sz="8800"/>
            </a:lvl3pPr>
            <a:lvl4pPr>
              <a:defRPr sz="7280"/>
            </a:lvl4pPr>
            <a:lvl5pPr>
              <a:defRPr sz="7280"/>
            </a:lvl5pPr>
            <a:lvl6pPr>
              <a:defRPr sz="7280"/>
            </a:lvl6pPr>
            <a:lvl7pPr>
              <a:defRPr sz="7280"/>
            </a:lvl7pPr>
            <a:lvl8pPr>
              <a:defRPr sz="7280"/>
            </a:lvl8pPr>
            <a:lvl9pPr>
              <a:defRPr sz="728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33" y="5357709"/>
            <a:ext cx="16846553" cy="1751330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5120"/>
            </a:lvl1pPr>
            <a:lvl2pPr marL="1672035" indent="0">
              <a:buNone/>
              <a:defRPr sz="4400"/>
            </a:lvl2pPr>
            <a:lvl3pPr marL="3344070" indent="0">
              <a:buNone/>
              <a:defRPr sz="3680"/>
            </a:lvl3pPr>
            <a:lvl4pPr marL="5016106" indent="0">
              <a:buNone/>
              <a:defRPr sz="3280"/>
            </a:lvl4pPr>
            <a:lvl5pPr marL="6688140" indent="0">
              <a:buNone/>
              <a:defRPr sz="3280"/>
            </a:lvl5pPr>
            <a:lvl6pPr marL="8360175" indent="0">
              <a:buNone/>
              <a:defRPr sz="3280"/>
            </a:lvl6pPr>
            <a:lvl7pPr marL="10032210" indent="0">
              <a:buNone/>
              <a:defRPr sz="3280"/>
            </a:lvl7pPr>
            <a:lvl8pPr marL="11704246" indent="0">
              <a:buNone/>
              <a:defRPr sz="3280"/>
            </a:lvl8pPr>
            <a:lvl9pPr marL="13376280" indent="0">
              <a:buNone/>
              <a:defRPr sz="32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60320" y="23730375"/>
            <a:ext cx="11948160" cy="1363134"/>
          </a:xfrm>
          <a:prstGeom prst="rect">
            <a:avLst/>
          </a:prstGeom>
        </p:spPr>
        <p:txBody>
          <a:bodyPr/>
          <a:lstStyle/>
          <a:p>
            <a:fld id="{2FD8D12E-95C4-274C-8538-6990C022EAF5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495520" y="23730375"/>
            <a:ext cx="16215360" cy="136313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697920" y="23730375"/>
            <a:ext cx="11948160" cy="1363134"/>
          </a:xfrm>
          <a:prstGeom prst="rect">
            <a:avLst/>
          </a:prstGeom>
        </p:spPr>
        <p:txBody>
          <a:bodyPr/>
          <a:lstStyle/>
          <a:p>
            <a:fld id="{0B12AD88-E058-DF43-96A6-CB00B83CCF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09859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36813" y="17922240"/>
            <a:ext cx="30723840" cy="2115822"/>
          </a:xfrm>
          <a:prstGeom prst="rect">
            <a:avLst/>
          </a:prstGeom>
        </p:spPr>
        <p:txBody>
          <a:bodyPr anchor="b"/>
          <a:lstStyle>
            <a:lvl1pPr algn="l">
              <a:defRPr sz="728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0036813" y="2287694"/>
            <a:ext cx="30723840" cy="1536192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1680"/>
            </a:lvl1pPr>
            <a:lvl2pPr marL="1672035" indent="0">
              <a:buNone/>
              <a:defRPr sz="10240"/>
            </a:lvl2pPr>
            <a:lvl3pPr marL="3344070" indent="0">
              <a:buNone/>
              <a:defRPr sz="8800"/>
            </a:lvl3pPr>
            <a:lvl4pPr marL="5016106" indent="0">
              <a:buNone/>
              <a:defRPr sz="7280"/>
            </a:lvl4pPr>
            <a:lvl5pPr marL="6688140" indent="0">
              <a:buNone/>
              <a:defRPr sz="7280"/>
            </a:lvl5pPr>
            <a:lvl6pPr marL="8360175" indent="0">
              <a:buNone/>
              <a:defRPr sz="7280"/>
            </a:lvl6pPr>
            <a:lvl7pPr marL="10032210" indent="0">
              <a:buNone/>
              <a:defRPr sz="7280"/>
            </a:lvl7pPr>
            <a:lvl8pPr marL="11704246" indent="0">
              <a:buNone/>
              <a:defRPr sz="7280"/>
            </a:lvl8pPr>
            <a:lvl9pPr marL="13376280" indent="0">
              <a:buNone/>
              <a:defRPr sz="728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36813" y="20038062"/>
            <a:ext cx="30723840" cy="300481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5120"/>
            </a:lvl1pPr>
            <a:lvl2pPr marL="1672035" indent="0">
              <a:buNone/>
              <a:defRPr sz="4400"/>
            </a:lvl2pPr>
            <a:lvl3pPr marL="3344070" indent="0">
              <a:buNone/>
              <a:defRPr sz="3680"/>
            </a:lvl3pPr>
            <a:lvl4pPr marL="5016106" indent="0">
              <a:buNone/>
              <a:defRPr sz="3280"/>
            </a:lvl4pPr>
            <a:lvl5pPr marL="6688140" indent="0">
              <a:buNone/>
              <a:defRPr sz="3280"/>
            </a:lvl5pPr>
            <a:lvl6pPr marL="8360175" indent="0">
              <a:buNone/>
              <a:defRPr sz="3280"/>
            </a:lvl6pPr>
            <a:lvl7pPr marL="10032210" indent="0">
              <a:buNone/>
              <a:defRPr sz="3280"/>
            </a:lvl7pPr>
            <a:lvl8pPr marL="11704246" indent="0">
              <a:buNone/>
              <a:defRPr sz="3280"/>
            </a:lvl8pPr>
            <a:lvl9pPr marL="13376280" indent="0">
              <a:buNone/>
              <a:defRPr sz="32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60320" y="23730375"/>
            <a:ext cx="11948160" cy="1363134"/>
          </a:xfrm>
          <a:prstGeom prst="rect">
            <a:avLst/>
          </a:prstGeom>
        </p:spPr>
        <p:txBody>
          <a:bodyPr/>
          <a:lstStyle/>
          <a:p>
            <a:fld id="{2FD8D12E-95C4-274C-8538-6990C022EAF5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495520" y="23730375"/>
            <a:ext cx="16215360" cy="136313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697920" y="23730375"/>
            <a:ext cx="11948160" cy="1363134"/>
          </a:xfrm>
          <a:prstGeom prst="rect">
            <a:avLst/>
          </a:prstGeom>
        </p:spPr>
        <p:txBody>
          <a:bodyPr/>
          <a:lstStyle/>
          <a:p>
            <a:fld id="{0B12AD88-E058-DF43-96A6-CB00B83CCF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8903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0" y="1025315"/>
            <a:ext cx="46085760" cy="42672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60320" y="5974090"/>
            <a:ext cx="46085760" cy="16896929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60320" y="23730375"/>
            <a:ext cx="11948160" cy="1363134"/>
          </a:xfrm>
          <a:prstGeom prst="rect">
            <a:avLst/>
          </a:prstGeom>
        </p:spPr>
        <p:txBody>
          <a:bodyPr/>
          <a:lstStyle/>
          <a:p>
            <a:fld id="{2FD8D12E-95C4-274C-8538-6990C022EAF5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495520" y="23730375"/>
            <a:ext cx="16215360" cy="136313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697920" y="23730375"/>
            <a:ext cx="11948160" cy="1363134"/>
          </a:xfrm>
          <a:prstGeom prst="rect">
            <a:avLst/>
          </a:prstGeom>
        </p:spPr>
        <p:txBody>
          <a:bodyPr/>
          <a:lstStyle/>
          <a:p>
            <a:fld id="{0B12AD88-E058-DF43-96A6-CB00B83CCF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6741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7124640" y="1025317"/>
            <a:ext cx="11521440" cy="21845694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60320" y="1025317"/>
            <a:ext cx="33710880" cy="21845694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60320" y="23730375"/>
            <a:ext cx="11948160" cy="1363134"/>
          </a:xfrm>
          <a:prstGeom prst="rect">
            <a:avLst/>
          </a:prstGeom>
        </p:spPr>
        <p:txBody>
          <a:bodyPr/>
          <a:lstStyle/>
          <a:p>
            <a:fld id="{2FD8D12E-95C4-274C-8538-6990C022EAF5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495520" y="23730375"/>
            <a:ext cx="16215360" cy="136313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697920" y="23730375"/>
            <a:ext cx="11948160" cy="1363134"/>
          </a:xfrm>
          <a:prstGeom prst="rect">
            <a:avLst/>
          </a:prstGeom>
        </p:spPr>
        <p:txBody>
          <a:bodyPr/>
          <a:lstStyle/>
          <a:p>
            <a:fld id="{0B12AD88-E058-DF43-96A6-CB00B83CCF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78124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FB584FA-17CF-ED4B-B3C2-1698B0A813F7}"/>
              </a:ext>
            </a:extLst>
          </p:cNvPr>
          <p:cNvSpPr/>
          <p:nvPr userDrawn="1"/>
        </p:nvSpPr>
        <p:spPr>
          <a:xfrm>
            <a:off x="0" y="24140160"/>
            <a:ext cx="51206400" cy="1463040"/>
          </a:xfrm>
          <a:prstGeom prst="rect">
            <a:avLst/>
          </a:prstGeom>
          <a:solidFill>
            <a:srgbClr val="000F7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6560">
              <a:latin typeface="Arial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4FEA511-F7C2-4340-AE90-B20D8EEB331D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1456538" y="24313414"/>
            <a:ext cx="5547360" cy="10972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3B9B8C9-904E-1D46-8001-708F67FBB0B2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7676858" y="24275237"/>
            <a:ext cx="4043449" cy="119358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0F79CEC-2C24-DC45-9691-CC2E5E0912C9}"/>
              </a:ext>
            </a:extLst>
          </p:cNvPr>
          <p:cNvSpPr txBox="1"/>
          <p:nvPr userDrawn="1"/>
        </p:nvSpPr>
        <p:spPr>
          <a:xfrm>
            <a:off x="12704241" y="24755444"/>
            <a:ext cx="11004977" cy="2215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4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Managed by Triad National Security, LLC, for the U.S. Department of Energy’s NNSA.</a:t>
            </a:r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22B9ACB1-6CF2-C449-9779-D6827692E9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4187923" y="24579072"/>
            <a:ext cx="5274733" cy="792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4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add LA-UR number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60455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672035" rtl="0" eaLnBrk="1" latinLnBrk="0" hangingPunct="1">
        <a:spcBef>
          <a:spcPct val="0"/>
        </a:spcBef>
        <a:buNone/>
        <a:defRPr sz="16080" b="0" i="0" kern="1200">
          <a:solidFill>
            <a:schemeClr val="tx1"/>
          </a:solidFill>
          <a:latin typeface="Arial" panose="020B0604020202020204" pitchFamily="34" charset="0"/>
          <a:ea typeface="+mj-ea"/>
          <a:cs typeface="+mj-cs"/>
        </a:defRPr>
      </a:lvl1pPr>
    </p:titleStyle>
    <p:bodyStyle>
      <a:lvl1pPr marL="1254026" indent="-1254026" algn="l" defTabSz="1672035" rtl="0" eaLnBrk="1" latinLnBrk="0" hangingPunct="1">
        <a:spcBef>
          <a:spcPct val="20000"/>
        </a:spcBef>
        <a:buFont typeface="Arial"/>
        <a:buChar char="•"/>
        <a:defRPr sz="11680" b="0" i="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1pPr>
      <a:lvl2pPr marL="2717058" indent="-1045022" algn="l" defTabSz="1672035" rtl="0" eaLnBrk="1" latinLnBrk="0" hangingPunct="1">
        <a:spcBef>
          <a:spcPct val="20000"/>
        </a:spcBef>
        <a:buFont typeface="Arial"/>
        <a:buChar char="–"/>
        <a:defRPr sz="10240" b="0" i="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2pPr>
      <a:lvl3pPr marL="4180087" indent="-836018" algn="l" defTabSz="1672035" rtl="0" eaLnBrk="1" latinLnBrk="0" hangingPunct="1">
        <a:spcBef>
          <a:spcPct val="20000"/>
        </a:spcBef>
        <a:buFont typeface="Arial"/>
        <a:buChar char="•"/>
        <a:defRPr sz="8800" b="0" i="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3pPr>
      <a:lvl4pPr marL="5852122" indent="-836018" algn="l" defTabSz="1672035" rtl="0" eaLnBrk="1" latinLnBrk="0" hangingPunct="1">
        <a:spcBef>
          <a:spcPct val="20000"/>
        </a:spcBef>
        <a:buFont typeface="Arial"/>
        <a:buChar char="–"/>
        <a:defRPr sz="7280" b="0" i="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4pPr>
      <a:lvl5pPr marL="7524157" indent="-836018" algn="l" defTabSz="1672035" rtl="0" eaLnBrk="1" latinLnBrk="0" hangingPunct="1">
        <a:spcBef>
          <a:spcPct val="20000"/>
        </a:spcBef>
        <a:buFont typeface="Arial"/>
        <a:buChar char="»"/>
        <a:defRPr sz="7280" b="0" i="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5pPr>
      <a:lvl6pPr marL="9196193" indent="-836018" algn="l" defTabSz="1672035" rtl="0" eaLnBrk="1" latinLnBrk="0" hangingPunct="1">
        <a:spcBef>
          <a:spcPct val="20000"/>
        </a:spcBef>
        <a:buFont typeface="Arial"/>
        <a:buChar char="•"/>
        <a:defRPr sz="7280" kern="1200">
          <a:solidFill>
            <a:schemeClr val="tx1"/>
          </a:solidFill>
          <a:latin typeface="+mn-lt"/>
          <a:ea typeface="+mn-ea"/>
          <a:cs typeface="+mn-cs"/>
        </a:defRPr>
      </a:lvl6pPr>
      <a:lvl7pPr marL="10868229" indent="-836018" algn="l" defTabSz="1672035" rtl="0" eaLnBrk="1" latinLnBrk="0" hangingPunct="1">
        <a:spcBef>
          <a:spcPct val="20000"/>
        </a:spcBef>
        <a:buFont typeface="Arial"/>
        <a:buChar char="•"/>
        <a:defRPr sz="7280" kern="1200">
          <a:solidFill>
            <a:schemeClr val="tx1"/>
          </a:solidFill>
          <a:latin typeface="+mn-lt"/>
          <a:ea typeface="+mn-ea"/>
          <a:cs typeface="+mn-cs"/>
        </a:defRPr>
      </a:lvl7pPr>
      <a:lvl8pPr marL="12540263" indent="-836018" algn="l" defTabSz="1672035" rtl="0" eaLnBrk="1" latinLnBrk="0" hangingPunct="1">
        <a:spcBef>
          <a:spcPct val="20000"/>
        </a:spcBef>
        <a:buFont typeface="Arial"/>
        <a:buChar char="•"/>
        <a:defRPr sz="7280" kern="1200">
          <a:solidFill>
            <a:schemeClr val="tx1"/>
          </a:solidFill>
          <a:latin typeface="+mn-lt"/>
          <a:ea typeface="+mn-ea"/>
          <a:cs typeface="+mn-cs"/>
        </a:defRPr>
      </a:lvl8pPr>
      <a:lvl9pPr marL="14212298" indent="-836018" algn="l" defTabSz="1672035" rtl="0" eaLnBrk="1" latinLnBrk="0" hangingPunct="1">
        <a:spcBef>
          <a:spcPct val="20000"/>
        </a:spcBef>
        <a:buFont typeface="Arial"/>
        <a:buChar char="•"/>
        <a:defRPr sz="72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672035" rtl="0" eaLnBrk="1" latinLnBrk="0" hangingPunct="1">
        <a:defRPr sz="6560" kern="1200">
          <a:solidFill>
            <a:schemeClr val="tx1"/>
          </a:solidFill>
          <a:latin typeface="+mn-lt"/>
          <a:ea typeface="+mn-ea"/>
          <a:cs typeface="+mn-cs"/>
        </a:defRPr>
      </a:lvl1pPr>
      <a:lvl2pPr marL="1672035" algn="l" defTabSz="1672035" rtl="0" eaLnBrk="1" latinLnBrk="0" hangingPunct="1">
        <a:defRPr sz="6560" kern="1200">
          <a:solidFill>
            <a:schemeClr val="tx1"/>
          </a:solidFill>
          <a:latin typeface="+mn-lt"/>
          <a:ea typeface="+mn-ea"/>
          <a:cs typeface="+mn-cs"/>
        </a:defRPr>
      </a:lvl2pPr>
      <a:lvl3pPr marL="3344070" algn="l" defTabSz="1672035" rtl="0" eaLnBrk="1" latinLnBrk="0" hangingPunct="1">
        <a:defRPr sz="6560" kern="1200">
          <a:solidFill>
            <a:schemeClr val="tx1"/>
          </a:solidFill>
          <a:latin typeface="+mn-lt"/>
          <a:ea typeface="+mn-ea"/>
          <a:cs typeface="+mn-cs"/>
        </a:defRPr>
      </a:lvl3pPr>
      <a:lvl4pPr marL="5016106" algn="l" defTabSz="1672035" rtl="0" eaLnBrk="1" latinLnBrk="0" hangingPunct="1">
        <a:defRPr sz="6560" kern="1200">
          <a:solidFill>
            <a:schemeClr val="tx1"/>
          </a:solidFill>
          <a:latin typeface="+mn-lt"/>
          <a:ea typeface="+mn-ea"/>
          <a:cs typeface="+mn-cs"/>
        </a:defRPr>
      </a:lvl4pPr>
      <a:lvl5pPr marL="6688140" algn="l" defTabSz="1672035" rtl="0" eaLnBrk="1" latinLnBrk="0" hangingPunct="1">
        <a:defRPr sz="6560" kern="1200">
          <a:solidFill>
            <a:schemeClr val="tx1"/>
          </a:solidFill>
          <a:latin typeface="+mn-lt"/>
          <a:ea typeface="+mn-ea"/>
          <a:cs typeface="+mn-cs"/>
        </a:defRPr>
      </a:lvl5pPr>
      <a:lvl6pPr marL="8360175" algn="l" defTabSz="1672035" rtl="0" eaLnBrk="1" latinLnBrk="0" hangingPunct="1">
        <a:defRPr sz="6560" kern="1200">
          <a:solidFill>
            <a:schemeClr val="tx1"/>
          </a:solidFill>
          <a:latin typeface="+mn-lt"/>
          <a:ea typeface="+mn-ea"/>
          <a:cs typeface="+mn-cs"/>
        </a:defRPr>
      </a:lvl6pPr>
      <a:lvl7pPr marL="10032210" algn="l" defTabSz="1672035" rtl="0" eaLnBrk="1" latinLnBrk="0" hangingPunct="1">
        <a:defRPr sz="6560" kern="1200">
          <a:solidFill>
            <a:schemeClr val="tx1"/>
          </a:solidFill>
          <a:latin typeface="+mn-lt"/>
          <a:ea typeface="+mn-ea"/>
          <a:cs typeface="+mn-cs"/>
        </a:defRPr>
      </a:lvl7pPr>
      <a:lvl8pPr marL="11704246" algn="l" defTabSz="1672035" rtl="0" eaLnBrk="1" latinLnBrk="0" hangingPunct="1">
        <a:defRPr sz="6560" kern="1200">
          <a:solidFill>
            <a:schemeClr val="tx1"/>
          </a:solidFill>
          <a:latin typeface="+mn-lt"/>
          <a:ea typeface="+mn-ea"/>
          <a:cs typeface="+mn-cs"/>
        </a:defRPr>
      </a:lvl8pPr>
      <a:lvl9pPr marL="13376280" algn="l" defTabSz="1672035" rtl="0" eaLnBrk="1" latinLnBrk="0" hangingPunct="1">
        <a:defRPr sz="65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eg"/><Relationship Id="rId3" Type="http://schemas.openxmlformats.org/officeDocument/2006/relationships/image" Target="../media/image3.png"/><Relationship Id="rId7" Type="http://schemas.openxmlformats.org/officeDocument/2006/relationships/image" Target="../media/image7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Box 122"/>
          <p:cNvSpPr txBox="1">
            <a:spLocks noChangeArrowheads="1"/>
          </p:cNvSpPr>
          <p:nvPr/>
        </p:nvSpPr>
        <p:spPr bwMode="auto">
          <a:xfrm>
            <a:off x="3632046" y="6156"/>
            <a:ext cx="40355837" cy="1981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109710" tIns="274274" rIns="109710" bIns="274274" anchor="ctr" anchorCtr="0">
            <a:spAutoFit/>
          </a:bodyPr>
          <a:lstStyle/>
          <a:p>
            <a:pPr algn="ctr"/>
            <a:r>
              <a:rPr lang="en-US" sz="9200" b="1">
                <a:solidFill>
                  <a:srgbClr val="000F7E"/>
                </a:solidFill>
                <a:latin typeface="Arial"/>
                <a:ea typeface="Source Sans Pro Semibold"/>
                <a:cs typeface="Arial"/>
              </a:rPr>
              <a:t>Deep Reinforcement Learning (DRL) for Optimal Reservoir Control</a:t>
            </a:r>
            <a:endParaRPr lang="en-US" sz="9200">
              <a:latin typeface="Arial"/>
              <a:ea typeface="Source Sans Pro Semibold"/>
              <a:cs typeface="Arial"/>
            </a:endParaRPr>
          </a:p>
        </p:txBody>
      </p:sp>
      <p:sp>
        <p:nvSpPr>
          <p:cNvPr id="12" name="Text Box 123"/>
          <p:cNvSpPr txBox="1">
            <a:spLocks noChangeArrowheads="1"/>
          </p:cNvSpPr>
          <p:nvPr/>
        </p:nvSpPr>
        <p:spPr bwMode="auto">
          <a:xfrm>
            <a:off x="1744691" y="2108243"/>
            <a:ext cx="48519412" cy="1693693"/>
          </a:xfrm>
          <a:prstGeom prst="rect">
            <a:avLst/>
          </a:prstGeom>
          <a:solidFill>
            <a:srgbClr val="0070C1"/>
          </a:solidFill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365760" tIns="365760" rIns="365760" bIns="365760" anchor="ctr" anchorCtr="0"/>
          <a:lstStyle/>
          <a:p>
            <a:pPr algn="ctr"/>
            <a:r>
              <a:rPr lang="en-US" sz="4400" dirty="0">
                <a:solidFill>
                  <a:schemeClr val="bg1"/>
                </a:solidFill>
                <a:latin typeface="Arial"/>
                <a:ea typeface="Source Sans Pro"/>
                <a:cs typeface="Arial"/>
              </a:rPr>
              <a:t>Shubhendu Kumar Singh</a:t>
            </a:r>
            <a:r>
              <a:rPr lang="en-US" sz="4400" baseline="30000" dirty="0">
                <a:solidFill>
                  <a:schemeClr val="bg1"/>
                </a:solidFill>
                <a:latin typeface="Arial"/>
                <a:ea typeface="Source Sans Pro"/>
                <a:cs typeface="Arial"/>
              </a:rPr>
              <a:t>1</a:t>
            </a:r>
            <a:r>
              <a:rPr lang="en-US" sz="4400" dirty="0">
                <a:solidFill>
                  <a:schemeClr val="bg1"/>
                </a:solidFill>
                <a:latin typeface="Arial"/>
                <a:ea typeface="Source Sans Pro"/>
                <a:cs typeface="Arial"/>
              </a:rPr>
              <a:t>, Cristina Garcia Cardona</a:t>
            </a:r>
            <a:r>
              <a:rPr lang="en-US" sz="4400" baseline="30000" dirty="0">
                <a:solidFill>
                  <a:schemeClr val="bg1"/>
                </a:solidFill>
                <a:latin typeface="Arial"/>
                <a:ea typeface="Source Sans Pro"/>
                <a:cs typeface="Arial"/>
              </a:rPr>
              <a:t>1</a:t>
            </a:r>
            <a:r>
              <a:rPr lang="en-US" sz="4400" dirty="0">
                <a:solidFill>
                  <a:schemeClr val="bg1"/>
                </a:solidFill>
                <a:latin typeface="Arial"/>
                <a:ea typeface="Source Sans Pro"/>
                <a:cs typeface="Arial"/>
              </a:rPr>
              <a:t>,  Nishath Rajiv Ranasinghe</a:t>
            </a:r>
            <a:r>
              <a:rPr lang="en-US" sz="4400" baseline="30000" dirty="0">
                <a:solidFill>
                  <a:schemeClr val="bg1"/>
                </a:solidFill>
                <a:latin typeface="Arial"/>
                <a:ea typeface="Source Sans Pro"/>
                <a:cs typeface="Arial"/>
              </a:rPr>
              <a:t>1</a:t>
            </a:r>
            <a:r>
              <a:rPr lang="en-US" sz="4400" dirty="0">
                <a:solidFill>
                  <a:schemeClr val="bg1"/>
                </a:solidFill>
                <a:latin typeface="Arial"/>
                <a:ea typeface="Source Sans Pro"/>
                <a:cs typeface="Arial"/>
              </a:rPr>
              <a:t>,  Susan Behery</a:t>
            </a:r>
            <a:r>
              <a:rPr lang="en-US" sz="4400" baseline="30000" dirty="0">
                <a:solidFill>
                  <a:schemeClr val="bg1"/>
                </a:solidFill>
                <a:latin typeface="Arial"/>
                <a:ea typeface="Source Sans Pro"/>
                <a:cs typeface="Arial"/>
              </a:rPr>
              <a:t>2</a:t>
            </a:r>
            <a:r>
              <a:rPr lang="en-US" sz="4400" dirty="0">
                <a:solidFill>
                  <a:schemeClr val="bg1"/>
                </a:solidFill>
                <a:latin typeface="Arial"/>
                <a:ea typeface="Source Sans Pro"/>
                <a:cs typeface="Arial"/>
              </a:rPr>
              <a:t>, Katrina E Bennett</a:t>
            </a:r>
            <a:r>
              <a:rPr lang="en-US" sz="4400" baseline="30000" dirty="0">
                <a:solidFill>
                  <a:schemeClr val="bg1"/>
                </a:solidFill>
                <a:latin typeface="Arial"/>
                <a:ea typeface="Source Sans Pro"/>
                <a:cs typeface="Arial"/>
              </a:rPr>
              <a:t>1</a:t>
            </a:r>
            <a:r>
              <a:rPr lang="en-US" sz="4400" dirty="0">
                <a:solidFill>
                  <a:schemeClr val="bg1"/>
                </a:solidFill>
                <a:latin typeface="Arial"/>
                <a:ea typeface="Source Sans Pro"/>
                <a:cs typeface="Arial"/>
              </a:rPr>
              <a:t>,  Jon Schwenk</a:t>
            </a:r>
            <a:r>
              <a:rPr lang="en-US" sz="4400" baseline="30000" dirty="0">
                <a:solidFill>
                  <a:schemeClr val="bg1"/>
                </a:solidFill>
                <a:latin typeface="Arial"/>
                <a:ea typeface="Source Sans Pro"/>
                <a:cs typeface="Arial"/>
              </a:rPr>
              <a:t>1</a:t>
            </a:r>
            <a:r>
              <a:rPr lang="en-US" sz="4400" dirty="0">
                <a:solidFill>
                  <a:schemeClr val="bg1"/>
                </a:solidFill>
                <a:latin typeface="Arial"/>
                <a:ea typeface="Source Sans Pro"/>
                <a:cs typeface="Arial"/>
              </a:rPr>
              <a:t> </a:t>
            </a:r>
          </a:p>
          <a:p>
            <a:pPr algn="ctr"/>
            <a:r>
              <a:rPr lang="en-US" sz="4400" dirty="0">
                <a:solidFill>
                  <a:schemeClr val="bg1"/>
                </a:solidFill>
                <a:latin typeface="Arial"/>
                <a:ea typeface="Source Sans Pro"/>
                <a:cs typeface="Arial"/>
              </a:rPr>
              <a:t>1. Los Alamos National Laboratory, 2.Bureau of Reclamation. Contact: Jon Schwenk</a:t>
            </a:r>
            <a:r>
              <a:rPr lang="en-US" sz="4400" baseline="30000" dirty="0">
                <a:solidFill>
                  <a:schemeClr val="bg1"/>
                </a:solidFill>
                <a:latin typeface="Arial"/>
                <a:ea typeface="Source Sans Pro"/>
                <a:cs typeface="Arial"/>
              </a:rPr>
              <a:t>1</a:t>
            </a:r>
            <a:r>
              <a:rPr lang="en-US" sz="4400" dirty="0">
                <a:solidFill>
                  <a:schemeClr val="bg1"/>
                </a:solidFill>
                <a:latin typeface="Arial"/>
                <a:ea typeface="Source Sans Pro"/>
                <a:cs typeface="Arial"/>
              </a:rPr>
              <a:t> (jschwenk@lanl.gov)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61274" y="3653323"/>
            <a:ext cx="14746287" cy="4118050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 lvl="0"/>
            <a:r>
              <a:rPr lang="en-US" sz="5760" b="1" dirty="0">
                <a:solidFill>
                  <a:srgbClr val="000F7E"/>
                </a:solidFill>
                <a:latin typeface="Arial" panose="020B0604020202020204" pitchFamily="34" charset="0"/>
                <a:ea typeface="Source Sans Pro Semibold" panose="020B0503030403020204" pitchFamily="34" charset="0"/>
                <a:cs typeface="Arial" panose="020B0604020202020204" pitchFamily="34" charset="0"/>
              </a:rPr>
              <a:t>INTRODUCTION</a:t>
            </a:r>
            <a:endParaRPr lang="en-US" sz="6560" b="1" dirty="0">
              <a:solidFill>
                <a:srgbClr val="000F7E"/>
              </a:solidFill>
              <a:latin typeface="Arial" panose="020B0604020202020204" pitchFamily="34" charset="0"/>
              <a:ea typeface="Source Sans Pro Semibold" panose="020B0503030403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2550" dirty="0">
                <a:solidFill>
                  <a:srgbClr val="000000"/>
                </a:solidFill>
                <a:ea typeface="+mn-lt"/>
                <a:cs typeface="+mn-lt"/>
              </a:rPr>
              <a:t>Freshwater reservoirs face mounting stress from rising urban, agricultural, and energy demands intensified by climate change. Traditional rule-curve operations are often rigid and unable to adapt to non-stationary inflows or multi-objective trade-offs such as storage, ecological needs, and hydropower generation. Reinforcement Learning (RL) provides a flexible, data-driven alternative, where agents learn adaptive release strategies directly from system dynamics. In this work, we develop a </a:t>
            </a:r>
            <a:r>
              <a:rPr lang="en-US" sz="2550" b="1" dirty="0">
                <a:solidFill>
                  <a:srgbClr val="000000"/>
                </a:solidFill>
                <a:ea typeface="+mn-lt"/>
                <a:cs typeface="+mn-lt"/>
              </a:rPr>
              <a:t>multi-action PPO agent</a:t>
            </a:r>
            <a:r>
              <a:rPr lang="en-US" sz="2550" dirty="0">
                <a:solidFill>
                  <a:srgbClr val="000000"/>
                </a:solidFill>
                <a:ea typeface="+mn-lt"/>
                <a:cs typeface="+mn-lt"/>
              </a:rPr>
              <a:t> that simultaneously outputs two decisions—regular release and hydropower release, while satisfying operational constraints. This approach enables integrated water-energy management and improves resilience under uncertain climate and demand conditions.</a:t>
            </a:r>
            <a:endParaRPr lang="en-US" dirty="0">
              <a:ea typeface="+mn-lt"/>
              <a:cs typeface="+mn-lt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8481744-7B16-CC46-95A0-C21BE692D37C}"/>
              </a:ext>
            </a:extLst>
          </p:cNvPr>
          <p:cNvSpPr/>
          <p:nvPr/>
        </p:nvSpPr>
        <p:spPr>
          <a:xfrm>
            <a:off x="18159623" y="22349185"/>
            <a:ext cx="14793911" cy="1271117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2560" b="1" spc="240" dirty="0">
                <a:solidFill>
                  <a:srgbClr val="000F7E"/>
                </a:solidFill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2. OPTIMIZING RESERVOIR OPERATIONS</a:t>
            </a:r>
          </a:p>
          <a:p>
            <a:pPr algn="just"/>
            <a:r>
              <a:rPr lang="en-US" sz="2550" dirty="0">
                <a:latin typeface="Arial"/>
                <a:cs typeface="Arial"/>
              </a:rPr>
              <a:t>In the second experiment, we used the DRL agent to optimize the decision-making process involved in reservoir operations. Using the </a:t>
            </a:r>
            <a:endParaRPr lang="en-US" sz="800" dirty="0">
              <a:latin typeface="Arial"/>
              <a:ea typeface="Calibri"/>
              <a:cs typeface="Arial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5DDCE41-026D-6F4F-915C-ACB48FE5719F}"/>
              </a:ext>
            </a:extLst>
          </p:cNvPr>
          <p:cNvSpPr/>
          <p:nvPr/>
        </p:nvSpPr>
        <p:spPr>
          <a:xfrm>
            <a:off x="18124197" y="3723758"/>
            <a:ext cx="14850824" cy="6875728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 algn="just"/>
            <a:r>
              <a:rPr lang="en-US" sz="5760" b="1" dirty="0">
                <a:solidFill>
                  <a:srgbClr val="000F7E"/>
                </a:solidFill>
                <a:latin typeface="Arial" panose="020B0604020202020204" pitchFamily="34" charset="0"/>
                <a:ea typeface="Source Sans Pro Semibold" panose="020B0503030403020204" pitchFamily="34" charset="0"/>
                <a:cs typeface="Arial" panose="020B0604020202020204" pitchFamily="34" charset="0"/>
              </a:rPr>
              <a:t>METHODOLOGY</a:t>
            </a:r>
            <a:endParaRPr lang="en-US" dirty="0"/>
          </a:p>
          <a:p>
            <a:pPr marL="285750" indent="-285750" algn="just">
              <a:buFont typeface="Arial"/>
              <a:buChar char="•"/>
            </a:pPr>
            <a:r>
              <a:rPr lang="en-US" sz="2550" b="1">
                <a:ea typeface="+mn-lt"/>
                <a:cs typeface="+mn-lt"/>
              </a:rPr>
              <a:t>State:</a:t>
            </a:r>
            <a:r>
              <a:rPr lang="en-US" sz="2550">
                <a:ea typeface="+mn-lt"/>
                <a:cs typeface="+mn-lt"/>
              </a:rPr>
              <a:t> storage, inflow, evaporation, day-of-year</a:t>
            </a:r>
            <a:endParaRPr lang="en-US"/>
          </a:p>
          <a:p>
            <a:pPr marL="285750" indent="-285750" algn="just">
              <a:buFont typeface="Arial"/>
              <a:buChar char="•"/>
            </a:pPr>
            <a:r>
              <a:rPr lang="en-US" sz="2550" b="1">
                <a:ea typeface="+mn-lt"/>
                <a:cs typeface="+mn-lt"/>
              </a:rPr>
              <a:t>Actions:</a:t>
            </a:r>
          </a:p>
          <a:p>
            <a:pPr marL="2375535" lvl="1" indent="-285750" algn="just">
              <a:buFont typeface="Courier New"/>
              <a:buChar char="o"/>
            </a:pPr>
            <a:r>
              <a:rPr lang="en-US" sz="2550" b="1">
                <a:ea typeface="+mn-lt"/>
                <a:cs typeface="+mn-lt"/>
              </a:rPr>
              <a:t>Q1 Release (Agricultural Requirement: Navajo Indian Irrigation Project (NIIP))</a:t>
            </a:r>
            <a:endParaRPr lang="en-US" sz="2550" b="1" dirty="0">
              <a:ea typeface="+mn-lt"/>
              <a:cs typeface="+mn-lt"/>
            </a:endParaRPr>
          </a:p>
          <a:p>
            <a:pPr marL="2375535" lvl="1" indent="-285750" algn="just">
              <a:buFont typeface="Courier New"/>
              <a:buChar char="o"/>
            </a:pPr>
            <a:r>
              <a:rPr lang="en-US" sz="2550" b="1" dirty="0">
                <a:ea typeface="+mn-lt"/>
                <a:cs typeface="+mn-lt"/>
              </a:rPr>
              <a:t>Q2 Release (Hydropower Generation, Fisheries)</a:t>
            </a:r>
          </a:p>
          <a:p>
            <a:pPr marL="285750" indent="-285750" algn="just">
              <a:buFont typeface="Arial"/>
              <a:buChar char="•"/>
            </a:pPr>
            <a:r>
              <a:rPr lang="en-US" sz="2550" b="1">
                <a:ea typeface="+mn-lt"/>
                <a:cs typeface="+mn-lt"/>
              </a:rPr>
              <a:t>Constraints:</a:t>
            </a:r>
            <a:r>
              <a:rPr lang="en-US" sz="2550">
                <a:ea typeface="+mn-lt"/>
                <a:cs typeface="+mn-lt"/>
              </a:rPr>
              <a:t> storage limits, hydropower minimum, total release ≤ 5000 </a:t>
            </a:r>
            <a:r>
              <a:rPr lang="en-US" sz="2550" err="1">
                <a:ea typeface="+mn-lt"/>
                <a:cs typeface="+mn-lt"/>
              </a:rPr>
              <a:t>cfs</a:t>
            </a:r>
            <a:endParaRPr lang="en-US" err="1"/>
          </a:p>
          <a:p>
            <a:pPr marL="285750" indent="-285750" algn="just">
              <a:buFont typeface="Arial"/>
              <a:buChar char="•"/>
            </a:pPr>
            <a:r>
              <a:rPr lang="en-US" sz="2550" b="1">
                <a:ea typeface="+mn-lt"/>
                <a:cs typeface="+mn-lt"/>
              </a:rPr>
              <a:t>Reward:</a:t>
            </a:r>
            <a:r>
              <a:rPr lang="en-US" sz="2550">
                <a:ea typeface="+mn-lt"/>
                <a:cs typeface="+mn-lt"/>
              </a:rPr>
              <a:t> storage stability, hydropower generation, ecological &amp; policy compliance</a:t>
            </a:r>
            <a:endParaRPr lang="en-US"/>
          </a:p>
          <a:p>
            <a:pPr marL="285750" indent="-285750" algn="just">
              <a:buFont typeface="Arial"/>
              <a:buChar char="•"/>
            </a:pPr>
            <a:r>
              <a:rPr lang="en-US" sz="2550" b="1">
                <a:ea typeface="+mn-lt"/>
                <a:cs typeface="+mn-lt"/>
              </a:rPr>
              <a:t>Algorithm:</a:t>
            </a:r>
            <a:r>
              <a:rPr lang="en-US" sz="2550">
                <a:ea typeface="+mn-lt"/>
                <a:cs typeface="+mn-lt"/>
              </a:rPr>
              <a:t> PPO with multi-action continuous control</a:t>
            </a:r>
            <a:endParaRPr lang="en-US"/>
          </a:p>
          <a:p>
            <a:pPr algn="just"/>
            <a:r>
              <a:rPr lang="en-US" sz="2550" dirty="0">
                <a:latin typeface="Arial"/>
                <a:cs typeface="Arial"/>
              </a:rPr>
              <a:t>:</a:t>
            </a:r>
            <a:endParaRPr lang="en-US" sz="2550" dirty="0">
              <a:latin typeface="Arial"/>
              <a:ea typeface="Source Sans Pro" panose="020B0503030403020204" pitchFamily="34" charset="0"/>
              <a:cs typeface="Arial"/>
            </a:endParaRPr>
          </a:p>
          <a:p>
            <a:pPr algn="just"/>
            <a:endParaRPr lang="en-US" sz="2560" dirty="0">
              <a:latin typeface="Arial" panose="020B0604020202020204" pitchFamily="34" charset="0"/>
              <a:ea typeface="Source Sans Pro" panose="020B0503030403020204" pitchFamily="34" charset="0"/>
              <a:cs typeface="Times"/>
            </a:endParaRPr>
          </a:p>
          <a:p>
            <a:pPr algn="just"/>
            <a:endParaRPr lang="en-US" sz="2560" dirty="0">
              <a:latin typeface="Arial" panose="020B0604020202020204" pitchFamily="34" charset="0"/>
              <a:ea typeface="Source Sans Pro" panose="020B0503030403020204" pitchFamily="34" charset="0"/>
              <a:cs typeface="Times"/>
            </a:endParaRPr>
          </a:p>
          <a:p>
            <a:pPr algn="just"/>
            <a:endParaRPr lang="en-US" sz="2560" dirty="0">
              <a:latin typeface="Arial" panose="020B0604020202020204" pitchFamily="34" charset="0"/>
              <a:ea typeface="Source Sans Pro" panose="020B0503030403020204" pitchFamily="34" charset="0"/>
              <a:cs typeface="Times"/>
            </a:endParaRPr>
          </a:p>
          <a:p>
            <a:pPr algn="just"/>
            <a:endParaRPr lang="en-US" sz="2560" dirty="0">
              <a:latin typeface="Arial" panose="020B0604020202020204" pitchFamily="34" charset="0"/>
              <a:ea typeface="Source Sans Pro" panose="020B0503030403020204" pitchFamily="34" charset="0"/>
              <a:cs typeface="Times"/>
            </a:endParaRPr>
          </a:p>
          <a:p>
            <a:pPr algn="just"/>
            <a:endParaRPr lang="en-US" sz="2560" dirty="0">
              <a:latin typeface="Arial" panose="020B0604020202020204" pitchFamily="34" charset="0"/>
              <a:ea typeface="Source Sans Pro" panose="020B0503030403020204" pitchFamily="34" charset="0"/>
              <a:cs typeface="Times"/>
            </a:endParaRPr>
          </a:p>
          <a:p>
            <a:pPr algn="just"/>
            <a:endParaRPr lang="en-US" sz="2560" dirty="0">
              <a:latin typeface="Arial" panose="020B0604020202020204" pitchFamily="34" charset="0"/>
              <a:ea typeface="Source Sans Pro" panose="020B0503030403020204" pitchFamily="34" charset="0"/>
              <a:cs typeface="Times"/>
            </a:endParaRPr>
          </a:p>
          <a:p>
            <a:pPr algn="just"/>
            <a:endParaRPr lang="en-US" sz="2560" dirty="0">
              <a:latin typeface="Arial" panose="020B0604020202020204" pitchFamily="34" charset="0"/>
              <a:ea typeface="Source Sans Pro" panose="020B0503030403020204" pitchFamily="34" charset="0"/>
              <a:cs typeface="Times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5CD02D4-B0DA-AE46-B851-779AD0464A18}"/>
              </a:ext>
            </a:extLst>
          </p:cNvPr>
          <p:cNvSpPr/>
          <p:nvPr/>
        </p:nvSpPr>
        <p:spPr>
          <a:xfrm>
            <a:off x="34801177" y="3733923"/>
            <a:ext cx="14793910" cy="2943883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 lvl="0" algn="just"/>
            <a:r>
              <a:rPr lang="en-US" sz="5760" b="1" dirty="0">
                <a:solidFill>
                  <a:srgbClr val="000F7E"/>
                </a:solidFill>
                <a:latin typeface="Arial" panose="020B0604020202020204" pitchFamily="34" charset="0"/>
                <a:ea typeface="Source Sans Pro Semibold" panose="020B0503030403020204" pitchFamily="34" charset="0"/>
                <a:cs typeface="Arial" panose="020B0604020202020204" pitchFamily="34" charset="0"/>
              </a:rPr>
              <a:t>RESULTS</a:t>
            </a:r>
            <a:endParaRPr lang="en-US" sz="6560" dirty="0">
              <a:solidFill>
                <a:srgbClr val="000F7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buFont typeface="Arial"/>
              <a:buChar char="•"/>
            </a:pPr>
            <a:r>
              <a:rPr lang="en-US" sz="2550">
                <a:ea typeface="+mn-lt"/>
                <a:cs typeface="+mn-lt"/>
              </a:rPr>
              <a:t>PPO learns realistic storage-release dynamics</a:t>
            </a:r>
          </a:p>
          <a:p>
            <a:pPr marL="285750" indent="-285750" algn="just">
              <a:buFont typeface="Arial"/>
              <a:buChar char="•"/>
            </a:pPr>
            <a:r>
              <a:rPr lang="en-US" sz="2550">
                <a:ea typeface="+mn-lt"/>
                <a:cs typeface="+mn-lt"/>
              </a:rPr>
              <a:t>Dual actions allow explicit hydropower optimization</a:t>
            </a:r>
          </a:p>
          <a:p>
            <a:pPr marL="285750" indent="-285750" algn="just">
              <a:buFont typeface="Arial"/>
              <a:buChar char="•"/>
            </a:pPr>
            <a:r>
              <a:rPr lang="en-US" sz="2550">
                <a:ea typeface="+mn-lt"/>
                <a:cs typeface="+mn-lt"/>
              </a:rPr>
              <a:t>Stable critic Q-values → consistent convergence</a:t>
            </a:r>
          </a:p>
          <a:p>
            <a:pPr marL="285750" indent="-285750" algn="just">
              <a:buFont typeface="Arial"/>
              <a:buChar char="•"/>
            </a:pPr>
            <a:r>
              <a:rPr lang="en-US" sz="2550" dirty="0">
                <a:ea typeface="+mn-lt"/>
                <a:cs typeface="+mn-lt"/>
              </a:rPr>
              <a:t>Improved hydropower generation vs. single-action RL</a:t>
            </a:r>
          </a:p>
          <a:p>
            <a:pPr algn="just"/>
            <a:endParaRPr lang="en-US" sz="2550" b="1" spc="240" dirty="0">
              <a:solidFill>
                <a:srgbClr val="000F7E"/>
              </a:solidFill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B70C9C69-B8DE-6742-ACC4-663E2E198E18}"/>
              </a:ext>
            </a:extLst>
          </p:cNvPr>
          <p:cNvSpPr/>
          <p:nvPr/>
        </p:nvSpPr>
        <p:spPr>
          <a:xfrm>
            <a:off x="34801176" y="21429111"/>
            <a:ext cx="14793911" cy="2548390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 lvl="0"/>
            <a:r>
              <a:rPr lang="en-US" sz="5760" b="1" dirty="0">
                <a:solidFill>
                  <a:srgbClr val="000F7E"/>
                </a:solidFill>
                <a:latin typeface="Arial" panose="020B0604020202020204" pitchFamily="34" charset="0"/>
                <a:ea typeface="Source Sans Pro Semibold" panose="020B0503030403020204" pitchFamily="34" charset="0"/>
                <a:cs typeface="Arial" panose="020B0604020202020204" pitchFamily="34" charset="0"/>
              </a:rPr>
              <a:t>DISCUSSION &amp; FUTURE WORK</a:t>
            </a:r>
            <a:endParaRPr lang="en-US" sz="6560" dirty="0">
              <a:solidFill>
                <a:srgbClr val="000F7E"/>
              </a:solidFill>
              <a:latin typeface="Arial" panose="020B0604020202020204" pitchFamily="34" charset="0"/>
            </a:endParaRPr>
          </a:p>
          <a:p>
            <a:pPr marL="285750" indent="-285750" algn="just">
              <a:buFont typeface="Arial"/>
              <a:buChar char="•"/>
            </a:pPr>
            <a:r>
              <a:rPr lang="en-US" sz="2550" dirty="0">
                <a:ea typeface="+mn-lt"/>
                <a:cs typeface="+mn-lt"/>
              </a:rPr>
              <a:t>Multi-action PPO balances trade-offs effectively</a:t>
            </a:r>
            <a:endParaRPr lang="en-US" dirty="0"/>
          </a:p>
          <a:p>
            <a:pPr marL="285750" indent="-285750" algn="just">
              <a:buFont typeface="Arial"/>
              <a:buChar char="•"/>
            </a:pPr>
            <a:r>
              <a:rPr lang="en-US" sz="2550" dirty="0">
                <a:ea typeface="+mn-lt"/>
                <a:cs typeface="+mn-lt"/>
              </a:rPr>
              <a:t>Extendable to agriculture &amp; ecosystem demands</a:t>
            </a:r>
            <a:endParaRPr lang="en-US" dirty="0"/>
          </a:p>
          <a:p>
            <a:pPr marL="285750" indent="-285750" algn="just">
              <a:buFont typeface="Arial"/>
              <a:buChar char="•"/>
            </a:pPr>
            <a:r>
              <a:rPr lang="en-US" sz="2550" dirty="0">
                <a:ea typeface="+mn-lt"/>
                <a:cs typeface="+mn-lt"/>
              </a:rPr>
              <a:t>Next steps: multi-reservoir systems, physics-informed RL, real-time operations</a:t>
            </a:r>
            <a:endParaRPr lang="en-US" dirty="0"/>
          </a:p>
          <a:p>
            <a:pPr algn="just"/>
            <a:endParaRPr lang="en-US" sz="2550" dirty="0">
              <a:latin typeface="Arial" panose="020B0604020202020204" pitchFamily="34" charset="0"/>
              <a:ea typeface="Source Sans Pro"/>
              <a:cs typeface="Arial" panose="020B0604020202020204" pitchFamily="34" charset="0"/>
            </a:endParaRP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ADF15B3B-EC7D-B24B-B259-473561AA6778}"/>
              </a:ext>
            </a:extLst>
          </p:cNvPr>
          <p:cNvSpPr txBox="1">
            <a:spLocks/>
          </p:cNvSpPr>
          <p:nvPr/>
        </p:nvSpPr>
        <p:spPr>
          <a:xfrm>
            <a:off x="25268438" y="24727933"/>
            <a:ext cx="2632765" cy="285426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1567533" indent="-1567533" algn="l" defTabSz="2090044" rtl="0" eaLnBrk="1" latinLnBrk="0" hangingPunct="1">
              <a:spcBef>
                <a:spcPct val="20000"/>
              </a:spcBef>
              <a:buFontTx/>
              <a:buNone/>
              <a:defRPr sz="1000" b="0" i="0" kern="120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3396322" indent="-1306278" algn="l" defTabSz="2090044" rtl="0" eaLnBrk="1" latinLnBrk="0" hangingPunct="1">
              <a:spcBef>
                <a:spcPct val="20000"/>
              </a:spcBef>
              <a:buFontTx/>
              <a:buNone/>
              <a:defRPr sz="1200" b="0" i="0" kern="120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5225110" indent="-1045022" algn="l" defTabSz="2090044" rtl="0" eaLnBrk="1" latinLnBrk="0" hangingPunct="1">
              <a:spcBef>
                <a:spcPct val="20000"/>
              </a:spcBef>
              <a:buFontTx/>
              <a:buNone/>
              <a:defRPr sz="1200" b="0" i="0" kern="120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7315154" indent="-1045022" algn="l" defTabSz="2090044" rtl="0" eaLnBrk="1" latinLnBrk="0" hangingPunct="1">
              <a:spcBef>
                <a:spcPct val="20000"/>
              </a:spcBef>
              <a:buFontTx/>
              <a:buNone/>
              <a:defRPr sz="1200" b="0" i="0" kern="120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9405198" indent="-1045022" algn="l" defTabSz="2090044" rtl="0" eaLnBrk="1" latinLnBrk="0" hangingPunct="1">
              <a:spcBef>
                <a:spcPct val="20000"/>
              </a:spcBef>
              <a:buFontTx/>
              <a:buNone/>
              <a:defRPr sz="1200" b="0" i="0" kern="120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11495242" indent="-1045022" algn="l" defTabSz="2090044" rtl="0" eaLnBrk="1" latinLnBrk="0" hangingPunct="1">
              <a:spcBef>
                <a:spcPct val="20000"/>
              </a:spcBef>
              <a:buFont typeface="Arial"/>
              <a:buChar char="•"/>
              <a:defRPr sz="9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585287" indent="-1045022" algn="l" defTabSz="2090044" rtl="0" eaLnBrk="1" latinLnBrk="0" hangingPunct="1">
              <a:spcBef>
                <a:spcPct val="20000"/>
              </a:spcBef>
              <a:buFont typeface="Arial"/>
              <a:buChar char="•"/>
              <a:defRPr sz="9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675331" indent="-1045022" algn="l" defTabSz="2090044" rtl="0" eaLnBrk="1" latinLnBrk="0" hangingPunct="1">
              <a:spcBef>
                <a:spcPct val="20000"/>
              </a:spcBef>
              <a:buFont typeface="Arial"/>
              <a:buChar char="•"/>
              <a:defRPr sz="9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765375" indent="-1045022" algn="l" defTabSz="2090044" rtl="0" eaLnBrk="1" latinLnBrk="0" hangingPunct="1">
              <a:spcBef>
                <a:spcPct val="20000"/>
              </a:spcBef>
              <a:buFont typeface="Arial"/>
              <a:buChar char="•"/>
              <a:defRPr sz="9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40" dirty="0">
                <a:solidFill>
                  <a:srgbClr val="CDD1E2"/>
                </a:solidFill>
              </a:rPr>
              <a:t>LA-UR# LA-UR-24-32902</a:t>
            </a:r>
          </a:p>
        </p:txBody>
      </p:sp>
      <p:sp>
        <p:nvSpPr>
          <p:cNvPr id="23" name="Text Box 180">
            <a:extLst>
              <a:ext uri="{FF2B5EF4-FFF2-40B4-BE49-F238E27FC236}">
                <a16:creationId xmlns:a16="http://schemas.microsoft.com/office/drawing/2014/main" id="{769D4A28-B3B7-456C-9626-76679DEE24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23426" y="12832716"/>
            <a:ext cx="8877603" cy="4478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54854" tIns="27427" rIns="54854" bIns="27427" anchor="ctr" anchorCtr="0">
            <a:spAutoFit/>
          </a:bodyPr>
          <a:lstStyle/>
          <a:p>
            <a:pPr algn="ctr" eaLnBrk="1" hangingPunct="1"/>
            <a:r>
              <a:rPr lang="en-US" sz="2550" b="1" dirty="0">
                <a:solidFill>
                  <a:srgbClr val="000F7E"/>
                </a:solidFill>
                <a:latin typeface="Arial" panose="020B0604020202020204" pitchFamily="34" charset="0"/>
                <a:ea typeface="Source Sans Pro" panose="020B0503030403020204" pitchFamily="34" charset="0"/>
              </a:rPr>
              <a:t>Figure  3. LSTM model for streamflow (inflow) prediction</a:t>
            </a:r>
            <a:endParaRPr lang="en-US" sz="2550" dirty="0">
              <a:solidFill>
                <a:srgbClr val="000F7E"/>
              </a:solidFill>
              <a:latin typeface="Arial" panose="020B0604020202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Text Box 180">
            <a:extLst>
              <a:ext uri="{FF2B5EF4-FFF2-40B4-BE49-F238E27FC236}">
                <a16:creationId xmlns:a16="http://schemas.microsoft.com/office/drawing/2014/main" id="{45C086C3-72B6-C6FD-8717-8DA2069D0D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118136" y="13191730"/>
            <a:ext cx="10034971" cy="4478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54854" tIns="27427" rIns="54854" bIns="27427" anchor="ctr" anchorCtr="0">
            <a:spAutoFit/>
          </a:bodyPr>
          <a:lstStyle/>
          <a:p>
            <a:pPr algn="ctr" eaLnBrk="1" hangingPunct="1"/>
            <a:r>
              <a:rPr lang="en-US" sz="2550" b="1" dirty="0">
                <a:solidFill>
                  <a:srgbClr val="000F7E"/>
                </a:solidFill>
                <a:latin typeface="Arial" panose="020B0604020202020204" pitchFamily="34" charset="0"/>
                <a:ea typeface="Source Sans Pro" panose="020B0503030403020204" pitchFamily="34" charset="0"/>
              </a:rPr>
              <a:t>Figure  5. Performance when learning human behavioral pattern</a:t>
            </a:r>
            <a:endParaRPr lang="en-US" sz="2550" dirty="0">
              <a:solidFill>
                <a:srgbClr val="000F7E"/>
              </a:solidFill>
              <a:latin typeface="Arial" panose="020B0604020202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0" name="Text Box 180">
            <a:extLst>
              <a:ext uri="{FF2B5EF4-FFF2-40B4-BE49-F238E27FC236}">
                <a16:creationId xmlns:a16="http://schemas.microsoft.com/office/drawing/2014/main" id="{DCA239D6-9A07-C412-5550-2F4E87B5E3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801177" y="19385759"/>
            <a:ext cx="9562086" cy="4478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54854" tIns="27427" rIns="54854" bIns="27427" anchor="ctr" anchorCtr="0">
            <a:spAutoFit/>
          </a:bodyPr>
          <a:lstStyle/>
          <a:p>
            <a:pPr algn="ctr" eaLnBrk="1" hangingPunct="1"/>
            <a:r>
              <a:rPr lang="en-US" sz="2550" b="1" dirty="0">
                <a:solidFill>
                  <a:srgbClr val="000F7E"/>
                </a:solidFill>
                <a:latin typeface="Arial" panose="020B0604020202020204" pitchFamily="34" charset="0"/>
                <a:ea typeface="Source Sans Pro" panose="020B0503030403020204" pitchFamily="34" charset="0"/>
              </a:rPr>
              <a:t>Figure  6. Performance when optimizing reservoir operations</a:t>
            </a:r>
            <a:endParaRPr lang="en-US" sz="2550" dirty="0">
              <a:solidFill>
                <a:srgbClr val="000F7E"/>
              </a:solidFill>
              <a:latin typeface="Arial" panose="020B0604020202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8" name="Text Box 180">
            <a:extLst>
              <a:ext uri="{FF2B5EF4-FFF2-40B4-BE49-F238E27FC236}">
                <a16:creationId xmlns:a16="http://schemas.microsoft.com/office/drawing/2014/main" id="{0C3DAF00-76DE-D750-3140-AD6B085EBA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88735" y="14537948"/>
            <a:ext cx="4325075" cy="4478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54854" tIns="27427" rIns="54854" bIns="27427" anchor="ctr" anchorCtr="0">
            <a:spAutoFit/>
          </a:bodyPr>
          <a:lstStyle/>
          <a:p>
            <a:pPr algn="ctr" eaLnBrk="1" hangingPunct="1"/>
            <a:r>
              <a:rPr lang="en-US" sz="2550" b="1" dirty="0">
                <a:solidFill>
                  <a:srgbClr val="000F7E"/>
                </a:solidFill>
                <a:latin typeface="Arial" panose="020B0604020202020204" pitchFamily="34" charset="0"/>
                <a:ea typeface="Source Sans Pro" panose="020B0503030403020204" pitchFamily="34" charset="0"/>
              </a:rPr>
              <a:t>Figure  1. Navajo Reservoir</a:t>
            </a:r>
            <a:endParaRPr lang="en-US" sz="2550" dirty="0">
              <a:solidFill>
                <a:srgbClr val="000F7E"/>
              </a:solidFill>
              <a:latin typeface="Arial" panose="020B0604020202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AA4DE6-4F4A-6A83-36CB-551F686D1F3F}"/>
              </a:ext>
            </a:extLst>
          </p:cNvPr>
          <p:cNvSpPr txBox="1"/>
          <p:nvPr/>
        </p:nvSpPr>
        <p:spPr>
          <a:xfrm>
            <a:off x="43188670" y="535485"/>
            <a:ext cx="7075433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5400" b="1" dirty="0">
                <a:latin typeface="Arial"/>
                <a:ea typeface="Calibri"/>
                <a:cs typeface="Arial"/>
              </a:rPr>
              <a:t>Poster# </a:t>
            </a:r>
            <a:endParaRPr lang="en-US" sz="5400" b="1" dirty="0">
              <a:latin typeface="Arial"/>
              <a:cs typeface="Arial"/>
            </a:endParaRPr>
          </a:p>
        </p:txBody>
      </p:sp>
      <p:sp>
        <p:nvSpPr>
          <p:cNvPr id="46" name="Text Box 180">
            <a:extLst>
              <a:ext uri="{FF2B5EF4-FFF2-40B4-BE49-F238E27FC236}">
                <a16:creationId xmlns:a16="http://schemas.microsoft.com/office/drawing/2014/main" id="{B4B35F54-D66D-DFF1-14CA-7ACD3D5BC8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58940" y="23612263"/>
            <a:ext cx="5757069" cy="4478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54854" tIns="27427" rIns="54854" bIns="27427" anchor="ctr" anchorCtr="0">
            <a:spAutoFit/>
          </a:bodyPr>
          <a:lstStyle/>
          <a:p>
            <a:pPr algn="ctr" eaLnBrk="1" hangingPunct="1"/>
            <a:r>
              <a:rPr lang="en-US" sz="2550" b="1" dirty="0">
                <a:solidFill>
                  <a:srgbClr val="000F7E"/>
                </a:solidFill>
                <a:latin typeface="Arial" panose="020B0604020202020204" pitchFamily="34" charset="0"/>
                <a:ea typeface="Source Sans Pro" panose="020B0503030403020204" pitchFamily="34" charset="0"/>
              </a:rPr>
              <a:t>Figure  2. Proposed DRL Framework</a:t>
            </a:r>
            <a:endParaRPr lang="en-US" sz="2550" dirty="0">
              <a:solidFill>
                <a:srgbClr val="000F7E"/>
              </a:solidFill>
              <a:latin typeface="Arial" panose="020B0604020202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EF84240B-E968-D862-FB15-F1580F8F84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94631" y="7778258"/>
            <a:ext cx="13561506" cy="4459861"/>
          </a:xfrm>
          <a:prstGeom prst="rect">
            <a:avLst/>
          </a:prstGeom>
        </p:spPr>
      </p:pic>
      <p:sp>
        <p:nvSpPr>
          <p:cNvPr id="9" name="Text Box 180">
            <a:extLst>
              <a:ext uri="{FF2B5EF4-FFF2-40B4-BE49-F238E27FC236}">
                <a16:creationId xmlns:a16="http://schemas.microsoft.com/office/drawing/2014/main" id="{910748D7-AB59-AF5C-42B2-3305A373A8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47589" y="21201131"/>
            <a:ext cx="5283477" cy="4478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54854" tIns="27427" rIns="54854" bIns="27427" anchor="ctr" anchorCtr="0">
            <a:spAutoFit/>
          </a:bodyPr>
          <a:lstStyle/>
          <a:p>
            <a:pPr algn="ctr" eaLnBrk="1" hangingPunct="1"/>
            <a:r>
              <a:rPr lang="en-US" sz="2550" b="1" dirty="0">
                <a:solidFill>
                  <a:srgbClr val="000F7E"/>
                </a:solidFill>
                <a:latin typeface="Arial" panose="020B0604020202020204" pitchFamily="34" charset="0"/>
                <a:ea typeface="Source Sans Pro" panose="020B0503030403020204" pitchFamily="34" charset="0"/>
              </a:rPr>
              <a:t>Figure  4. TD3 Agent Architecture</a:t>
            </a:r>
            <a:endParaRPr lang="en-US" sz="2550" dirty="0">
              <a:solidFill>
                <a:srgbClr val="000F7E"/>
              </a:solidFill>
              <a:latin typeface="Arial" panose="020B0604020202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2" name="Picture 1" descr="A diagram of a river flowing through a dam&#10;&#10;AI-generated content may be incorrect.">
            <a:extLst>
              <a:ext uri="{FF2B5EF4-FFF2-40B4-BE49-F238E27FC236}">
                <a16:creationId xmlns:a16="http://schemas.microsoft.com/office/drawing/2014/main" id="{946E474E-B725-3ED0-E36F-3F1D18C2E8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2749" y="15208438"/>
            <a:ext cx="7322484" cy="7794224"/>
          </a:xfrm>
          <a:prstGeom prst="rect">
            <a:avLst/>
          </a:prstGeom>
        </p:spPr>
      </p:pic>
      <p:pic>
        <p:nvPicPr>
          <p:cNvPr id="3" name="Picture 2" descr="A diagram of a business&#10;&#10;AI-generated content may be incorrect.">
            <a:extLst>
              <a:ext uri="{FF2B5EF4-FFF2-40B4-BE49-F238E27FC236}">
                <a16:creationId xmlns:a16="http://schemas.microsoft.com/office/drawing/2014/main" id="{445851E9-580C-8E6D-F1EF-F61F5A9375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9096" y="15204677"/>
            <a:ext cx="7407961" cy="7801746"/>
          </a:xfrm>
          <a:prstGeom prst="rect">
            <a:avLst/>
          </a:prstGeom>
        </p:spPr>
      </p:pic>
      <p:pic>
        <p:nvPicPr>
          <p:cNvPr id="4" name="Picture 3" descr="A map of a river and a river&#10;&#10;AI-generated content may be incorrect.">
            <a:extLst>
              <a:ext uri="{FF2B5EF4-FFF2-40B4-BE49-F238E27FC236}">
                <a16:creationId xmlns:a16="http://schemas.microsoft.com/office/drawing/2014/main" id="{3A84BF87-4DE8-9E75-A3C8-3C76D1C5EA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32568" y="7748068"/>
            <a:ext cx="14671932" cy="6761390"/>
          </a:xfrm>
          <a:prstGeom prst="rect">
            <a:avLst/>
          </a:prstGeom>
        </p:spPr>
      </p:pic>
      <p:pic>
        <p:nvPicPr>
          <p:cNvPr id="5" name="Picture 4" descr="A graph of a number of data&#10;&#10;AI-generated content may be incorrect.">
            <a:extLst>
              <a:ext uri="{FF2B5EF4-FFF2-40B4-BE49-F238E27FC236}">
                <a16:creationId xmlns:a16="http://schemas.microsoft.com/office/drawing/2014/main" id="{E4CB0BC0-8866-A15A-9D01-71755EACE8C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060202" y="13843721"/>
            <a:ext cx="14218361" cy="7811901"/>
          </a:xfrm>
          <a:prstGeom prst="rect">
            <a:avLst/>
          </a:prstGeom>
        </p:spPr>
      </p:pic>
      <p:pic>
        <p:nvPicPr>
          <p:cNvPr id="7" name="Picture 6" descr="A graph showing the difference between storage and storage&#10;&#10;AI-generated content may be incorrect.">
            <a:extLst>
              <a:ext uri="{FF2B5EF4-FFF2-40B4-BE49-F238E27FC236}">
                <a16:creationId xmlns:a16="http://schemas.microsoft.com/office/drawing/2014/main" id="{FA7A193A-7CB3-65B4-A492-9A200CA28E6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198610" y="13408705"/>
            <a:ext cx="14132638" cy="790714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9F807E3-E34D-E6AD-9D51-8E19D748FCC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047302" y="6070164"/>
            <a:ext cx="13152413" cy="6912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14246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F6F93EB-7F3B-4A14-B1E2-4DE56FC37C18}">
  <we:reference id="wa104379997" version="3.0.0.0" store="en-US" storeType="OMEX"/>
  <we:alternateReferences>
    <we:reference id="wa104379997" version="3.0.0.0" store="WA104379997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ED813CE87E6DC458673F5CE91D7B4E7" ma:contentTypeVersion="4" ma:contentTypeDescription="Create a new document." ma:contentTypeScope="" ma:versionID="01a0d4bcc1060664e60be46844c8eacd">
  <xsd:schema xmlns:xsd="http://www.w3.org/2001/XMLSchema" xmlns:xs="http://www.w3.org/2001/XMLSchema" xmlns:p="http://schemas.microsoft.com/office/2006/metadata/properties" xmlns:ns2="eda0fd80-7bea-4e71-93e5-fa0710803960" targetNamespace="http://schemas.microsoft.com/office/2006/metadata/properties" ma:root="true" ma:fieldsID="93fa05a104cedf0315155f83b2433f3c" ns2:_="">
    <xsd:import namespace="eda0fd80-7bea-4e71-93e5-fa071080396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a0fd80-7bea-4e71-93e5-fa071080396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9E601FB0-E46F-47B8-B55A-DE9C75D513F1}">
  <ds:schemaRefs>
    <ds:schemaRef ds:uri="eda0fd80-7bea-4e71-93e5-fa071080396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5E39AC0-B101-4A60-A461-0525AFB44DB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70974D4-1F76-4CF6-A756-B3CEE664298D}">
  <ds:schemaRefs>
    <ds:schemaRef ds:uri="http://schemas.microsoft.com/office/infopath/2007/PartnerControls"/>
    <ds:schemaRef ds:uri="http://schemas.openxmlformats.org/package/2006/metadata/core-properties"/>
    <ds:schemaRef ds:uri="eda0fd80-7bea-4e71-93e5-fa0710803960"/>
    <ds:schemaRef ds:uri="http://www.w3.org/XML/1998/namespace"/>
    <ds:schemaRef ds:uri="http://purl.org/dc/elements/1.1/"/>
    <ds:schemaRef ds:uri="http://schemas.microsoft.com/office/2006/metadata/properties"/>
    <ds:schemaRef ds:uri="http://schemas.microsoft.com/office/2006/documentManagement/types"/>
    <ds:schemaRef ds:uri="http://purl.org/dc/dcmitype/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4434</TotalTime>
  <Words>1047</Words>
  <Application>Microsoft Office PowerPoint</Application>
  <PresentationFormat>Custom</PresentationFormat>
  <Paragraphs>34</Paragraphs>
  <Slides>1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Office Theme</vt:lpstr>
      <vt:lpstr>PowerPoint Presentation</vt:lpstr>
    </vt:vector>
  </TitlesOfParts>
  <Company>LANL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z210424</dc:creator>
  <cp:lastModifiedBy>Shubhendu Kumar Singh</cp:lastModifiedBy>
  <cp:revision>208</cp:revision>
  <dcterms:created xsi:type="dcterms:W3CDTF">2014-07-21T16:08:02Z</dcterms:created>
  <dcterms:modified xsi:type="dcterms:W3CDTF">2025-10-01T06:17:33Z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0x0101003ED813CE87E6DC458673F5CE91D7B4E7</vt:lpwstr>
  </property>
</Properties>
</file>
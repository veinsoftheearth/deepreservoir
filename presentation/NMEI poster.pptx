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4_8500D672.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sldIdLst>
    <p:sldId id="260" r:id="rId5"/>
  </p:sldIdLst>
  <p:sldSz cx="51206400" cy="25603200"/>
  <p:notesSz cx="6858000" cy="9144000"/>
  <p:defaultTextStyle>
    <a:defPPr>
      <a:defRPr lang="en-US"/>
    </a:defPPr>
    <a:lvl1pPr marL="0" algn="l" defTabSz="2090044" rtl="0" eaLnBrk="1" latinLnBrk="0" hangingPunct="1">
      <a:defRPr sz="8200" kern="1200">
        <a:solidFill>
          <a:schemeClr val="tx1"/>
        </a:solidFill>
        <a:latin typeface="+mn-lt"/>
        <a:ea typeface="+mn-ea"/>
        <a:cs typeface="+mn-cs"/>
      </a:defRPr>
    </a:lvl1pPr>
    <a:lvl2pPr marL="2090044" algn="l" defTabSz="2090044" rtl="0" eaLnBrk="1" latinLnBrk="0" hangingPunct="1">
      <a:defRPr sz="8200" kern="1200">
        <a:solidFill>
          <a:schemeClr val="tx1"/>
        </a:solidFill>
        <a:latin typeface="+mn-lt"/>
        <a:ea typeface="+mn-ea"/>
        <a:cs typeface="+mn-cs"/>
      </a:defRPr>
    </a:lvl2pPr>
    <a:lvl3pPr marL="4180088" algn="l" defTabSz="2090044" rtl="0" eaLnBrk="1" latinLnBrk="0" hangingPunct="1">
      <a:defRPr sz="8200" kern="1200">
        <a:solidFill>
          <a:schemeClr val="tx1"/>
        </a:solidFill>
        <a:latin typeface="+mn-lt"/>
        <a:ea typeface="+mn-ea"/>
        <a:cs typeface="+mn-cs"/>
      </a:defRPr>
    </a:lvl3pPr>
    <a:lvl4pPr marL="6270132" algn="l" defTabSz="2090044" rtl="0" eaLnBrk="1" latinLnBrk="0" hangingPunct="1">
      <a:defRPr sz="8200" kern="1200">
        <a:solidFill>
          <a:schemeClr val="tx1"/>
        </a:solidFill>
        <a:latin typeface="+mn-lt"/>
        <a:ea typeface="+mn-ea"/>
        <a:cs typeface="+mn-cs"/>
      </a:defRPr>
    </a:lvl4pPr>
    <a:lvl5pPr marL="8360176" algn="l" defTabSz="2090044" rtl="0" eaLnBrk="1" latinLnBrk="0" hangingPunct="1">
      <a:defRPr sz="8200" kern="1200">
        <a:solidFill>
          <a:schemeClr val="tx1"/>
        </a:solidFill>
        <a:latin typeface="+mn-lt"/>
        <a:ea typeface="+mn-ea"/>
        <a:cs typeface="+mn-cs"/>
      </a:defRPr>
    </a:lvl5pPr>
    <a:lvl6pPr marL="10450220" algn="l" defTabSz="2090044" rtl="0" eaLnBrk="1" latinLnBrk="0" hangingPunct="1">
      <a:defRPr sz="8200" kern="1200">
        <a:solidFill>
          <a:schemeClr val="tx1"/>
        </a:solidFill>
        <a:latin typeface="+mn-lt"/>
        <a:ea typeface="+mn-ea"/>
        <a:cs typeface="+mn-cs"/>
      </a:defRPr>
    </a:lvl6pPr>
    <a:lvl7pPr marL="12540264" algn="l" defTabSz="2090044" rtl="0" eaLnBrk="1" latinLnBrk="0" hangingPunct="1">
      <a:defRPr sz="8200" kern="1200">
        <a:solidFill>
          <a:schemeClr val="tx1"/>
        </a:solidFill>
        <a:latin typeface="+mn-lt"/>
        <a:ea typeface="+mn-ea"/>
        <a:cs typeface="+mn-cs"/>
      </a:defRPr>
    </a:lvl7pPr>
    <a:lvl8pPr marL="14630309" algn="l" defTabSz="2090044" rtl="0" eaLnBrk="1" latinLnBrk="0" hangingPunct="1">
      <a:defRPr sz="8200" kern="1200">
        <a:solidFill>
          <a:schemeClr val="tx1"/>
        </a:solidFill>
        <a:latin typeface="+mn-lt"/>
        <a:ea typeface="+mn-ea"/>
        <a:cs typeface="+mn-cs"/>
      </a:defRPr>
    </a:lvl8pPr>
    <a:lvl9pPr marL="16720353" algn="l" defTabSz="2090044"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98" userDrawn="1">
          <p15:clr>
            <a:srgbClr val="A4A3A4"/>
          </p15:clr>
        </p15:guide>
        <p15:guide id="2" pos="16128" userDrawn="1">
          <p15:clr>
            <a:srgbClr val="A4A3A4"/>
          </p15:clr>
        </p15:guide>
        <p15:guide id="3" orient="horz" pos="2842" userDrawn="1">
          <p15:clr>
            <a:srgbClr val="A4A3A4"/>
          </p15:clr>
        </p15:guide>
        <p15:guide id="4" orient="horz" pos="2256" userDrawn="1">
          <p15:clr>
            <a:srgbClr val="A4A3A4"/>
          </p15:clr>
        </p15:guide>
        <p15:guide id="5" orient="horz" pos="691" userDrawn="1">
          <p15:clr>
            <a:srgbClr val="A4A3A4"/>
          </p15:clr>
        </p15:guide>
        <p15:guide id="6" orient="horz" pos="15437" userDrawn="1">
          <p15:clr>
            <a:srgbClr val="A4A3A4"/>
          </p15:clr>
        </p15:guide>
        <p15:guide id="7" pos="1075" userDrawn="1">
          <p15:clr>
            <a:srgbClr val="A4A3A4"/>
          </p15:clr>
        </p15:guide>
        <p15:guide id="8" pos="11469" userDrawn="1">
          <p15:clr>
            <a:srgbClr val="A4A3A4"/>
          </p15:clr>
        </p15:guide>
        <p15:guide id="9" pos="10364" userDrawn="1">
          <p15:clr>
            <a:srgbClr val="A4A3A4"/>
          </p15:clr>
        </p15:guide>
        <p15:guide id="10" pos="20787" userDrawn="1">
          <p15:clr>
            <a:srgbClr val="A4A3A4"/>
          </p15:clr>
        </p15:guide>
        <p15:guide id="11" pos="21862" userDrawn="1">
          <p15:clr>
            <a:srgbClr val="A4A3A4"/>
          </p15:clr>
        </p15:guide>
        <p15:guide id="12" pos="31181" userDrawn="1">
          <p15:clr>
            <a:srgbClr val="A4A3A4"/>
          </p15:clr>
        </p15:guide>
        <p15:guide id="13" orient="horz" pos="8064" userDrawn="1">
          <p15:clr>
            <a:srgbClr val="A4A3A4"/>
          </p15:clr>
        </p15:guide>
        <p15:guide id="14" orient="horz" pos="1570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2974E2B-5383-32DD-24F6-33C348A4B0EB}" name="Schwenk, Jon" initials="SJ" userId="S::318596@win.lanl.gov::6952cf40-284c-4caf-acb5-0151d1ffed7f" providerId="AD"/>
  <p188:author id="{27B653C9-5520-470E-BC43-29604B0E15AF}" name="Ranasinghe, Nishath Rajiv" initials="RN" userId="S::301753@win.lanl.gov::3631b851-cc99-4963-9184-74623e64028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1"/>
    <a:srgbClr val="CDD1E2"/>
    <a:srgbClr val="F1EFF7"/>
    <a:srgbClr val="000F7E"/>
    <a:srgbClr val="1D75AF"/>
    <a:srgbClr val="292D78"/>
    <a:srgbClr val="4B89DA"/>
    <a:srgbClr val="0D1B74"/>
    <a:srgbClr val="0E1132"/>
    <a:srgbClr val="E3A63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BD5762-262A-D925-6930-8146EFFC5403}" v="151" dt="2025-10-15T21:44:47.431"/>
    <p1510:client id="{1BCF7DCA-A066-296C-24ED-52B2BE935EDF}" v="13" dt="2025-10-14T14:34:53.916"/>
    <p1510:client id="{4C8BC469-A587-8FFE-1711-C9EA1B132A7B}" v="1" dt="2025-10-15T21:04:36.435"/>
    <p1510:client id="{96D0F504-5D56-BE58-D285-992EEFF5CB2A}" v="7046" dt="2025-10-16T04:37:23.4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5898"/>
        <p:guide pos="16128"/>
        <p:guide orient="horz" pos="2842"/>
        <p:guide orient="horz" pos="2256"/>
        <p:guide orient="horz" pos="691"/>
        <p:guide orient="horz" pos="15437"/>
        <p:guide pos="1075"/>
        <p:guide pos="11469"/>
        <p:guide pos="10364"/>
        <p:guide pos="20787"/>
        <p:guide pos="21862"/>
        <p:guide pos="31181"/>
        <p:guide orient="horz" pos="8064"/>
        <p:guide orient="horz" pos="15706"/>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omments/modernComment_104_8500D672.xml><?xml version="1.0" encoding="utf-8"?>
<p188:cmLst xmlns:a="http://schemas.openxmlformats.org/drawingml/2006/main" xmlns:r="http://schemas.openxmlformats.org/officeDocument/2006/relationships" xmlns:p188="http://schemas.microsoft.com/office/powerpoint/2018/8/main">
  <p188:cm id="{1DB607E3-66F4-4AF5-948D-24D95CF7B46E}" authorId="{02974E2B-5383-32DD-24F6-33C348A4B0EB}" created="2025-10-13T22:16:57.669">
    <ac:deMkLst xmlns:ac="http://schemas.microsoft.com/office/drawing/2013/main/command">
      <pc:docMk xmlns:pc="http://schemas.microsoft.com/office/powerpoint/2013/main/command"/>
      <pc:sldMk xmlns:pc="http://schemas.microsoft.com/office/powerpoint/2013/main/command" cId="2231424626" sldId="260"/>
      <ac:spMk id="46" creationId="{B4B35F54-D66D-DFF1-14CA-7ACD3D5BC8F9}"/>
    </ac:deMkLst>
    <p188:txBody>
      <a:bodyPr/>
      <a:lstStyle/>
      <a:p>
        <a:r>
          <a:rPr lang="en-US"/>
          <a:t>combine figure 2 + 3 into one. one caption. explain that the PPO part is what's innovative.</a:t>
        </a:r>
      </a:p>
    </p188:txBody>
  </p188:cm>
  <p188:cm id="{7EF9D6BE-FD97-4FCD-A561-82DE1C1FC0AC}" authorId="{02974E2B-5383-32DD-24F6-33C348A4B0EB}" status="resolved" created="2025-10-13T22:17:21.028" complete="100000">
    <pc:sldMkLst xmlns:pc="http://schemas.microsoft.com/office/powerpoint/2013/main/command">
      <pc:docMk/>
      <pc:sldMk cId="2231424626" sldId="260"/>
    </pc:sldMkLst>
    <p188:txBody>
      <a:bodyPr/>
      <a:lstStyle/>
      <a:p>
        <a:r>
          <a:rPr lang="en-US"/>
          <a:t>as-is this looks like it's under methodology. make sure it's clear it's part of results.</a:t>
        </a:r>
      </a:p>
    </p188:txBody>
  </p188:cm>
  <p188:cm id="{3E915F97-3621-4644-BCBE-9834AB396CE5}" authorId="{02974E2B-5383-32DD-24F6-33C348A4B0EB}" created="2025-10-13T22:20:38.145">
    <ac:deMkLst xmlns:ac="http://schemas.microsoft.com/office/drawing/2013/main/command">
      <pc:docMk xmlns:pc="http://schemas.microsoft.com/office/powerpoint/2013/main/command"/>
      <pc:sldMk xmlns:pc="http://schemas.microsoft.com/office/powerpoint/2013/main/command" cId="2231424626" sldId="260"/>
      <ac:picMk id="5" creationId="{7FC52576-7344-0C01-317A-96463381A182}"/>
    </ac:deMkLst>
    <p188:txBody>
      <a:bodyPr/>
      <a:lstStyle/>
      <a:p>
        <a:r>
          <a:rPr lang="en-US"/>
          <a:t>captions need to be more appealing/descriptive. move this figure to the end (after the other two objective figures).</a:t>
        </a:r>
      </a:p>
    </p188:txBody>
  </p188:cm>
  <p188:cm id="{673E1D26-06EE-49ED-98DB-EE009D113A53}" authorId="{02974E2B-5383-32DD-24F6-33C348A4B0EB}" created="2025-10-13T22:21:29.644">
    <ac:deMkLst xmlns:ac="http://schemas.microsoft.com/office/drawing/2013/main/command">
      <pc:docMk xmlns:pc="http://schemas.microsoft.com/office/powerpoint/2013/main/command"/>
      <pc:sldMk xmlns:pc="http://schemas.microsoft.com/office/powerpoint/2013/main/command" cId="2231424626" sldId="260"/>
      <ac:spMk id="58" creationId="{D5CD02D4-B0DA-AE46-B851-779AD0464A18}"/>
    </ac:deMkLst>
    <p188:txBody>
      <a:bodyPr/>
      <a:lstStyle/>
      <a:p>
        <a:r>
          <a:rPr lang="en-US"/>
          <a:t>use white paper as guide. beef these up.</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rial" panose="020B0604020202020204" pitchFamily="34" charset="0"/>
              </a:defRPr>
            </a:lvl1pPr>
          </a:lstStyle>
          <a:p>
            <a:fld id="{C64D7CA3-7008-7349-8B55-6C7D24D241FF}" type="datetimeFigureOut">
              <a:rPr lang="en-US" smtClean="0"/>
              <a:pPr/>
              <a:t>10/15/2025</a:t>
            </a:fld>
            <a:endParaRPr lang="en-US"/>
          </a:p>
        </p:txBody>
      </p:sp>
      <p:sp>
        <p:nvSpPr>
          <p:cNvPr id="4" name="Slide Image Placeholder 3"/>
          <p:cNvSpPr>
            <a:spLocks noGrp="1" noRot="1" noChangeAspect="1"/>
          </p:cNvSpPr>
          <p:nvPr>
            <p:ph type="sldImg" idx="2"/>
          </p:nvPr>
        </p:nvSpPr>
        <p:spPr>
          <a:xfrm>
            <a:off x="0" y="685800"/>
            <a:ext cx="6858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B85F00F-E729-F041-A446-F7796B903D27}" type="slidenum">
              <a:rPr lang="en-US" smtClean="0"/>
              <a:pPr/>
              <a:t>‹#›</a:t>
            </a:fld>
            <a:endParaRPr lang="en-US"/>
          </a:p>
        </p:txBody>
      </p:sp>
    </p:spTree>
    <p:extLst>
      <p:ext uri="{BB962C8B-B14F-4D97-AF65-F5344CB8AC3E}">
        <p14:creationId xmlns:p14="http://schemas.microsoft.com/office/powerpoint/2010/main" val="1529025436"/>
      </p:ext>
    </p:extLst>
  </p:cSld>
  <p:clrMap bg1="lt1" tx1="dk1" bg2="lt2" tx2="dk2" accent1="accent1" accent2="accent2" accent3="accent3" accent4="accent4" accent5="accent5" accent6="accent6" hlink="hlink" folHlink="folHlink"/>
  <p:notesStyle>
    <a:lvl1pPr marL="0" algn="l" defTabSz="2090044" rtl="0" eaLnBrk="1" latinLnBrk="0" hangingPunct="1">
      <a:defRPr sz="5500" b="0" i="0" kern="1200">
        <a:solidFill>
          <a:schemeClr val="tx1"/>
        </a:solidFill>
        <a:latin typeface="Arial" panose="020B0604020202020204" pitchFamily="34" charset="0"/>
        <a:ea typeface="+mn-ea"/>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685800"/>
            <a:ext cx="6858000" cy="3429000"/>
          </a:xfrm>
        </p:spPr>
      </p:sp>
      <p:sp>
        <p:nvSpPr>
          <p:cNvPr id="3" name="Notes Placeholder 2"/>
          <p:cNvSpPr>
            <a:spLocks noGrp="1"/>
          </p:cNvSpPr>
          <p:nvPr>
            <p:ph type="body" idx="1"/>
          </p:nvPr>
        </p:nvSpPr>
        <p:spPr/>
        <p:txBody>
          <a:bodyPr/>
          <a:lstStyle/>
          <a:p>
            <a:r>
              <a:rPr lang="en-US"/>
              <a:t>Original Size 45x35</a:t>
            </a:r>
          </a:p>
        </p:txBody>
      </p:sp>
      <p:sp>
        <p:nvSpPr>
          <p:cNvPr id="4" name="Slide Number Placeholder 3"/>
          <p:cNvSpPr>
            <a:spLocks noGrp="1"/>
          </p:cNvSpPr>
          <p:nvPr>
            <p:ph type="sldNum" sz="quarter" idx="10"/>
          </p:nvPr>
        </p:nvSpPr>
        <p:spPr/>
        <p:txBody>
          <a:bodyPr/>
          <a:lstStyle/>
          <a:p>
            <a:fld id="{DB85F00F-E729-F041-A446-F7796B903D27}" type="slidenum">
              <a:rPr lang="en-US" smtClean="0"/>
              <a:t>1</a:t>
            </a:fld>
            <a:endParaRPr lang="en-US"/>
          </a:p>
        </p:txBody>
      </p:sp>
    </p:spTree>
    <p:extLst>
      <p:ext uri="{BB962C8B-B14F-4D97-AF65-F5344CB8AC3E}">
        <p14:creationId xmlns:p14="http://schemas.microsoft.com/office/powerpoint/2010/main" val="1491265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762316F-6342-8C4E-ADCB-0BD41831ABF6}"/>
              </a:ext>
            </a:extLst>
          </p:cNvPr>
          <p:cNvSpPr/>
          <p:nvPr userDrawn="1"/>
        </p:nvSpPr>
        <p:spPr>
          <a:xfrm>
            <a:off x="0" y="24140160"/>
            <a:ext cx="51206400" cy="1463040"/>
          </a:xfrm>
          <a:prstGeom prst="rect">
            <a:avLst/>
          </a:prstGeom>
          <a:solidFill>
            <a:srgbClr val="000F7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560">
              <a:latin typeface="Arial" panose="020B0604020202020204" pitchFamily="34" charset="0"/>
            </a:endParaRPr>
          </a:p>
        </p:txBody>
      </p:sp>
      <p:pic>
        <p:nvPicPr>
          <p:cNvPr id="8" name="Picture 7">
            <a:extLst>
              <a:ext uri="{FF2B5EF4-FFF2-40B4-BE49-F238E27FC236}">
                <a16:creationId xmlns:a16="http://schemas.microsoft.com/office/drawing/2014/main" id="{EABF9324-7FE6-DF47-95BF-B8FE0D26E9DB}"/>
              </a:ext>
            </a:extLst>
          </p:cNvPr>
          <p:cNvPicPr>
            <a:picLocks noChangeAspect="1"/>
          </p:cNvPicPr>
          <p:nvPr userDrawn="1"/>
        </p:nvPicPr>
        <p:blipFill>
          <a:blip r:embed="rId2"/>
          <a:stretch>
            <a:fillRect/>
          </a:stretch>
        </p:blipFill>
        <p:spPr>
          <a:xfrm>
            <a:off x="1456538" y="24313414"/>
            <a:ext cx="5547360" cy="1097280"/>
          </a:xfrm>
          <a:prstGeom prst="rect">
            <a:avLst/>
          </a:prstGeom>
        </p:spPr>
      </p:pic>
      <p:pic>
        <p:nvPicPr>
          <p:cNvPr id="9" name="Picture 8">
            <a:extLst>
              <a:ext uri="{FF2B5EF4-FFF2-40B4-BE49-F238E27FC236}">
                <a16:creationId xmlns:a16="http://schemas.microsoft.com/office/drawing/2014/main" id="{7C8FAA73-A168-F34C-9243-979EB8C420B6}"/>
              </a:ext>
            </a:extLst>
          </p:cNvPr>
          <p:cNvPicPr>
            <a:picLocks noChangeAspect="1"/>
          </p:cNvPicPr>
          <p:nvPr userDrawn="1"/>
        </p:nvPicPr>
        <p:blipFill>
          <a:blip r:embed="rId3"/>
          <a:stretch>
            <a:fillRect/>
          </a:stretch>
        </p:blipFill>
        <p:spPr>
          <a:xfrm>
            <a:off x="7676858" y="24275237"/>
            <a:ext cx="4043449" cy="1193582"/>
          </a:xfrm>
          <a:prstGeom prst="rect">
            <a:avLst/>
          </a:prstGeom>
        </p:spPr>
      </p:pic>
      <p:sp>
        <p:nvSpPr>
          <p:cNvPr id="10" name="TextBox 9">
            <a:extLst>
              <a:ext uri="{FF2B5EF4-FFF2-40B4-BE49-F238E27FC236}">
                <a16:creationId xmlns:a16="http://schemas.microsoft.com/office/drawing/2014/main" id="{AD7A0E4C-B04D-274F-B644-CE9BF827AD6D}"/>
              </a:ext>
            </a:extLst>
          </p:cNvPr>
          <p:cNvSpPr txBox="1"/>
          <p:nvPr userDrawn="1"/>
        </p:nvSpPr>
        <p:spPr>
          <a:xfrm>
            <a:off x="12704241" y="24755444"/>
            <a:ext cx="11004977" cy="221599"/>
          </a:xfrm>
          <a:prstGeom prst="rect">
            <a:avLst/>
          </a:prstGeom>
          <a:noFill/>
        </p:spPr>
        <p:txBody>
          <a:bodyPr wrap="square" lIns="0" tIns="0" rIns="0" bIns="0" rtlCol="0">
            <a:spAutoFit/>
          </a:bodyPr>
          <a:lstStyle/>
          <a:p>
            <a:r>
              <a:rPr lang="en-US" sz="1440">
                <a:solidFill>
                  <a:schemeClr val="bg1"/>
                </a:solidFill>
                <a:latin typeface="Arial" panose="020B0604020202020204" pitchFamily="34" charset="0"/>
                <a:cs typeface="Arial" panose="020B0604020202020204" pitchFamily="34" charset="0"/>
              </a:rPr>
              <a:t>Managed by Triad National Security, LLC, for the U.S. Department of Energy’s NNSA.</a:t>
            </a:r>
          </a:p>
        </p:txBody>
      </p:sp>
    </p:spTree>
    <p:extLst>
      <p:ext uri="{BB962C8B-B14F-4D97-AF65-F5344CB8AC3E}">
        <p14:creationId xmlns:p14="http://schemas.microsoft.com/office/powerpoint/2010/main" val="2174501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60320" y="1025315"/>
            <a:ext cx="46085760" cy="42672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2560320" y="5974090"/>
            <a:ext cx="46085760" cy="1689692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560320" y="23730375"/>
            <a:ext cx="11948160" cy="1363134"/>
          </a:xfrm>
          <a:prstGeom prst="rect">
            <a:avLst/>
          </a:prstGeom>
        </p:spPr>
        <p:txBody>
          <a:bodyPr/>
          <a:lstStyle/>
          <a:p>
            <a:fld id="{2FD8D12E-95C4-274C-8538-6990C022EAF5}" type="datetimeFigureOut">
              <a:rPr lang="en-US" smtClean="0"/>
              <a:t>10/15/2025</a:t>
            </a:fld>
            <a:endParaRPr lang="en-US"/>
          </a:p>
        </p:txBody>
      </p:sp>
      <p:sp>
        <p:nvSpPr>
          <p:cNvPr id="5" name="Footer Placeholder 4"/>
          <p:cNvSpPr>
            <a:spLocks noGrp="1"/>
          </p:cNvSpPr>
          <p:nvPr>
            <p:ph type="ftr" sz="quarter" idx="11"/>
          </p:nvPr>
        </p:nvSpPr>
        <p:spPr>
          <a:xfrm>
            <a:off x="17495520" y="23730375"/>
            <a:ext cx="16215360" cy="1363134"/>
          </a:xfrm>
          <a:prstGeom prst="rect">
            <a:avLst/>
          </a:prstGeom>
        </p:spPr>
        <p:txBody>
          <a:bodyPr/>
          <a:lstStyle/>
          <a:p>
            <a:endParaRPr lang="en-US"/>
          </a:p>
        </p:txBody>
      </p:sp>
      <p:sp>
        <p:nvSpPr>
          <p:cNvPr id="6" name="Slide Number Placeholder 5"/>
          <p:cNvSpPr>
            <a:spLocks noGrp="1"/>
          </p:cNvSpPr>
          <p:nvPr>
            <p:ph type="sldNum" sz="quarter" idx="12"/>
          </p:nvPr>
        </p:nvSpPr>
        <p:spPr>
          <a:xfrm>
            <a:off x="36697920" y="23730375"/>
            <a:ext cx="11948160" cy="1363134"/>
          </a:xfrm>
          <a:prstGeom prst="rect">
            <a:avLst/>
          </a:prstGeom>
        </p:spPr>
        <p:txBody>
          <a:bodyPr/>
          <a:lstStyle/>
          <a:p>
            <a:fld id="{0B12AD88-E058-DF43-96A6-CB00B83CCF0D}" type="slidenum">
              <a:rPr lang="en-US" smtClean="0"/>
              <a:t>‹#›</a:t>
            </a:fld>
            <a:endParaRPr lang="en-US"/>
          </a:p>
        </p:txBody>
      </p:sp>
    </p:spTree>
    <p:extLst>
      <p:ext uri="{BB962C8B-B14F-4D97-AF65-F5344CB8AC3E}">
        <p14:creationId xmlns:p14="http://schemas.microsoft.com/office/powerpoint/2010/main" val="781375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044953" y="16452429"/>
            <a:ext cx="43525440" cy="5085080"/>
          </a:xfrm>
          <a:prstGeom prst="rect">
            <a:avLst/>
          </a:prstGeom>
        </p:spPr>
        <p:txBody>
          <a:bodyPr anchor="t"/>
          <a:lstStyle>
            <a:lvl1pPr algn="l">
              <a:defRPr sz="14640" b="1" cap="all"/>
            </a:lvl1pPr>
          </a:lstStyle>
          <a:p>
            <a:r>
              <a:rPr lang="en-US"/>
              <a:t>Click to edit Master title style</a:t>
            </a:r>
          </a:p>
        </p:txBody>
      </p:sp>
      <p:sp>
        <p:nvSpPr>
          <p:cNvPr id="3" name="Text Placeholder 2"/>
          <p:cNvSpPr>
            <a:spLocks noGrp="1"/>
          </p:cNvSpPr>
          <p:nvPr>
            <p:ph type="body" idx="1"/>
          </p:nvPr>
        </p:nvSpPr>
        <p:spPr>
          <a:xfrm>
            <a:off x="4044953" y="10851733"/>
            <a:ext cx="43525440" cy="5600698"/>
          </a:xfrm>
          <a:prstGeom prst="rect">
            <a:avLst/>
          </a:prstGeom>
        </p:spPr>
        <p:txBody>
          <a:bodyPr anchor="b"/>
          <a:lstStyle>
            <a:lvl1pPr marL="0" indent="0">
              <a:buNone/>
              <a:defRPr sz="7280">
                <a:solidFill>
                  <a:schemeClr val="tx1">
                    <a:tint val="75000"/>
                  </a:schemeClr>
                </a:solidFill>
              </a:defRPr>
            </a:lvl1pPr>
            <a:lvl2pPr marL="1672035" indent="0">
              <a:buNone/>
              <a:defRPr sz="6560">
                <a:solidFill>
                  <a:schemeClr val="tx1">
                    <a:tint val="75000"/>
                  </a:schemeClr>
                </a:solidFill>
              </a:defRPr>
            </a:lvl2pPr>
            <a:lvl3pPr marL="3344070" indent="0">
              <a:buNone/>
              <a:defRPr sz="5840">
                <a:solidFill>
                  <a:schemeClr val="tx1">
                    <a:tint val="75000"/>
                  </a:schemeClr>
                </a:solidFill>
              </a:defRPr>
            </a:lvl3pPr>
            <a:lvl4pPr marL="5016106" indent="0">
              <a:buNone/>
              <a:defRPr sz="5120">
                <a:solidFill>
                  <a:schemeClr val="tx1">
                    <a:tint val="75000"/>
                  </a:schemeClr>
                </a:solidFill>
              </a:defRPr>
            </a:lvl4pPr>
            <a:lvl5pPr marL="6688140" indent="0">
              <a:buNone/>
              <a:defRPr sz="5120">
                <a:solidFill>
                  <a:schemeClr val="tx1">
                    <a:tint val="75000"/>
                  </a:schemeClr>
                </a:solidFill>
              </a:defRPr>
            </a:lvl5pPr>
            <a:lvl6pPr marL="8360175" indent="0">
              <a:buNone/>
              <a:defRPr sz="5120">
                <a:solidFill>
                  <a:schemeClr val="tx1">
                    <a:tint val="75000"/>
                  </a:schemeClr>
                </a:solidFill>
              </a:defRPr>
            </a:lvl6pPr>
            <a:lvl7pPr marL="10032210" indent="0">
              <a:buNone/>
              <a:defRPr sz="5120">
                <a:solidFill>
                  <a:schemeClr val="tx1">
                    <a:tint val="75000"/>
                  </a:schemeClr>
                </a:solidFill>
              </a:defRPr>
            </a:lvl7pPr>
            <a:lvl8pPr marL="11704246" indent="0">
              <a:buNone/>
              <a:defRPr sz="5120">
                <a:solidFill>
                  <a:schemeClr val="tx1">
                    <a:tint val="75000"/>
                  </a:schemeClr>
                </a:solidFill>
              </a:defRPr>
            </a:lvl8pPr>
            <a:lvl9pPr marL="13376280" indent="0">
              <a:buNone/>
              <a:defRPr sz="51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2560320" y="23730375"/>
            <a:ext cx="11948160" cy="1363134"/>
          </a:xfrm>
          <a:prstGeom prst="rect">
            <a:avLst/>
          </a:prstGeom>
        </p:spPr>
        <p:txBody>
          <a:bodyPr/>
          <a:lstStyle/>
          <a:p>
            <a:fld id="{2FD8D12E-95C4-274C-8538-6990C022EAF5}" type="datetimeFigureOut">
              <a:rPr lang="en-US" smtClean="0"/>
              <a:t>10/15/2025</a:t>
            </a:fld>
            <a:endParaRPr lang="en-US"/>
          </a:p>
        </p:txBody>
      </p:sp>
      <p:sp>
        <p:nvSpPr>
          <p:cNvPr id="5" name="Footer Placeholder 4"/>
          <p:cNvSpPr>
            <a:spLocks noGrp="1"/>
          </p:cNvSpPr>
          <p:nvPr>
            <p:ph type="ftr" sz="quarter" idx="11"/>
          </p:nvPr>
        </p:nvSpPr>
        <p:spPr>
          <a:xfrm>
            <a:off x="17495520" y="23730375"/>
            <a:ext cx="16215360" cy="1363134"/>
          </a:xfrm>
          <a:prstGeom prst="rect">
            <a:avLst/>
          </a:prstGeom>
        </p:spPr>
        <p:txBody>
          <a:bodyPr/>
          <a:lstStyle/>
          <a:p>
            <a:endParaRPr lang="en-US"/>
          </a:p>
        </p:txBody>
      </p:sp>
      <p:sp>
        <p:nvSpPr>
          <p:cNvPr id="6" name="Slide Number Placeholder 5"/>
          <p:cNvSpPr>
            <a:spLocks noGrp="1"/>
          </p:cNvSpPr>
          <p:nvPr>
            <p:ph type="sldNum" sz="quarter" idx="12"/>
          </p:nvPr>
        </p:nvSpPr>
        <p:spPr>
          <a:xfrm>
            <a:off x="36697920" y="23730375"/>
            <a:ext cx="11948160" cy="1363134"/>
          </a:xfrm>
          <a:prstGeom prst="rect">
            <a:avLst/>
          </a:prstGeom>
        </p:spPr>
        <p:txBody>
          <a:bodyPr/>
          <a:lstStyle/>
          <a:p>
            <a:fld id="{0B12AD88-E058-DF43-96A6-CB00B83CCF0D}" type="slidenum">
              <a:rPr lang="en-US" smtClean="0"/>
              <a:t>‹#›</a:t>
            </a:fld>
            <a:endParaRPr lang="en-US"/>
          </a:p>
        </p:txBody>
      </p:sp>
    </p:spTree>
    <p:extLst>
      <p:ext uri="{BB962C8B-B14F-4D97-AF65-F5344CB8AC3E}">
        <p14:creationId xmlns:p14="http://schemas.microsoft.com/office/powerpoint/2010/main" val="2458824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560320" y="1025315"/>
            <a:ext cx="46085760" cy="42672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2560320" y="5974090"/>
            <a:ext cx="22616160" cy="16896929"/>
          </a:xfrm>
          <a:prstGeom prst="rect">
            <a:avLst/>
          </a:prstGeom>
        </p:spPr>
        <p:txBody>
          <a:bodyPr/>
          <a:lstStyle>
            <a:lvl1pPr>
              <a:defRPr sz="10240"/>
            </a:lvl1pPr>
            <a:lvl2pPr>
              <a:defRPr sz="8800"/>
            </a:lvl2pPr>
            <a:lvl3pPr>
              <a:defRPr sz="7280"/>
            </a:lvl3pPr>
            <a:lvl4pPr>
              <a:defRPr sz="6560"/>
            </a:lvl4pPr>
            <a:lvl5pPr>
              <a:defRPr sz="6560"/>
            </a:lvl5pPr>
            <a:lvl6pPr>
              <a:defRPr sz="6560"/>
            </a:lvl6pPr>
            <a:lvl7pPr>
              <a:defRPr sz="6560"/>
            </a:lvl7pPr>
            <a:lvl8pPr>
              <a:defRPr sz="6560"/>
            </a:lvl8pPr>
            <a:lvl9pPr>
              <a:defRPr sz="65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029920" y="5974090"/>
            <a:ext cx="22616160" cy="16896929"/>
          </a:xfrm>
          <a:prstGeom prst="rect">
            <a:avLst/>
          </a:prstGeom>
        </p:spPr>
        <p:txBody>
          <a:bodyPr/>
          <a:lstStyle>
            <a:lvl1pPr>
              <a:defRPr sz="10240"/>
            </a:lvl1pPr>
            <a:lvl2pPr>
              <a:defRPr sz="8800"/>
            </a:lvl2pPr>
            <a:lvl3pPr>
              <a:defRPr sz="7280"/>
            </a:lvl3pPr>
            <a:lvl4pPr>
              <a:defRPr sz="6560"/>
            </a:lvl4pPr>
            <a:lvl5pPr>
              <a:defRPr sz="6560"/>
            </a:lvl5pPr>
            <a:lvl6pPr>
              <a:defRPr sz="6560"/>
            </a:lvl6pPr>
            <a:lvl7pPr>
              <a:defRPr sz="6560"/>
            </a:lvl7pPr>
            <a:lvl8pPr>
              <a:defRPr sz="6560"/>
            </a:lvl8pPr>
            <a:lvl9pPr>
              <a:defRPr sz="65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2560320" y="23730375"/>
            <a:ext cx="11948160" cy="1363134"/>
          </a:xfrm>
          <a:prstGeom prst="rect">
            <a:avLst/>
          </a:prstGeom>
        </p:spPr>
        <p:txBody>
          <a:bodyPr/>
          <a:lstStyle/>
          <a:p>
            <a:fld id="{2FD8D12E-95C4-274C-8538-6990C022EAF5}" type="datetimeFigureOut">
              <a:rPr lang="en-US" smtClean="0"/>
              <a:t>10/15/2025</a:t>
            </a:fld>
            <a:endParaRPr lang="en-US"/>
          </a:p>
        </p:txBody>
      </p:sp>
      <p:sp>
        <p:nvSpPr>
          <p:cNvPr id="6" name="Footer Placeholder 5"/>
          <p:cNvSpPr>
            <a:spLocks noGrp="1"/>
          </p:cNvSpPr>
          <p:nvPr>
            <p:ph type="ftr" sz="quarter" idx="11"/>
          </p:nvPr>
        </p:nvSpPr>
        <p:spPr>
          <a:xfrm>
            <a:off x="17495520" y="23730375"/>
            <a:ext cx="16215360" cy="1363134"/>
          </a:xfrm>
          <a:prstGeom prst="rect">
            <a:avLst/>
          </a:prstGeom>
        </p:spPr>
        <p:txBody>
          <a:bodyPr/>
          <a:lstStyle/>
          <a:p>
            <a:endParaRPr lang="en-US"/>
          </a:p>
        </p:txBody>
      </p:sp>
      <p:sp>
        <p:nvSpPr>
          <p:cNvPr id="7" name="Slide Number Placeholder 6"/>
          <p:cNvSpPr>
            <a:spLocks noGrp="1"/>
          </p:cNvSpPr>
          <p:nvPr>
            <p:ph type="sldNum" sz="quarter" idx="12"/>
          </p:nvPr>
        </p:nvSpPr>
        <p:spPr>
          <a:xfrm>
            <a:off x="36697920" y="23730375"/>
            <a:ext cx="11948160" cy="1363134"/>
          </a:xfrm>
          <a:prstGeom prst="rect">
            <a:avLst/>
          </a:prstGeom>
        </p:spPr>
        <p:txBody>
          <a:bodyPr/>
          <a:lstStyle/>
          <a:p>
            <a:fld id="{0B12AD88-E058-DF43-96A6-CB00B83CCF0D}" type="slidenum">
              <a:rPr lang="en-US" smtClean="0"/>
              <a:t>‹#›</a:t>
            </a:fld>
            <a:endParaRPr lang="en-US"/>
          </a:p>
        </p:txBody>
      </p:sp>
    </p:spTree>
    <p:extLst>
      <p:ext uri="{BB962C8B-B14F-4D97-AF65-F5344CB8AC3E}">
        <p14:creationId xmlns:p14="http://schemas.microsoft.com/office/powerpoint/2010/main" val="2935236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560320" y="1025315"/>
            <a:ext cx="46085760" cy="426720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560320" y="5731090"/>
            <a:ext cx="22625053" cy="2388445"/>
          </a:xfrm>
          <a:prstGeom prst="rect">
            <a:avLst/>
          </a:prstGeom>
        </p:spPr>
        <p:txBody>
          <a:bodyPr anchor="b"/>
          <a:lstStyle>
            <a:lvl1pPr marL="0" indent="0">
              <a:buNone/>
              <a:defRPr sz="8800" b="1"/>
            </a:lvl1pPr>
            <a:lvl2pPr marL="1672035" indent="0">
              <a:buNone/>
              <a:defRPr sz="7280" b="1"/>
            </a:lvl2pPr>
            <a:lvl3pPr marL="3344070" indent="0">
              <a:buNone/>
              <a:defRPr sz="6560" b="1"/>
            </a:lvl3pPr>
            <a:lvl4pPr marL="5016106" indent="0">
              <a:buNone/>
              <a:defRPr sz="5840" b="1"/>
            </a:lvl4pPr>
            <a:lvl5pPr marL="6688140" indent="0">
              <a:buNone/>
              <a:defRPr sz="5840" b="1"/>
            </a:lvl5pPr>
            <a:lvl6pPr marL="8360175" indent="0">
              <a:buNone/>
              <a:defRPr sz="5840" b="1"/>
            </a:lvl6pPr>
            <a:lvl7pPr marL="10032210" indent="0">
              <a:buNone/>
              <a:defRPr sz="5840" b="1"/>
            </a:lvl7pPr>
            <a:lvl8pPr marL="11704246" indent="0">
              <a:buNone/>
              <a:defRPr sz="5840" b="1"/>
            </a:lvl8pPr>
            <a:lvl9pPr marL="13376280" indent="0">
              <a:buNone/>
              <a:defRPr sz="5840" b="1"/>
            </a:lvl9pPr>
          </a:lstStyle>
          <a:p>
            <a:pPr lvl="0"/>
            <a:r>
              <a:rPr lang="en-US"/>
              <a:t>Click to edit Master text styles</a:t>
            </a:r>
          </a:p>
        </p:txBody>
      </p:sp>
      <p:sp>
        <p:nvSpPr>
          <p:cNvPr id="4" name="Content Placeholder 3"/>
          <p:cNvSpPr>
            <a:spLocks noGrp="1"/>
          </p:cNvSpPr>
          <p:nvPr>
            <p:ph sz="half" idx="2"/>
          </p:nvPr>
        </p:nvSpPr>
        <p:spPr>
          <a:xfrm>
            <a:off x="2560320" y="8119535"/>
            <a:ext cx="22625053" cy="14751475"/>
          </a:xfrm>
          <a:prstGeom prst="rect">
            <a:avLst/>
          </a:prstGeom>
        </p:spPr>
        <p:txBody>
          <a:bodyPr/>
          <a:lstStyle>
            <a:lvl1pPr>
              <a:defRPr sz="8800"/>
            </a:lvl1pPr>
            <a:lvl2pPr>
              <a:defRPr sz="7280"/>
            </a:lvl2pPr>
            <a:lvl3pPr>
              <a:defRPr sz="6560"/>
            </a:lvl3pPr>
            <a:lvl4pPr>
              <a:defRPr sz="5840"/>
            </a:lvl4pPr>
            <a:lvl5pPr>
              <a:defRPr sz="5840"/>
            </a:lvl5pPr>
            <a:lvl6pPr>
              <a:defRPr sz="5840"/>
            </a:lvl6pPr>
            <a:lvl7pPr>
              <a:defRPr sz="5840"/>
            </a:lvl7pPr>
            <a:lvl8pPr>
              <a:defRPr sz="5840"/>
            </a:lvl8pPr>
            <a:lvl9pPr>
              <a:defRPr sz="58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6012143" y="5731090"/>
            <a:ext cx="22633941" cy="2388445"/>
          </a:xfrm>
          <a:prstGeom prst="rect">
            <a:avLst/>
          </a:prstGeom>
        </p:spPr>
        <p:txBody>
          <a:bodyPr anchor="b"/>
          <a:lstStyle>
            <a:lvl1pPr marL="0" indent="0">
              <a:buNone/>
              <a:defRPr sz="8800" b="1"/>
            </a:lvl1pPr>
            <a:lvl2pPr marL="1672035" indent="0">
              <a:buNone/>
              <a:defRPr sz="7280" b="1"/>
            </a:lvl2pPr>
            <a:lvl3pPr marL="3344070" indent="0">
              <a:buNone/>
              <a:defRPr sz="6560" b="1"/>
            </a:lvl3pPr>
            <a:lvl4pPr marL="5016106" indent="0">
              <a:buNone/>
              <a:defRPr sz="5840" b="1"/>
            </a:lvl4pPr>
            <a:lvl5pPr marL="6688140" indent="0">
              <a:buNone/>
              <a:defRPr sz="5840" b="1"/>
            </a:lvl5pPr>
            <a:lvl6pPr marL="8360175" indent="0">
              <a:buNone/>
              <a:defRPr sz="5840" b="1"/>
            </a:lvl6pPr>
            <a:lvl7pPr marL="10032210" indent="0">
              <a:buNone/>
              <a:defRPr sz="5840" b="1"/>
            </a:lvl7pPr>
            <a:lvl8pPr marL="11704246" indent="0">
              <a:buNone/>
              <a:defRPr sz="5840" b="1"/>
            </a:lvl8pPr>
            <a:lvl9pPr marL="13376280" indent="0">
              <a:buNone/>
              <a:defRPr sz="5840" b="1"/>
            </a:lvl9pPr>
          </a:lstStyle>
          <a:p>
            <a:pPr lvl="0"/>
            <a:r>
              <a:rPr lang="en-US"/>
              <a:t>Click to edit Master text styles</a:t>
            </a:r>
          </a:p>
        </p:txBody>
      </p:sp>
      <p:sp>
        <p:nvSpPr>
          <p:cNvPr id="6" name="Content Placeholder 5"/>
          <p:cNvSpPr>
            <a:spLocks noGrp="1"/>
          </p:cNvSpPr>
          <p:nvPr>
            <p:ph sz="quarter" idx="4"/>
          </p:nvPr>
        </p:nvSpPr>
        <p:spPr>
          <a:xfrm>
            <a:off x="26012143" y="8119535"/>
            <a:ext cx="22633941" cy="14751475"/>
          </a:xfrm>
          <a:prstGeom prst="rect">
            <a:avLst/>
          </a:prstGeom>
        </p:spPr>
        <p:txBody>
          <a:bodyPr/>
          <a:lstStyle>
            <a:lvl1pPr>
              <a:defRPr sz="8800"/>
            </a:lvl1pPr>
            <a:lvl2pPr>
              <a:defRPr sz="7280"/>
            </a:lvl2pPr>
            <a:lvl3pPr>
              <a:defRPr sz="6560"/>
            </a:lvl3pPr>
            <a:lvl4pPr>
              <a:defRPr sz="5840"/>
            </a:lvl4pPr>
            <a:lvl5pPr>
              <a:defRPr sz="5840"/>
            </a:lvl5pPr>
            <a:lvl6pPr>
              <a:defRPr sz="5840"/>
            </a:lvl6pPr>
            <a:lvl7pPr>
              <a:defRPr sz="5840"/>
            </a:lvl7pPr>
            <a:lvl8pPr>
              <a:defRPr sz="5840"/>
            </a:lvl8pPr>
            <a:lvl9pPr>
              <a:defRPr sz="58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2560320" y="23730375"/>
            <a:ext cx="11948160" cy="1363134"/>
          </a:xfrm>
          <a:prstGeom prst="rect">
            <a:avLst/>
          </a:prstGeom>
        </p:spPr>
        <p:txBody>
          <a:bodyPr/>
          <a:lstStyle/>
          <a:p>
            <a:fld id="{2FD8D12E-95C4-274C-8538-6990C022EAF5}" type="datetimeFigureOut">
              <a:rPr lang="en-US" smtClean="0"/>
              <a:t>10/15/2025</a:t>
            </a:fld>
            <a:endParaRPr lang="en-US"/>
          </a:p>
        </p:txBody>
      </p:sp>
      <p:sp>
        <p:nvSpPr>
          <p:cNvPr id="8" name="Footer Placeholder 7"/>
          <p:cNvSpPr>
            <a:spLocks noGrp="1"/>
          </p:cNvSpPr>
          <p:nvPr>
            <p:ph type="ftr" sz="quarter" idx="11"/>
          </p:nvPr>
        </p:nvSpPr>
        <p:spPr>
          <a:xfrm>
            <a:off x="17495520" y="23730375"/>
            <a:ext cx="16215360" cy="1363134"/>
          </a:xfrm>
          <a:prstGeom prst="rect">
            <a:avLst/>
          </a:prstGeom>
        </p:spPr>
        <p:txBody>
          <a:bodyPr/>
          <a:lstStyle/>
          <a:p>
            <a:endParaRPr lang="en-US"/>
          </a:p>
        </p:txBody>
      </p:sp>
      <p:sp>
        <p:nvSpPr>
          <p:cNvPr id="9" name="Slide Number Placeholder 8"/>
          <p:cNvSpPr>
            <a:spLocks noGrp="1"/>
          </p:cNvSpPr>
          <p:nvPr>
            <p:ph type="sldNum" sz="quarter" idx="12"/>
          </p:nvPr>
        </p:nvSpPr>
        <p:spPr>
          <a:xfrm>
            <a:off x="36697920" y="23730375"/>
            <a:ext cx="11948160" cy="1363134"/>
          </a:xfrm>
          <a:prstGeom prst="rect">
            <a:avLst/>
          </a:prstGeom>
        </p:spPr>
        <p:txBody>
          <a:bodyPr/>
          <a:lstStyle/>
          <a:p>
            <a:fld id="{0B12AD88-E058-DF43-96A6-CB00B83CCF0D}" type="slidenum">
              <a:rPr lang="en-US" smtClean="0"/>
              <a:t>‹#›</a:t>
            </a:fld>
            <a:endParaRPr lang="en-US"/>
          </a:p>
        </p:txBody>
      </p:sp>
    </p:spTree>
    <p:extLst>
      <p:ext uri="{BB962C8B-B14F-4D97-AF65-F5344CB8AC3E}">
        <p14:creationId xmlns:p14="http://schemas.microsoft.com/office/powerpoint/2010/main" val="3263137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560320" y="1025315"/>
            <a:ext cx="46085760" cy="426720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2560320" y="23730375"/>
            <a:ext cx="11948160" cy="1363134"/>
          </a:xfrm>
          <a:prstGeom prst="rect">
            <a:avLst/>
          </a:prstGeom>
        </p:spPr>
        <p:txBody>
          <a:bodyPr/>
          <a:lstStyle/>
          <a:p>
            <a:fld id="{2FD8D12E-95C4-274C-8538-6990C022EAF5}" type="datetimeFigureOut">
              <a:rPr lang="en-US" smtClean="0"/>
              <a:t>10/15/2025</a:t>
            </a:fld>
            <a:endParaRPr lang="en-US"/>
          </a:p>
        </p:txBody>
      </p:sp>
      <p:sp>
        <p:nvSpPr>
          <p:cNvPr id="4" name="Footer Placeholder 3"/>
          <p:cNvSpPr>
            <a:spLocks noGrp="1"/>
          </p:cNvSpPr>
          <p:nvPr>
            <p:ph type="ftr" sz="quarter" idx="11"/>
          </p:nvPr>
        </p:nvSpPr>
        <p:spPr>
          <a:xfrm>
            <a:off x="17495520" y="23730375"/>
            <a:ext cx="16215360" cy="1363134"/>
          </a:xfrm>
          <a:prstGeom prst="rect">
            <a:avLst/>
          </a:prstGeom>
        </p:spPr>
        <p:txBody>
          <a:bodyPr/>
          <a:lstStyle/>
          <a:p>
            <a:endParaRPr lang="en-US"/>
          </a:p>
        </p:txBody>
      </p:sp>
      <p:sp>
        <p:nvSpPr>
          <p:cNvPr id="5" name="Slide Number Placeholder 4"/>
          <p:cNvSpPr>
            <a:spLocks noGrp="1"/>
          </p:cNvSpPr>
          <p:nvPr>
            <p:ph type="sldNum" sz="quarter" idx="12"/>
          </p:nvPr>
        </p:nvSpPr>
        <p:spPr>
          <a:xfrm>
            <a:off x="36697920" y="23730375"/>
            <a:ext cx="11948160" cy="1363134"/>
          </a:xfrm>
          <a:prstGeom prst="rect">
            <a:avLst/>
          </a:prstGeom>
        </p:spPr>
        <p:txBody>
          <a:bodyPr/>
          <a:lstStyle/>
          <a:p>
            <a:fld id="{0B12AD88-E058-DF43-96A6-CB00B83CCF0D}" type="slidenum">
              <a:rPr lang="en-US" smtClean="0"/>
              <a:t>‹#›</a:t>
            </a:fld>
            <a:endParaRPr lang="en-US"/>
          </a:p>
        </p:txBody>
      </p:sp>
    </p:spTree>
    <p:extLst>
      <p:ext uri="{BB962C8B-B14F-4D97-AF65-F5344CB8AC3E}">
        <p14:creationId xmlns:p14="http://schemas.microsoft.com/office/powerpoint/2010/main" val="3944551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2560320" y="23730375"/>
            <a:ext cx="11948160" cy="1363134"/>
          </a:xfrm>
          <a:prstGeom prst="rect">
            <a:avLst/>
          </a:prstGeom>
        </p:spPr>
        <p:txBody>
          <a:bodyPr/>
          <a:lstStyle/>
          <a:p>
            <a:fld id="{2FD8D12E-95C4-274C-8538-6990C022EAF5}" type="datetimeFigureOut">
              <a:rPr lang="en-US" smtClean="0"/>
              <a:t>10/15/2025</a:t>
            </a:fld>
            <a:endParaRPr lang="en-US"/>
          </a:p>
        </p:txBody>
      </p:sp>
      <p:sp>
        <p:nvSpPr>
          <p:cNvPr id="3" name="Footer Placeholder 2"/>
          <p:cNvSpPr>
            <a:spLocks noGrp="1"/>
          </p:cNvSpPr>
          <p:nvPr>
            <p:ph type="ftr" sz="quarter" idx="11"/>
          </p:nvPr>
        </p:nvSpPr>
        <p:spPr>
          <a:xfrm>
            <a:off x="17495520" y="23730375"/>
            <a:ext cx="16215360" cy="1363134"/>
          </a:xfrm>
          <a:prstGeom prst="rect">
            <a:avLst/>
          </a:prstGeom>
        </p:spPr>
        <p:txBody>
          <a:bodyPr/>
          <a:lstStyle/>
          <a:p>
            <a:endParaRPr lang="en-US"/>
          </a:p>
        </p:txBody>
      </p:sp>
      <p:sp>
        <p:nvSpPr>
          <p:cNvPr id="4" name="Slide Number Placeholder 3"/>
          <p:cNvSpPr>
            <a:spLocks noGrp="1"/>
          </p:cNvSpPr>
          <p:nvPr>
            <p:ph type="sldNum" sz="quarter" idx="12"/>
          </p:nvPr>
        </p:nvSpPr>
        <p:spPr>
          <a:xfrm>
            <a:off x="36697920" y="23730375"/>
            <a:ext cx="11948160" cy="1363134"/>
          </a:xfrm>
          <a:prstGeom prst="rect">
            <a:avLst/>
          </a:prstGeom>
        </p:spPr>
        <p:txBody>
          <a:bodyPr/>
          <a:lstStyle/>
          <a:p>
            <a:fld id="{0B12AD88-E058-DF43-96A6-CB00B83CCF0D}" type="slidenum">
              <a:rPr lang="en-US" smtClean="0"/>
              <a:t>‹#›</a:t>
            </a:fld>
            <a:endParaRPr lang="en-US"/>
          </a:p>
        </p:txBody>
      </p:sp>
    </p:spTree>
    <p:extLst>
      <p:ext uri="{BB962C8B-B14F-4D97-AF65-F5344CB8AC3E}">
        <p14:creationId xmlns:p14="http://schemas.microsoft.com/office/powerpoint/2010/main" val="1494850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33" y="1019386"/>
            <a:ext cx="16846553" cy="4338320"/>
          </a:xfrm>
          <a:prstGeom prst="rect">
            <a:avLst/>
          </a:prstGeom>
        </p:spPr>
        <p:txBody>
          <a:bodyPr anchor="b"/>
          <a:lstStyle>
            <a:lvl1pPr algn="l">
              <a:defRPr sz="7280" b="1"/>
            </a:lvl1pPr>
          </a:lstStyle>
          <a:p>
            <a:r>
              <a:rPr lang="en-US"/>
              <a:t>Click to edit Master title style</a:t>
            </a:r>
          </a:p>
        </p:txBody>
      </p:sp>
      <p:sp>
        <p:nvSpPr>
          <p:cNvPr id="3" name="Content Placeholder 2"/>
          <p:cNvSpPr>
            <a:spLocks noGrp="1"/>
          </p:cNvSpPr>
          <p:nvPr>
            <p:ph idx="1"/>
          </p:nvPr>
        </p:nvSpPr>
        <p:spPr>
          <a:xfrm>
            <a:off x="20020283" y="1019389"/>
            <a:ext cx="28625800" cy="21851622"/>
          </a:xfrm>
          <a:prstGeom prst="rect">
            <a:avLst/>
          </a:prstGeom>
        </p:spPr>
        <p:txBody>
          <a:bodyPr/>
          <a:lstStyle>
            <a:lvl1pPr>
              <a:defRPr sz="11680"/>
            </a:lvl1pPr>
            <a:lvl2pPr>
              <a:defRPr sz="10240"/>
            </a:lvl2pPr>
            <a:lvl3pPr>
              <a:defRPr sz="8800"/>
            </a:lvl3pPr>
            <a:lvl4pPr>
              <a:defRPr sz="7280"/>
            </a:lvl4pPr>
            <a:lvl5pPr>
              <a:defRPr sz="7280"/>
            </a:lvl5pPr>
            <a:lvl6pPr>
              <a:defRPr sz="7280"/>
            </a:lvl6pPr>
            <a:lvl7pPr>
              <a:defRPr sz="7280"/>
            </a:lvl7pPr>
            <a:lvl8pPr>
              <a:defRPr sz="7280"/>
            </a:lvl8pPr>
            <a:lvl9pPr>
              <a:defRPr sz="728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560333" y="5357709"/>
            <a:ext cx="16846553" cy="17513302"/>
          </a:xfrm>
          <a:prstGeom prst="rect">
            <a:avLst/>
          </a:prstGeom>
        </p:spPr>
        <p:txBody>
          <a:bodyPr/>
          <a:lstStyle>
            <a:lvl1pPr marL="0" indent="0">
              <a:buNone/>
              <a:defRPr sz="5120"/>
            </a:lvl1pPr>
            <a:lvl2pPr marL="1672035" indent="0">
              <a:buNone/>
              <a:defRPr sz="4400"/>
            </a:lvl2pPr>
            <a:lvl3pPr marL="3344070" indent="0">
              <a:buNone/>
              <a:defRPr sz="3680"/>
            </a:lvl3pPr>
            <a:lvl4pPr marL="5016106" indent="0">
              <a:buNone/>
              <a:defRPr sz="3280"/>
            </a:lvl4pPr>
            <a:lvl5pPr marL="6688140" indent="0">
              <a:buNone/>
              <a:defRPr sz="3280"/>
            </a:lvl5pPr>
            <a:lvl6pPr marL="8360175" indent="0">
              <a:buNone/>
              <a:defRPr sz="3280"/>
            </a:lvl6pPr>
            <a:lvl7pPr marL="10032210" indent="0">
              <a:buNone/>
              <a:defRPr sz="3280"/>
            </a:lvl7pPr>
            <a:lvl8pPr marL="11704246" indent="0">
              <a:buNone/>
              <a:defRPr sz="3280"/>
            </a:lvl8pPr>
            <a:lvl9pPr marL="13376280" indent="0">
              <a:buNone/>
              <a:defRPr sz="3280"/>
            </a:lvl9pPr>
          </a:lstStyle>
          <a:p>
            <a:pPr lvl="0"/>
            <a:r>
              <a:rPr lang="en-US"/>
              <a:t>Click to edit Master text styles</a:t>
            </a:r>
          </a:p>
        </p:txBody>
      </p:sp>
      <p:sp>
        <p:nvSpPr>
          <p:cNvPr id="5" name="Date Placeholder 4"/>
          <p:cNvSpPr>
            <a:spLocks noGrp="1"/>
          </p:cNvSpPr>
          <p:nvPr>
            <p:ph type="dt" sz="half" idx="10"/>
          </p:nvPr>
        </p:nvSpPr>
        <p:spPr>
          <a:xfrm>
            <a:off x="2560320" y="23730375"/>
            <a:ext cx="11948160" cy="1363134"/>
          </a:xfrm>
          <a:prstGeom prst="rect">
            <a:avLst/>
          </a:prstGeom>
        </p:spPr>
        <p:txBody>
          <a:bodyPr/>
          <a:lstStyle/>
          <a:p>
            <a:fld id="{2FD8D12E-95C4-274C-8538-6990C022EAF5}" type="datetimeFigureOut">
              <a:rPr lang="en-US" smtClean="0"/>
              <a:t>10/15/2025</a:t>
            </a:fld>
            <a:endParaRPr lang="en-US"/>
          </a:p>
        </p:txBody>
      </p:sp>
      <p:sp>
        <p:nvSpPr>
          <p:cNvPr id="6" name="Footer Placeholder 5"/>
          <p:cNvSpPr>
            <a:spLocks noGrp="1"/>
          </p:cNvSpPr>
          <p:nvPr>
            <p:ph type="ftr" sz="quarter" idx="11"/>
          </p:nvPr>
        </p:nvSpPr>
        <p:spPr>
          <a:xfrm>
            <a:off x="17495520" y="23730375"/>
            <a:ext cx="16215360" cy="1363134"/>
          </a:xfrm>
          <a:prstGeom prst="rect">
            <a:avLst/>
          </a:prstGeom>
        </p:spPr>
        <p:txBody>
          <a:bodyPr/>
          <a:lstStyle/>
          <a:p>
            <a:endParaRPr lang="en-US"/>
          </a:p>
        </p:txBody>
      </p:sp>
      <p:sp>
        <p:nvSpPr>
          <p:cNvPr id="7" name="Slide Number Placeholder 6"/>
          <p:cNvSpPr>
            <a:spLocks noGrp="1"/>
          </p:cNvSpPr>
          <p:nvPr>
            <p:ph type="sldNum" sz="quarter" idx="12"/>
          </p:nvPr>
        </p:nvSpPr>
        <p:spPr>
          <a:xfrm>
            <a:off x="36697920" y="23730375"/>
            <a:ext cx="11948160" cy="1363134"/>
          </a:xfrm>
          <a:prstGeom prst="rect">
            <a:avLst/>
          </a:prstGeom>
        </p:spPr>
        <p:txBody>
          <a:bodyPr/>
          <a:lstStyle/>
          <a:p>
            <a:fld id="{0B12AD88-E058-DF43-96A6-CB00B83CCF0D}" type="slidenum">
              <a:rPr lang="en-US" smtClean="0"/>
              <a:t>‹#›</a:t>
            </a:fld>
            <a:endParaRPr lang="en-US"/>
          </a:p>
        </p:txBody>
      </p:sp>
    </p:spTree>
    <p:extLst>
      <p:ext uri="{BB962C8B-B14F-4D97-AF65-F5344CB8AC3E}">
        <p14:creationId xmlns:p14="http://schemas.microsoft.com/office/powerpoint/2010/main" val="2100985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036813" y="17922240"/>
            <a:ext cx="30723840" cy="2115822"/>
          </a:xfrm>
          <a:prstGeom prst="rect">
            <a:avLst/>
          </a:prstGeom>
        </p:spPr>
        <p:txBody>
          <a:bodyPr anchor="b"/>
          <a:lstStyle>
            <a:lvl1pPr algn="l">
              <a:defRPr sz="7280" b="1"/>
            </a:lvl1pPr>
          </a:lstStyle>
          <a:p>
            <a:r>
              <a:rPr lang="en-US"/>
              <a:t>Click to edit Master title style</a:t>
            </a:r>
          </a:p>
        </p:txBody>
      </p:sp>
      <p:sp>
        <p:nvSpPr>
          <p:cNvPr id="3" name="Picture Placeholder 2"/>
          <p:cNvSpPr>
            <a:spLocks noGrp="1"/>
          </p:cNvSpPr>
          <p:nvPr>
            <p:ph type="pic" idx="1"/>
          </p:nvPr>
        </p:nvSpPr>
        <p:spPr>
          <a:xfrm>
            <a:off x="10036813" y="2287694"/>
            <a:ext cx="30723840" cy="15361920"/>
          </a:xfrm>
          <a:prstGeom prst="rect">
            <a:avLst/>
          </a:prstGeom>
        </p:spPr>
        <p:txBody>
          <a:bodyPr/>
          <a:lstStyle>
            <a:lvl1pPr marL="0" indent="0">
              <a:buNone/>
              <a:defRPr sz="11680"/>
            </a:lvl1pPr>
            <a:lvl2pPr marL="1672035" indent="0">
              <a:buNone/>
              <a:defRPr sz="10240"/>
            </a:lvl2pPr>
            <a:lvl3pPr marL="3344070" indent="0">
              <a:buNone/>
              <a:defRPr sz="8800"/>
            </a:lvl3pPr>
            <a:lvl4pPr marL="5016106" indent="0">
              <a:buNone/>
              <a:defRPr sz="7280"/>
            </a:lvl4pPr>
            <a:lvl5pPr marL="6688140" indent="0">
              <a:buNone/>
              <a:defRPr sz="7280"/>
            </a:lvl5pPr>
            <a:lvl6pPr marL="8360175" indent="0">
              <a:buNone/>
              <a:defRPr sz="7280"/>
            </a:lvl6pPr>
            <a:lvl7pPr marL="10032210" indent="0">
              <a:buNone/>
              <a:defRPr sz="7280"/>
            </a:lvl7pPr>
            <a:lvl8pPr marL="11704246" indent="0">
              <a:buNone/>
              <a:defRPr sz="7280"/>
            </a:lvl8pPr>
            <a:lvl9pPr marL="13376280" indent="0">
              <a:buNone/>
              <a:defRPr sz="7280"/>
            </a:lvl9pPr>
          </a:lstStyle>
          <a:p>
            <a:endParaRPr lang="en-US"/>
          </a:p>
        </p:txBody>
      </p:sp>
      <p:sp>
        <p:nvSpPr>
          <p:cNvPr id="4" name="Text Placeholder 3"/>
          <p:cNvSpPr>
            <a:spLocks noGrp="1"/>
          </p:cNvSpPr>
          <p:nvPr>
            <p:ph type="body" sz="half" idx="2"/>
          </p:nvPr>
        </p:nvSpPr>
        <p:spPr>
          <a:xfrm>
            <a:off x="10036813" y="20038062"/>
            <a:ext cx="30723840" cy="3004818"/>
          </a:xfrm>
          <a:prstGeom prst="rect">
            <a:avLst/>
          </a:prstGeom>
        </p:spPr>
        <p:txBody>
          <a:bodyPr/>
          <a:lstStyle>
            <a:lvl1pPr marL="0" indent="0">
              <a:buNone/>
              <a:defRPr sz="5120"/>
            </a:lvl1pPr>
            <a:lvl2pPr marL="1672035" indent="0">
              <a:buNone/>
              <a:defRPr sz="4400"/>
            </a:lvl2pPr>
            <a:lvl3pPr marL="3344070" indent="0">
              <a:buNone/>
              <a:defRPr sz="3680"/>
            </a:lvl3pPr>
            <a:lvl4pPr marL="5016106" indent="0">
              <a:buNone/>
              <a:defRPr sz="3280"/>
            </a:lvl4pPr>
            <a:lvl5pPr marL="6688140" indent="0">
              <a:buNone/>
              <a:defRPr sz="3280"/>
            </a:lvl5pPr>
            <a:lvl6pPr marL="8360175" indent="0">
              <a:buNone/>
              <a:defRPr sz="3280"/>
            </a:lvl6pPr>
            <a:lvl7pPr marL="10032210" indent="0">
              <a:buNone/>
              <a:defRPr sz="3280"/>
            </a:lvl7pPr>
            <a:lvl8pPr marL="11704246" indent="0">
              <a:buNone/>
              <a:defRPr sz="3280"/>
            </a:lvl8pPr>
            <a:lvl9pPr marL="13376280" indent="0">
              <a:buNone/>
              <a:defRPr sz="3280"/>
            </a:lvl9pPr>
          </a:lstStyle>
          <a:p>
            <a:pPr lvl="0"/>
            <a:r>
              <a:rPr lang="en-US"/>
              <a:t>Click to edit Master text styles</a:t>
            </a:r>
          </a:p>
        </p:txBody>
      </p:sp>
      <p:sp>
        <p:nvSpPr>
          <p:cNvPr id="5" name="Date Placeholder 4"/>
          <p:cNvSpPr>
            <a:spLocks noGrp="1"/>
          </p:cNvSpPr>
          <p:nvPr>
            <p:ph type="dt" sz="half" idx="10"/>
          </p:nvPr>
        </p:nvSpPr>
        <p:spPr>
          <a:xfrm>
            <a:off x="2560320" y="23730375"/>
            <a:ext cx="11948160" cy="1363134"/>
          </a:xfrm>
          <a:prstGeom prst="rect">
            <a:avLst/>
          </a:prstGeom>
        </p:spPr>
        <p:txBody>
          <a:bodyPr/>
          <a:lstStyle/>
          <a:p>
            <a:fld id="{2FD8D12E-95C4-274C-8538-6990C022EAF5}" type="datetimeFigureOut">
              <a:rPr lang="en-US" smtClean="0"/>
              <a:t>10/15/2025</a:t>
            </a:fld>
            <a:endParaRPr lang="en-US"/>
          </a:p>
        </p:txBody>
      </p:sp>
      <p:sp>
        <p:nvSpPr>
          <p:cNvPr id="6" name="Footer Placeholder 5"/>
          <p:cNvSpPr>
            <a:spLocks noGrp="1"/>
          </p:cNvSpPr>
          <p:nvPr>
            <p:ph type="ftr" sz="quarter" idx="11"/>
          </p:nvPr>
        </p:nvSpPr>
        <p:spPr>
          <a:xfrm>
            <a:off x="17495520" y="23730375"/>
            <a:ext cx="16215360" cy="1363134"/>
          </a:xfrm>
          <a:prstGeom prst="rect">
            <a:avLst/>
          </a:prstGeom>
        </p:spPr>
        <p:txBody>
          <a:bodyPr/>
          <a:lstStyle/>
          <a:p>
            <a:endParaRPr lang="en-US"/>
          </a:p>
        </p:txBody>
      </p:sp>
      <p:sp>
        <p:nvSpPr>
          <p:cNvPr id="7" name="Slide Number Placeholder 6"/>
          <p:cNvSpPr>
            <a:spLocks noGrp="1"/>
          </p:cNvSpPr>
          <p:nvPr>
            <p:ph type="sldNum" sz="quarter" idx="12"/>
          </p:nvPr>
        </p:nvSpPr>
        <p:spPr>
          <a:xfrm>
            <a:off x="36697920" y="23730375"/>
            <a:ext cx="11948160" cy="1363134"/>
          </a:xfrm>
          <a:prstGeom prst="rect">
            <a:avLst/>
          </a:prstGeom>
        </p:spPr>
        <p:txBody>
          <a:bodyPr/>
          <a:lstStyle/>
          <a:p>
            <a:fld id="{0B12AD88-E058-DF43-96A6-CB00B83CCF0D}" type="slidenum">
              <a:rPr lang="en-US" smtClean="0"/>
              <a:t>‹#›</a:t>
            </a:fld>
            <a:endParaRPr lang="en-US"/>
          </a:p>
        </p:txBody>
      </p:sp>
    </p:spTree>
    <p:extLst>
      <p:ext uri="{BB962C8B-B14F-4D97-AF65-F5344CB8AC3E}">
        <p14:creationId xmlns:p14="http://schemas.microsoft.com/office/powerpoint/2010/main" val="2792890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560320" y="1025315"/>
            <a:ext cx="46085760" cy="426720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2560320" y="5974090"/>
            <a:ext cx="46085760" cy="1689692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560320" y="23730375"/>
            <a:ext cx="11948160" cy="1363134"/>
          </a:xfrm>
          <a:prstGeom prst="rect">
            <a:avLst/>
          </a:prstGeom>
        </p:spPr>
        <p:txBody>
          <a:bodyPr/>
          <a:lstStyle/>
          <a:p>
            <a:fld id="{2FD8D12E-95C4-274C-8538-6990C022EAF5}" type="datetimeFigureOut">
              <a:rPr lang="en-US" smtClean="0"/>
              <a:t>10/15/2025</a:t>
            </a:fld>
            <a:endParaRPr lang="en-US"/>
          </a:p>
        </p:txBody>
      </p:sp>
      <p:sp>
        <p:nvSpPr>
          <p:cNvPr id="5" name="Footer Placeholder 4"/>
          <p:cNvSpPr>
            <a:spLocks noGrp="1"/>
          </p:cNvSpPr>
          <p:nvPr>
            <p:ph type="ftr" sz="quarter" idx="11"/>
          </p:nvPr>
        </p:nvSpPr>
        <p:spPr>
          <a:xfrm>
            <a:off x="17495520" y="23730375"/>
            <a:ext cx="16215360" cy="1363134"/>
          </a:xfrm>
          <a:prstGeom prst="rect">
            <a:avLst/>
          </a:prstGeom>
        </p:spPr>
        <p:txBody>
          <a:bodyPr/>
          <a:lstStyle/>
          <a:p>
            <a:endParaRPr lang="en-US"/>
          </a:p>
        </p:txBody>
      </p:sp>
      <p:sp>
        <p:nvSpPr>
          <p:cNvPr id="6" name="Slide Number Placeholder 5"/>
          <p:cNvSpPr>
            <a:spLocks noGrp="1"/>
          </p:cNvSpPr>
          <p:nvPr>
            <p:ph type="sldNum" sz="quarter" idx="12"/>
          </p:nvPr>
        </p:nvSpPr>
        <p:spPr>
          <a:xfrm>
            <a:off x="36697920" y="23730375"/>
            <a:ext cx="11948160" cy="1363134"/>
          </a:xfrm>
          <a:prstGeom prst="rect">
            <a:avLst/>
          </a:prstGeom>
        </p:spPr>
        <p:txBody>
          <a:bodyPr/>
          <a:lstStyle/>
          <a:p>
            <a:fld id="{0B12AD88-E058-DF43-96A6-CB00B83CCF0D}" type="slidenum">
              <a:rPr lang="en-US" smtClean="0"/>
              <a:t>‹#›</a:t>
            </a:fld>
            <a:endParaRPr lang="en-US"/>
          </a:p>
        </p:txBody>
      </p:sp>
    </p:spTree>
    <p:extLst>
      <p:ext uri="{BB962C8B-B14F-4D97-AF65-F5344CB8AC3E}">
        <p14:creationId xmlns:p14="http://schemas.microsoft.com/office/powerpoint/2010/main" val="1449674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124640" y="1025317"/>
            <a:ext cx="11521440" cy="2184569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2560320" y="1025317"/>
            <a:ext cx="33710880" cy="2184569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560320" y="23730375"/>
            <a:ext cx="11948160" cy="1363134"/>
          </a:xfrm>
          <a:prstGeom prst="rect">
            <a:avLst/>
          </a:prstGeom>
        </p:spPr>
        <p:txBody>
          <a:bodyPr/>
          <a:lstStyle/>
          <a:p>
            <a:fld id="{2FD8D12E-95C4-274C-8538-6990C022EAF5}" type="datetimeFigureOut">
              <a:rPr lang="en-US" smtClean="0"/>
              <a:t>10/15/2025</a:t>
            </a:fld>
            <a:endParaRPr lang="en-US"/>
          </a:p>
        </p:txBody>
      </p:sp>
      <p:sp>
        <p:nvSpPr>
          <p:cNvPr id="5" name="Footer Placeholder 4"/>
          <p:cNvSpPr>
            <a:spLocks noGrp="1"/>
          </p:cNvSpPr>
          <p:nvPr>
            <p:ph type="ftr" sz="quarter" idx="11"/>
          </p:nvPr>
        </p:nvSpPr>
        <p:spPr>
          <a:xfrm>
            <a:off x="17495520" y="23730375"/>
            <a:ext cx="16215360" cy="1363134"/>
          </a:xfrm>
          <a:prstGeom prst="rect">
            <a:avLst/>
          </a:prstGeom>
        </p:spPr>
        <p:txBody>
          <a:bodyPr/>
          <a:lstStyle/>
          <a:p>
            <a:endParaRPr lang="en-US"/>
          </a:p>
        </p:txBody>
      </p:sp>
      <p:sp>
        <p:nvSpPr>
          <p:cNvPr id="6" name="Slide Number Placeholder 5"/>
          <p:cNvSpPr>
            <a:spLocks noGrp="1"/>
          </p:cNvSpPr>
          <p:nvPr>
            <p:ph type="sldNum" sz="quarter" idx="12"/>
          </p:nvPr>
        </p:nvSpPr>
        <p:spPr>
          <a:xfrm>
            <a:off x="36697920" y="23730375"/>
            <a:ext cx="11948160" cy="1363134"/>
          </a:xfrm>
          <a:prstGeom prst="rect">
            <a:avLst/>
          </a:prstGeom>
        </p:spPr>
        <p:txBody>
          <a:bodyPr/>
          <a:lstStyle/>
          <a:p>
            <a:fld id="{0B12AD88-E058-DF43-96A6-CB00B83CCF0D}" type="slidenum">
              <a:rPr lang="en-US" smtClean="0"/>
              <a:t>‹#›</a:t>
            </a:fld>
            <a:endParaRPr lang="en-US"/>
          </a:p>
        </p:txBody>
      </p:sp>
    </p:spTree>
    <p:extLst>
      <p:ext uri="{BB962C8B-B14F-4D97-AF65-F5344CB8AC3E}">
        <p14:creationId xmlns:p14="http://schemas.microsoft.com/office/powerpoint/2010/main" val="1327812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FB584FA-17CF-ED4B-B3C2-1698B0A813F7}"/>
              </a:ext>
            </a:extLst>
          </p:cNvPr>
          <p:cNvSpPr/>
          <p:nvPr userDrawn="1"/>
        </p:nvSpPr>
        <p:spPr>
          <a:xfrm>
            <a:off x="0" y="24140160"/>
            <a:ext cx="51206400" cy="1463040"/>
          </a:xfrm>
          <a:prstGeom prst="rect">
            <a:avLst/>
          </a:prstGeom>
          <a:solidFill>
            <a:srgbClr val="000F7E"/>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6560">
              <a:latin typeface="Arial" panose="020B0604020202020204" pitchFamily="34" charset="0"/>
            </a:endParaRPr>
          </a:p>
        </p:txBody>
      </p:sp>
      <p:pic>
        <p:nvPicPr>
          <p:cNvPr id="8" name="Picture 7">
            <a:extLst>
              <a:ext uri="{FF2B5EF4-FFF2-40B4-BE49-F238E27FC236}">
                <a16:creationId xmlns:a16="http://schemas.microsoft.com/office/drawing/2014/main" id="{F4FEA511-F7C2-4340-AE90-B20D8EEB331D}"/>
              </a:ext>
            </a:extLst>
          </p:cNvPr>
          <p:cNvPicPr>
            <a:picLocks noChangeAspect="1"/>
          </p:cNvPicPr>
          <p:nvPr userDrawn="1"/>
        </p:nvPicPr>
        <p:blipFill>
          <a:blip r:embed="rId13"/>
          <a:stretch>
            <a:fillRect/>
          </a:stretch>
        </p:blipFill>
        <p:spPr>
          <a:xfrm>
            <a:off x="1456538" y="24313414"/>
            <a:ext cx="5547360" cy="1097280"/>
          </a:xfrm>
          <a:prstGeom prst="rect">
            <a:avLst/>
          </a:prstGeom>
        </p:spPr>
      </p:pic>
      <p:pic>
        <p:nvPicPr>
          <p:cNvPr id="9" name="Picture 8">
            <a:extLst>
              <a:ext uri="{FF2B5EF4-FFF2-40B4-BE49-F238E27FC236}">
                <a16:creationId xmlns:a16="http://schemas.microsoft.com/office/drawing/2014/main" id="{B3B9B8C9-904E-1D46-8001-708F67FBB0B2}"/>
              </a:ext>
            </a:extLst>
          </p:cNvPr>
          <p:cNvPicPr>
            <a:picLocks noChangeAspect="1"/>
          </p:cNvPicPr>
          <p:nvPr userDrawn="1"/>
        </p:nvPicPr>
        <p:blipFill>
          <a:blip r:embed="rId14"/>
          <a:stretch>
            <a:fillRect/>
          </a:stretch>
        </p:blipFill>
        <p:spPr>
          <a:xfrm>
            <a:off x="7676858" y="24275237"/>
            <a:ext cx="4043449" cy="1193582"/>
          </a:xfrm>
          <a:prstGeom prst="rect">
            <a:avLst/>
          </a:prstGeom>
        </p:spPr>
      </p:pic>
      <p:sp>
        <p:nvSpPr>
          <p:cNvPr id="10" name="TextBox 9">
            <a:extLst>
              <a:ext uri="{FF2B5EF4-FFF2-40B4-BE49-F238E27FC236}">
                <a16:creationId xmlns:a16="http://schemas.microsoft.com/office/drawing/2014/main" id="{C0F79CEC-2C24-DC45-9691-CC2E5E0912C9}"/>
              </a:ext>
            </a:extLst>
          </p:cNvPr>
          <p:cNvSpPr txBox="1"/>
          <p:nvPr userDrawn="1"/>
        </p:nvSpPr>
        <p:spPr>
          <a:xfrm>
            <a:off x="12704241" y="24755444"/>
            <a:ext cx="11004977" cy="221599"/>
          </a:xfrm>
          <a:prstGeom prst="rect">
            <a:avLst/>
          </a:prstGeom>
          <a:noFill/>
        </p:spPr>
        <p:txBody>
          <a:bodyPr wrap="square" lIns="0" tIns="0" rIns="0" bIns="0" rtlCol="0">
            <a:spAutoFit/>
          </a:bodyPr>
          <a:lstStyle/>
          <a:p>
            <a:r>
              <a:rPr lang="en-US" sz="1440">
                <a:solidFill>
                  <a:schemeClr val="bg1"/>
                </a:solidFill>
                <a:latin typeface="Arial" panose="020B0604020202020204" pitchFamily="34" charset="0"/>
                <a:cs typeface="Arial" panose="020B0604020202020204" pitchFamily="34" charset="0"/>
              </a:rPr>
              <a:t>Managed by Triad National Security, LLC, for the U.S. Department of Energy’s NNSA.</a:t>
            </a:r>
          </a:p>
        </p:txBody>
      </p:sp>
      <p:sp>
        <p:nvSpPr>
          <p:cNvPr id="12" name="Footer Placeholder 11">
            <a:extLst>
              <a:ext uri="{FF2B5EF4-FFF2-40B4-BE49-F238E27FC236}">
                <a16:creationId xmlns:a16="http://schemas.microsoft.com/office/drawing/2014/main" id="{22B9ACB1-6CF2-C449-9779-D6827692E9C2}"/>
              </a:ext>
            </a:extLst>
          </p:cNvPr>
          <p:cNvSpPr>
            <a:spLocks noGrp="1"/>
          </p:cNvSpPr>
          <p:nvPr>
            <p:ph type="ftr" sz="quarter" idx="3"/>
          </p:nvPr>
        </p:nvSpPr>
        <p:spPr>
          <a:xfrm>
            <a:off x="24187923" y="24579072"/>
            <a:ext cx="5274733" cy="792480"/>
          </a:xfrm>
          <a:prstGeom prst="rect">
            <a:avLst/>
          </a:prstGeom>
        </p:spPr>
        <p:txBody>
          <a:bodyPr vert="horz" lIns="91440" tIns="45720" rIns="91440" bIns="45720" rtlCol="0" anchor="ctr"/>
          <a:lstStyle>
            <a:lvl1pPr algn="ctr">
              <a:defRPr sz="1440">
                <a:solidFill>
                  <a:schemeClr val="tx1">
                    <a:tint val="75000"/>
                  </a:schemeClr>
                </a:solidFill>
                <a:latin typeface="Arial" panose="020B0604020202020204" pitchFamily="34" charset="0"/>
                <a:cs typeface="Arial" panose="020B0604020202020204" pitchFamily="34" charset="0"/>
              </a:defRPr>
            </a:lvl1pPr>
          </a:lstStyle>
          <a:p>
            <a:r>
              <a:rPr lang="en-US"/>
              <a:t>Click to add LA-UR number</a:t>
            </a:r>
          </a:p>
          <a:p>
            <a:endParaRPr lang="en-US"/>
          </a:p>
        </p:txBody>
      </p:sp>
    </p:spTree>
    <p:extLst>
      <p:ext uri="{BB962C8B-B14F-4D97-AF65-F5344CB8AC3E}">
        <p14:creationId xmlns:p14="http://schemas.microsoft.com/office/powerpoint/2010/main" val="2836045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672035" rtl="0" eaLnBrk="1" latinLnBrk="0" hangingPunct="1">
        <a:spcBef>
          <a:spcPct val="0"/>
        </a:spcBef>
        <a:buNone/>
        <a:defRPr sz="16080" b="0" i="0" kern="1200">
          <a:solidFill>
            <a:schemeClr val="tx1"/>
          </a:solidFill>
          <a:latin typeface="Arial" panose="020B0604020202020204" pitchFamily="34" charset="0"/>
          <a:ea typeface="+mj-ea"/>
          <a:cs typeface="+mj-cs"/>
        </a:defRPr>
      </a:lvl1pPr>
    </p:titleStyle>
    <p:bodyStyle>
      <a:lvl1pPr marL="1254026" indent="-1254026" algn="l" defTabSz="1672035" rtl="0" eaLnBrk="1" latinLnBrk="0" hangingPunct="1">
        <a:spcBef>
          <a:spcPct val="20000"/>
        </a:spcBef>
        <a:buFont typeface="Arial"/>
        <a:buChar char="•"/>
        <a:defRPr sz="11680" b="0" i="0" kern="1200">
          <a:solidFill>
            <a:schemeClr val="tx1"/>
          </a:solidFill>
          <a:latin typeface="Arial" panose="020B0604020202020204" pitchFamily="34" charset="0"/>
          <a:ea typeface="+mn-ea"/>
          <a:cs typeface="+mn-cs"/>
        </a:defRPr>
      </a:lvl1pPr>
      <a:lvl2pPr marL="2717058" indent="-1045022" algn="l" defTabSz="1672035" rtl="0" eaLnBrk="1" latinLnBrk="0" hangingPunct="1">
        <a:spcBef>
          <a:spcPct val="20000"/>
        </a:spcBef>
        <a:buFont typeface="Arial"/>
        <a:buChar char="–"/>
        <a:defRPr sz="10240" b="0" i="0" kern="1200">
          <a:solidFill>
            <a:schemeClr val="tx1"/>
          </a:solidFill>
          <a:latin typeface="Arial" panose="020B0604020202020204" pitchFamily="34" charset="0"/>
          <a:ea typeface="+mn-ea"/>
          <a:cs typeface="+mn-cs"/>
        </a:defRPr>
      </a:lvl2pPr>
      <a:lvl3pPr marL="4180087" indent="-836018" algn="l" defTabSz="1672035" rtl="0" eaLnBrk="1" latinLnBrk="0" hangingPunct="1">
        <a:spcBef>
          <a:spcPct val="20000"/>
        </a:spcBef>
        <a:buFont typeface="Arial"/>
        <a:buChar char="•"/>
        <a:defRPr sz="8800" b="0" i="0" kern="1200">
          <a:solidFill>
            <a:schemeClr val="tx1"/>
          </a:solidFill>
          <a:latin typeface="Arial" panose="020B0604020202020204" pitchFamily="34" charset="0"/>
          <a:ea typeface="+mn-ea"/>
          <a:cs typeface="+mn-cs"/>
        </a:defRPr>
      </a:lvl3pPr>
      <a:lvl4pPr marL="5852122" indent="-836018" algn="l" defTabSz="1672035" rtl="0" eaLnBrk="1" latinLnBrk="0" hangingPunct="1">
        <a:spcBef>
          <a:spcPct val="20000"/>
        </a:spcBef>
        <a:buFont typeface="Arial"/>
        <a:buChar char="–"/>
        <a:defRPr sz="7280" b="0" i="0" kern="1200">
          <a:solidFill>
            <a:schemeClr val="tx1"/>
          </a:solidFill>
          <a:latin typeface="Arial" panose="020B0604020202020204" pitchFamily="34" charset="0"/>
          <a:ea typeface="+mn-ea"/>
          <a:cs typeface="+mn-cs"/>
        </a:defRPr>
      </a:lvl4pPr>
      <a:lvl5pPr marL="7524157" indent="-836018" algn="l" defTabSz="1672035" rtl="0" eaLnBrk="1" latinLnBrk="0" hangingPunct="1">
        <a:spcBef>
          <a:spcPct val="20000"/>
        </a:spcBef>
        <a:buFont typeface="Arial"/>
        <a:buChar char="»"/>
        <a:defRPr sz="7280" b="0" i="0" kern="1200">
          <a:solidFill>
            <a:schemeClr val="tx1"/>
          </a:solidFill>
          <a:latin typeface="Arial" panose="020B0604020202020204" pitchFamily="34" charset="0"/>
          <a:ea typeface="+mn-ea"/>
          <a:cs typeface="+mn-cs"/>
        </a:defRPr>
      </a:lvl5pPr>
      <a:lvl6pPr marL="9196193" indent="-836018" algn="l" defTabSz="1672035" rtl="0" eaLnBrk="1" latinLnBrk="0" hangingPunct="1">
        <a:spcBef>
          <a:spcPct val="20000"/>
        </a:spcBef>
        <a:buFont typeface="Arial"/>
        <a:buChar char="•"/>
        <a:defRPr sz="7280" kern="1200">
          <a:solidFill>
            <a:schemeClr val="tx1"/>
          </a:solidFill>
          <a:latin typeface="+mn-lt"/>
          <a:ea typeface="+mn-ea"/>
          <a:cs typeface="+mn-cs"/>
        </a:defRPr>
      </a:lvl6pPr>
      <a:lvl7pPr marL="10868229" indent="-836018" algn="l" defTabSz="1672035" rtl="0" eaLnBrk="1" latinLnBrk="0" hangingPunct="1">
        <a:spcBef>
          <a:spcPct val="20000"/>
        </a:spcBef>
        <a:buFont typeface="Arial"/>
        <a:buChar char="•"/>
        <a:defRPr sz="7280" kern="1200">
          <a:solidFill>
            <a:schemeClr val="tx1"/>
          </a:solidFill>
          <a:latin typeface="+mn-lt"/>
          <a:ea typeface="+mn-ea"/>
          <a:cs typeface="+mn-cs"/>
        </a:defRPr>
      </a:lvl7pPr>
      <a:lvl8pPr marL="12540263" indent="-836018" algn="l" defTabSz="1672035" rtl="0" eaLnBrk="1" latinLnBrk="0" hangingPunct="1">
        <a:spcBef>
          <a:spcPct val="20000"/>
        </a:spcBef>
        <a:buFont typeface="Arial"/>
        <a:buChar char="•"/>
        <a:defRPr sz="7280" kern="1200">
          <a:solidFill>
            <a:schemeClr val="tx1"/>
          </a:solidFill>
          <a:latin typeface="+mn-lt"/>
          <a:ea typeface="+mn-ea"/>
          <a:cs typeface="+mn-cs"/>
        </a:defRPr>
      </a:lvl8pPr>
      <a:lvl9pPr marL="14212298" indent="-836018" algn="l" defTabSz="1672035" rtl="0" eaLnBrk="1" latinLnBrk="0" hangingPunct="1">
        <a:spcBef>
          <a:spcPct val="20000"/>
        </a:spcBef>
        <a:buFont typeface="Arial"/>
        <a:buChar char="•"/>
        <a:defRPr sz="7280" kern="1200">
          <a:solidFill>
            <a:schemeClr val="tx1"/>
          </a:solidFill>
          <a:latin typeface="+mn-lt"/>
          <a:ea typeface="+mn-ea"/>
          <a:cs typeface="+mn-cs"/>
        </a:defRPr>
      </a:lvl9pPr>
    </p:bodyStyle>
    <p:otherStyle>
      <a:defPPr>
        <a:defRPr lang="en-US"/>
      </a:defPPr>
      <a:lvl1pPr marL="0" algn="l" defTabSz="1672035" rtl="0" eaLnBrk="1" latinLnBrk="0" hangingPunct="1">
        <a:defRPr sz="6560" kern="1200">
          <a:solidFill>
            <a:schemeClr val="tx1"/>
          </a:solidFill>
          <a:latin typeface="+mn-lt"/>
          <a:ea typeface="+mn-ea"/>
          <a:cs typeface="+mn-cs"/>
        </a:defRPr>
      </a:lvl1pPr>
      <a:lvl2pPr marL="1672035" algn="l" defTabSz="1672035" rtl="0" eaLnBrk="1" latinLnBrk="0" hangingPunct="1">
        <a:defRPr sz="6560" kern="1200">
          <a:solidFill>
            <a:schemeClr val="tx1"/>
          </a:solidFill>
          <a:latin typeface="+mn-lt"/>
          <a:ea typeface="+mn-ea"/>
          <a:cs typeface="+mn-cs"/>
        </a:defRPr>
      </a:lvl2pPr>
      <a:lvl3pPr marL="3344070" algn="l" defTabSz="1672035" rtl="0" eaLnBrk="1" latinLnBrk="0" hangingPunct="1">
        <a:defRPr sz="6560" kern="1200">
          <a:solidFill>
            <a:schemeClr val="tx1"/>
          </a:solidFill>
          <a:latin typeface="+mn-lt"/>
          <a:ea typeface="+mn-ea"/>
          <a:cs typeface="+mn-cs"/>
        </a:defRPr>
      </a:lvl3pPr>
      <a:lvl4pPr marL="5016106" algn="l" defTabSz="1672035" rtl="0" eaLnBrk="1" latinLnBrk="0" hangingPunct="1">
        <a:defRPr sz="6560" kern="1200">
          <a:solidFill>
            <a:schemeClr val="tx1"/>
          </a:solidFill>
          <a:latin typeface="+mn-lt"/>
          <a:ea typeface="+mn-ea"/>
          <a:cs typeface="+mn-cs"/>
        </a:defRPr>
      </a:lvl4pPr>
      <a:lvl5pPr marL="6688140" algn="l" defTabSz="1672035" rtl="0" eaLnBrk="1" latinLnBrk="0" hangingPunct="1">
        <a:defRPr sz="6560" kern="1200">
          <a:solidFill>
            <a:schemeClr val="tx1"/>
          </a:solidFill>
          <a:latin typeface="+mn-lt"/>
          <a:ea typeface="+mn-ea"/>
          <a:cs typeface="+mn-cs"/>
        </a:defRPr>
      </a:lvl5pPr>
      <a:lvl6pPr marL="8360175" algn="l" defTabSz="1672035" rtl="0" eaLnBrk="1" latinLnBrk="0" hangingPunct="1">
        <a:defRPr sz="6560" kern="1200">
          <a:solidFill>
            <a:schemeClr val="tx1"/>
          </a:solidFill>
          <a:latin typeface="+mn-lt"/>
          <a:ea typeface="+mn-ea"/>
          <a:cs typeface="+mn-cs"/>
        </a:defRPr>
      </a:lvl6pPr>
      <a:lvl7pPr marL="10032210" algn="l" defTabSz="1672035" rtl="0" eaLnBrk="1" latinLnBrk="0" hangingPunct="1">
        <a:defRPr sz="6560" kern="1200">
          <a:solidFill>
            <a:schemeClr val="tx1"/>
          </a:solidFill>
          <a:latin typeface="+mn-lt"/>
          <a:ea typeface="+mn-ea"/>
          <a:cs typeface="+mn-cs"/>
        </a:defRPr>
      </a:lvl7pPr>
      <a:lvl8pPr marL="11704246" algn="l" defTabSz="1672035" rtl="0" eaLnBrk="1" latinLnBrk="0" hangingPunct="1">
        <a:defRPr sz="6560" kern="1200">
          <a:solidFill>
            <a:schemeClr val="tx1"/>
          </a:solidFill>
          <a:latin typeface="+mn-lt"/>
          <a:ea typeface="+mn-ea"/>
          <a:cs typeface="+mn-cs"/>
        </a:defRPr>
      </a:lvl8pPr>
      <a:lvl9pPr marL="13376280" algn="l" defTabSz="1672035" rtl="0" eaLnBrk="1" latinLnBrk="0" hangingPunct="1">
        <a:defRPr sz="6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microsoft.com/office/2018/10/relationships/comments" Target="../comments/modernComment_104_8500D672.xml"/><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Box 122"/>
          <p:cNvSpPr txBox="1">
            <a:spLocks noChangeArrowheads="1"/>
          </p:cNvSpPr>
          <p:nvPr/>
        </p:nvSpPr>
        <p:spPr bwMode="auto">
          <a:xfrm>
            <a:off x="1649096" y="332513"/>
            <a:ext cx="50487943" cy="17080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109710" tIns="274274" rIns="109710" bIns="274274" anchor="ctr" anchorCtr="0">
            <a:spAutoFit/>
          </a:bodyPr>
          <a:lstStyle/>
          <a:p>
            <a:r>
              <a:rPr lang="en-US" sz="7250" b="1">
                <a:solidFill>
                  <a:srgbClr val="000F7E"/>
                </a:solidFill>
                <a:latin typeface="Arial"/>
                <a:cs typeface="Arial"/>
              </a:rPr>
              <a:t>Multi-action Deep Reinforcement Learning (DRL) Agent for Optimizing Hydropower in Water-stressed Systems </a:t>
            </a:r>
          </a:p>
        </p:txBody>
      </p:sp>
      <p:sp>
        <p:nvSpPr>
          <p:cNvPr id="12" name="Text Box 123"/>
          <p:cNvSpPr txBox="1">
            <a:spLocks noChangeArrowheads="1"/>
          </p:cNvSpPr>
          <p:nvPr/>
        </p:nvSpPr>
        <p:spPr bwMode="auto">
          <a:xfrm>
            <a:off x="1744691" y="2052945"/>
            <a:ext cx="48408696" cy="1693693"/>
          </a:xfrm>
          <a:prstGeom prst="rect">
            <a:avLst/>
          </a:prstGeom>
          <a:solidFill>
            <a:srgbClr val="0070C1"/>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lIns="365760" tIns="365760" rIns="365760" bIns="365760" anchor="ctr" anchorCtr="0"/>
          <a:lstStyle/>
          <a:p>
            <a:pPr algn="ctr"/>
            <a:r>
              <a:rPr lang="en-US" sz="4400" dirty="0">
                <a:solidFill>
                  <a:schemeClr val="bg1"/>
                </a:solidFill>
                <a:latin typeface="Arial"/>
                <a:ea typeface="Source Sans Pro"/>
                <a:cs typeface="Arial"/>
              </a:rPr>
              <a:t>Shubhendu Kumar Singh</a:t>
            </a:r>
            <a:r>
              <a:rPr lang="en-US" sz="4400" baseline="30000" dirty="0">
                <a:solidFill>
                  <a:schemeClr val="bg1"/>
                </a:solidFill>
                <a:latin typeface="Arial"/>
                <a:ea typeface="Source Sans Pro"/>
                <a:cs typeface="Arial"/>
              </a:rPr>
              <a:t>1</a:t>
            </a:r>
            <a:r>
              <a:rPr lang="en-US" sz="4400" dirty="0">
                <a:solidFill>
                  <a:schemeClr val="bg1"/>
                </a:solidFill>
                <a:latin typeface="Arial"/>
                <a:ea typeface="Source Sans Pro"/>
                <a:cs typeface="Arial"/>
              </a:rPr>
              <a:t>(shubhsingh@lanl.gov), Cristina Garcia Cardona</a:t>
            </a:r>
            <a:r>
              <a:rPr lang="en-US" sz="4400" baseline="30000" dirty="0">
                <a:solidFill>
                  <a:schemeClr val="bg1"/>
                </a:solidFill>
                <a:latin typeface="Arial"/>
                <a:ea typeface="Source Sans Pro"/>
                <a:cs typeface="Arial"/>
              </a:rPr>
              <a:t>1</a:t>
            </a:r>
            <a:r>
              <a:rPr lang="en-US" sz="4400" dirty="0">
                <a:solidFill>
                  <a:schemeClr val="bg1"/>
                </a:solidFill>
                <a:latin typeface="Arial"/>
                <a:ea typeface="Source Sans Pro"/>
                <a:cs typeface="Arial"/>
              </a:rPr>
              <a:t>,  Nishath Rajiv Ranasinghe</a:t>
            </a:r>
            <a:r>
              <a:rPr lang="en-US" sz="4400" baseline="30000" dirty="0">
                <a:solidFill>
                  <a:schemeClr val="bg1"/>
                </a:solidFill>
                <a:latin typeface="Arial"/>
                <a:ea typeface="Source Sans Pro"/>
                <a:cs typeface="Arial"/>
              </a:rPr>
              <a:t>1</a:t>
            </a:r>
            <a:r>
              <a:rPr lang="en-US" sz="4400" dirty="0">
                <a:solidFill>
                  <a:schemeClr val="bg1"/>
                </a:solidFill>
                <a:latin typeface="Arial"/>
                <a:ea typeface="Source Sans Pro"/>
                <a:cs typeface="Arial"/>
              </a:rPr>
              <a:t>,  Susan Behery</a:t>
            </a:r>
            <a:r>
              <a:rPr lang="en-US" sz="4400" baseline="30000" dirty="0">
                <a:solidFill>
                  <a:schemeClr val="bg1"/>
                </a:solidFill>
                <a:latin typeface="Arial"/>
                <a:ea typeface="Source Sans Pro"/>
                <a:cs typeface="Arial"/>
              </a:rPr>
              <a:t>2</a:t>
            </a:r>
            <a:r>
              <a:rPr lang="en-US" sz="4400" dirty="0">
                <a:solidFill>
                  <a:schemeClr val="bg1"/>
                </a:solidFill>
                <a:latin typeface="Arial"/>
                <a:ea typeface="Source Sans Pro"/>
                <a:cs typeface="Arial"/>
              </a:rPr>
              <a:t>, Katrina E Bennett</a:t>
            </a:r>
            <a:r>
              <a:rPr lang="en-US" sz="4400" baseline="30000" dirty="0">
                <a:solidFill>
                  <a:schemeClr val="bg1"/>
                </a:solidFill>
                <a:latin typeface="Arial"/>
                <a:ea typeface="Source Sans Pro"/>
                <a:cs typeface="Arial"/>
              </a:rPr>
              <a:t>1</a:t>
            </a:r>
            <a:r>
              <a:rPr lang="en-US" sz="4400" dirty="0">
                <a:solidFill>
                  <a:schemeClr val="bg1"/>
                </a:solidFill>
                <a:latin typeface="Arial"/>
                <a:ea typeface="Source Sans Pro"/>
                <a:cs typeface="Arial"/>
              </a:rPr>
              <a:t>,  Jon Schwenk</a:t>
            </a:r>
            <a:r>
              <a:rPr lang="en-US" sz="4400" baseline="30000" dirty="0">
                <a:solidFill>
                  <a:schemeClr val="bg1"/>
                </a:solidFill>
                <a:latin typeface="Arial"/>
                <a:ea typeface="Source Sans Pro"/>
                <a:cs typeface="Arial"/>
              </a:rPr>
              <a:t>1</a:t>
            </a:r>
            <a:r>
              <a:rPr lang="en-US" sz="4400" dirty="0">
                <a:solidFill>
                  <a:schemeClr val="bg1"/>
                </a:solidFill>
                <a:latin typeface="Arial"/>
                <a:ea typeface="Source Sans Pro"/>
                <a:cs typeface="Arial"/>
              </a:rPr>
              <a:t> (jschwenk@lanl.gov)</a:t>
            </a:r>
          </a:p>
          <a:p>
            <a:pPr algn="ctr"/>
            <a:r>
              <a:rPr lang="en-US" sz="4400" i="1" baseline="30000" dirty="0">
                <a:solidFill>
                  <a:schemeClr val="bg1"/>
                </a:solidFill>
                <a:latin typeface="Arial"/>
                <a:ea typeface="Source Sans Pro"/>
                <a:cs typeface="Arial"/>
              </a:rPr>
              <a:t>1</a:t>
            </a:r>
            <a:r>
              <a:rPr lang="en-US" sz="4400" i="1" dirty="0">
                <a:solidFill>
                  <a:schemeClr val="bg1"/>
                </a:solidFill>
                <a:latin typeface="Arial"/>
                <a:ea typeface="Source Sans Pro"/>
                <a:cs typeface="Arial"/>
              </a:rPr>
              <a:t>Los Alamos National Laboratory, </a:t>
            </a:r>
            <a:r>
              <a:rPr lang="en-US" sz="4400" i="1" baseline="30000" dirty="0">
                <a:solidFill>
                  <a:schemeClr val="bg1"/>
                </a:solidFill>
                <a:latin typeface="Arial"/>
                <a:ea typeface="Source Sans Pro"/>
                <a:cs typeface="Arial"/>
              </a:rPr>
              <a:t>2</a:t>
            </a:r>
            <a:r>
              <a:rPr lang="en-US" sz="4400" i="1" dirty="0">
                <a:solidFill>
                  <a:schemeClr val="bg1"/>
                </a:solidFill>
                <a:latin typeface="Arial"/>
                <a:ea typeface="Source Sans Pro"/>
                <a:cs typeface="Arial"/>
              </a:rPr>
              <a:t>Barr Engineering, formerly worked at USBR</a:t>
            </a:r>
          </a:p>
        </p:txBody>
      </p:sp>
      <p:sp>
        <p:nvSpPr>
          <p:cNvPr id="31" name="Rectangle 30"/>
          <p:cNvSpPr/>
          <p:nvPr/>
        </p:nvSpPr>
        <p:spPr>
          <a:xfrm>
            <a:off x="1693642" y="3718059"/>
            <a:ext cx="14843391" cy="5686172"/>
          </a:xfrm>
          <a:prstGeom prst="rect">
            <a:avLst/>
          </a:prstGeom>
        </p:spPr>
        <p:txBody>
          <a:bodyPr wrap="square" lIns="91440" tIns="45720" rIns="91440" bIns="45720" anchor="t">
            <a:spAutoFit/>
          </a:bodyPr>
          <a:lstStyle/>
          <a:p>
            <a:pPr lvl="0"/>
            <a:r>
              <a:rPr lang="en-US" sz="5750" b="1" dirty="0">
                <a:solidFill>
                  <a:srgbClr val="000F7E"/>
                </a:solidFill>
                <a:latin typeface="Arial"/>
                <a:ea typeface="Source Sans Pro Semibold"/>
                <a:cs typeface="Arial"/>
              </a:rPr>
              <a:t>INTRODUCTION</a:t>
            </a:r>
          </a:p>
          <a:p>
            <a:pPr algn="just"/>
            <a:r>
              <a:rPr lang="en-US" sz="2550" dirty="0">
                <a:solidFill>
                  <a:srgbClr val="000000"/>
                </a:solidFill>
                <a:ea typeface="+mn-lt"/>
                <a:cs typeface="+mn-lt"/>
              </a:rPr>
              <a:t>Dammed reservoirs face mounting stress from rising urban, agricultural, and energy demands. The reservoirs traditionally rely on fixed rule curves or optimization models that have provided strong foundation for reservoir operation, ensuring reliable and safe water management. Building on these advances, we propose a Proximal Policy Optimization (PPO)-based reinforcement learning (RL) framework that introduces a next-generation, adaptive control strategy that complements and extends conventional methods. By learning directly from environment interactions, PPO agent continuously refines its decisions on storage and release to respond dynamically to changing inflows, evaporation, and demand. This data-driven approach enables multi-objective optimization, balancing hydropower, water supply, and ecological needs while maintaining operational flexibility. In this work, we develop a </a:t>
            </a:r>
            <a:r>
              <a:rPr lang="en-US" sz="2550" b="1" dirty="0">
                <a:solidFill>
                  <a:srgbClr val="000000"/>
                </a:solidFill>
                <a:ea typeface="+mn-lt"/>
                <a:cs typeface="+mn-lt"/>
              </a:rPr>
              <a:t>multi-action Proximal Policy optimization (PPO) agent</a:t>
            </a:r>
            <a:r>
              <a:rPr lang="en-US" sz="2550" dirty="0">
                <a:solidFill>
                  <a:srgbClr val="000000"/>
                </a:solidFill>
                <a:ea typeface="+mn-lt"/>
                <a:cs typeface="+mn-lt"/>
              </a:rPr>
              <a:t> that simultaneously outputs two decisions-agricultural release and hydropower release while satisfying operational constraints. The result is an intelligent system that adapts in real time, enhances efficiency and resilience, and supports sustainable reservoir management under evolving hydrologic conditions .</a:t>
            </a:r>
            <a:endParaRPr lang="en-US" dirty="0">
              <a:ea typeface="+mn-lt"/>
              <a:cs typeface="+mn-lt"/>
            </a:endParaRPr>
          </a:p>
        </p:txBody>
      </p:sp>
      <p:sp>
        <p:nvSpPr>
          <p:cNvPr id="56" name="Rectangle 55">
            <a:extLst>
              <a:ext uri="{FF2B5EF4-FFF2-40B4-BE49-F238E27FC236}">
                <a16:creationId xmlns:a16="http://schemas.microsoft.com/office/drawing/2014/main" id="{A5DDCE41-026D-6F4F-915C-ACB48FE5719F}"/>
              </a:ext>
            </a:extLst>
          </p:cNvPr>
          <p:cNvSpPr/>
          <p:nvPr/>
        </p:nvSpPr>
        <p:spPr>
          <a:xfrm>
            <a:off x="18124197" y="3723758"/>
            <a:ext cx="14850824" cy="6875728"/>
          </a:xfrm>
          <a:prstGeom prst="rect">
            <a:avLst/>
          </a:prstGeom>
        </p:spPr>
        <p:txBody>
          <a:bodyPr wrap="square" lIns="91440" tIns="45720" rIns="91440" bIns="45720" anchor="t">
            <a:spAutoFit/>
          </a:bodyPr>
          <a:lstStyle/>
          <a:p>
            <a:pPr algn="just"/>
            <a:r>
              <a:rPr lang="en-US" sz="5750" b="1">
                <a:solidFill>
                  <a:srgbClr val="000F7E"/>
                </a:solidFill>
                <a:latin typeface="Arial"/>
                <a:ea typeface="Source Sans Pro Semibold"/>
                <a:cs typeface="Arial"/>
              </a:rPr>
              <a:t>METHODOLOGY</a:t>
            </a:r>
            <a:endParaRPr lang="en-US" sz="5750">
              <a:latin typeface="Arial"/>
              <a:ea typeface="Source Sans Pro Semibold"/>
              <a:cs typeface="Arial"/>
            </a:endParaRPr>
          </a:p>
          <a:p>
            <a:pPr marL="285750" indent="-285750" algn="just">
              <a:buFont typeface="Arial"/>
              <a:buChar char="•"/>
            </a:pPr>
            <a:r>
              <a:rPr lang="en-US" sz="2550" b="1">
                <a:ea typeface="+mn-lt"/>
                <a:cs typeface="+mn-lt"/>
              </a:rPr>
              <a:t>State (Inputs to the PPO Agent):</a:t>
            </a:r>
            <a:r>
              <a:rPr lang="en-US" sz="2550">
                <a:ea typeface="+mn-lt"/>
                <a:cs typeface="+mn-lt"/>
              </a:rPr>
              <a:t> storage, inflow </a:t>
            </a:r>
            <a:r>
              <a:rPr lang="en-US" sz="2550" b="1">
                <a:ea typeface="+mn-lt"/>
                <a:cs typeface="+mn-lt"/>
              </a:rPr>
              <a:t>(Figure 4),</a:t>
            </a:r>
            <a:r>
              <a:rPr lang="en-US" sz="2550">
                <a:ea typeface="+mn-lt"/>
                <a:cs typeface="+mn-lt"/>
              </a:rPr>
              <a:t> evaporation, day-of-year</a:t>
            </a:r>
            <a:endParaRPr lang="en-US">
              <a:ea typeface="Calibri"/>
              <a:cs typeface="Calibri"/>
            </a:endParaRPr>
          </a:p>
          <a:p>
            <a:pPr marL="285750" indent="-285750" algn="just">
              <a:buFont typeface="Arial"/>
              <a:buChar char="•"/>
            </a:pPr>
            <a:r>
              <a:rPr lang="en-US" sz="2550" b="1">
                <a:ea typeface="+mn-lt"/>
                <a:cs typeface="+mn-lt"/>
              </a:rPr>
              <a:t>Actions taken by the  PPO Agent:</a:t>
            </a:r>
          </a:p>
          <a:p>
            <a:pPr marL="2375535" lvl="1" indent="-285750" algn="just">
              <a:buFont typeface="Courier New"/>
              <a:buChar char="o"/>
            </a:pPr>
            <a:r>
              <a:rPr lang="en-US" sz="2550" b="1">
                <a:ea typeface="+mn-lt"/>
                <a:cs typeface="+mn-lt"/>
              </a:rPr>
              <a:t>NIIP Release (Agricultural Release: Navajo Indian Irrigation Project (NIIP))</a:t>
            </a:r>
          </a:p>
          <a:p>
            <a:pPr marL="2375535" lvl="1" indent="-285750" algn="just">
              <a:buFont typeface="Courier New"/>
              <a:buChar char="o"/>
            </a:pPr>
            <a:r>
              <a:rPr lang="en-US" sz="2550" b="1">
                <a:ea typeface="+mn-lt"/>
                <a:cs typeface="+mn-lt"/>
              </a:rPr>
              <a:t>Regular Release (San Juan River Release, Hydropower Generation, Fisheries)</a:t>
            </a:r>
          </a:p>
          <a:p>
            <a:pPr marL="285750" indent="-285750" algn="just">
              <a:buFont typeface="Arial"/>
              <a:buChar char="•"/>
            </a:pPr>
            <a:r>
              <a:rPr lang="en-US" sz="2550" b="1">
                <a:ea typeface="+mn-lt"/>
                <a:cs typeface="+mn-lt"/>
              </a:rPr>
              <a:t>Constraints:</a:t>
            </a:r>
            <a:r>
              <a:rPr lang="en-US" sz="2550">
                <a:ea typeface="+mn-lt"/>
                <a:cs typeface="+mn-lt"/>
              </a:rPr>
              <a:t> storage limits, hydropower maximization, agricultural demand, fisheries sustenance</a:t>
            </a:r>
            <a:endParaRPr lang="en-US"/>
          </a:p>
          <a:p>
            <a:pPr marL="285750" indent="-285750" algn="just">
              <a:buFont typeface="Arial"/>
              <a:buChar char="•"/>
            </a:pPr>
            <a:r>
              <a:rPr lang="en-US" sz="2550" b="1">
                <a:ea typeface="+mn-lt"/>
                <a:cs typeface="+mn-lt"/>
              </a:rPr>
              <a:t>Reward:</a:t>
            </a:r>
            <a:r>
              <a:rPr lang="en-US" sz="2550">
                <a:ea typeface="+mn-lt"/>
                <a:cs typeface="+mn-lt"/>
              </a:rPr>
              <a:t> storage stability, hydropower generation, fisheries, NIIP</a:t>
            </a:r>
            <a:endParaRPr lang="en-US"/>
          </a:p>
          <a:p>
            <a:pPr marL="285750" indent="-285750" algn="just">
              <a:buFont typeface="Arial"/>
              <a:buChar char="•"/>
            </a:pPr>
            <a:r>
              <a:rPr lang="en-US" sz="2550" b="1">
                <a:ea typeface="+mn-lt"/>
                <a:cs typeface="+mn-lt"/>
              </a:rPr>
              <a:t>Algorithm: </a:t>
            </a:r>
            <a:r>
              <a:rPr lang="en-US" sz="2550">
                <a:ea typeface="+mn-lt"/>
                <a:cs typeface="+mn-lt"/>
              </a:rPr>
              <a:t>Proximal Policy Optimization (PPO) with multi-action continuous control</a:t>
            </a:r>
            <a:endParaRPr lang="en-US"/>
          </a:p>
          <a:p>
            <a:pPr algn="just"/>
            <a:r>
              <a:rPr lang="en-US" sz="2550">
                <a:latin typeface="Arial"/>
                <a:cs typeface="Arial"/>
              </a:rPr>
              <a:t>:</a:t>
            </a:r>
            <a:endParaRPr lang="en-US" sz="2550">
              <a:latin typeface="Arial"/>
              <a:ea typeface="Source Sans Pro" panose="020B0503030403020204" pitchFamily="34" charset="0"/>
              <a:cs typeface="Arial"/>
            </a:endParaRPr>
          </a:p>
          <a:p>
            <a:pPr algn="just"/>
            <a:endParaRPr lang="en-US" sz="2560">
              <a:latin typeface="Arial" panose="020B0604020202020204" pitchFamily="34" charset="0"/>
              <a:ea typeface="Source Sans Pro" panose="020B0503030403020204" pitchFamily="34" charset="0"/>
              <a:cs typeface="Times"/>
            </a:endParaRPr>
          </a:p>
          <a:p>
            <a:pPr algn="just"/>
            <a:endParaRPr lang="en-US" sz="2560">
              <a:latin typeface="Arial" panose="020B0604020202020204" pitchFamily="34" charset="0"/>
              <a:ea typeface="Source Sans Pro" panose="020B0503030403020204" pitchFamily="34" charset="0"/>
              <a:cs typeface="Times"/>
            </a:endParaRPr>
          </a:p>
          <a:p>
            <a:pPr algn="just"/>
            <a:endParaRPr lang="en-US" sz="2560">
              <a:latin typeface="Arial" panose="020B0604020202020204" pitchFamily="34" charset="0"/>
              <a:ea typeface="Source Sans Pro" panose="020B0503030403020204" pitchFamily="34" charset="0"/>
              <a:cs typeface="Times"/>
            </a:endParaRPr>
          </a:p>
          <a:p>
            <a:pPr algn="just"/>
            <a:endParaRPr lang="en-US" sz="2560">
              <a:latin typeface="Arial" panose="020B0604020202020204" pitchFamily="34" charset="0"/>
              <a:ea typeface="Source Sans Pro" panose="020B0503030403020204" pitchFamily="34" charset="0"/>
              <a:cs typeface="Times"/>
            </a:endParaRPr>
          </a:p>
          <a:p>
            <a:pPr algn="just"/>
            <a:endParaRPr lang="en-US" sz="2560">
              <a:latin typeface="Arial" panose="020B0604020202020204" pitchFamily="34" charset="0"/>
              <a:ea typeface="Source Sans Pro" panose="020B0503030403020204" pitchFamily="34" charset="0"/>
              <a:cs typeface="Times"/>
            </a:endParaRPr>
          </a:p>
          <a:p>
            <a:pPr algn="just"/>
            <a:endParaRPr lang="en-US" sz="2560">
              <a:latin typeface="Arial" panose="020B0604020202020204" pitchFamily="34" charset="0"/>
              <a:ea typeface="Source Sans Pro" panose="020B0503030403020204" pitchFamily="34" charset="0"/>
              <a:cs typeface="Times"/>
            </a:endParaRPr>
          </a:p>
          <a:p>
            <a:pPr algn="just"/>
            <a:endParaRPr lang="en-US" sz="2560">
              <a:latin typeface="Arial" panose="020B0604020202020204" pitchFamily="34" charset="0"/>
              <a:ea typeface="Source Sans Pro" panose="020B0503030403020204" pitchFamily="34" charset="0"/>
              <a:cs typeface="Times"/>
            </a:endParaRPr>
          </a:p>
        </p:txBody>
      </p:sp>
      <p:sp>
        <p:nvSpPr>
          <p:cNvPr id="58" name="Rectangle 57">
            <a:extLst>
              <a:ext uri="{FF2B5EF4-FFF2-40B4-BE49-F238E27FC236}">
                <a16:creationId xmlns:a16="http://schemas.microsoft.com/office/drawing/2014/main" id="{D5CD02D4-B0DA-AE46-B851-779AD0464A18}"/>
              </a:ext>
            </a:extLst>
          </p:cNvPr>
          <p:cNvSpPr/>
          <p:nvPr/>
        </p:nvSpPr>
        <p:spPr>
          <a:xfrm>
            <a:off x="17973976" y="12814626"/>
            <a:ext cx="16301304" cy="4116512"/>
          </a:xfrm>
          <a:prstGeom prst="rect">
            <a:avLst/>
          </a:prstGeom>
        </p:spPr>
        <p:txBody>
          <a:bodyPr wrap="square" lIns="91440" tIns="45720" rIns="91440" bIns="45720" anchor="t">
            <a:spAutoFit/>
          </a:bodyPr>
          <a:lstStyle/>
          <a:p>
            <a:pPr lvl="0" algn="just"/>
            <a:r>
              <a:rPr lang="en-US" sz="5750" b="1" dirty="0">
                <a:solidFill>
                  <a:srgbClr val="000F7E"/>
                </a:solidFill>
                <a:latin typeface="Arial"/>
                <a:ea typeface="Source Sans Pro Semibold"/>
                <a:cs typeface="Arial"/>
              </a:rPr>
              <a:t>RESULTS</a:t>
            </a:r>
            <a:endParaRPr lang="en-US" sz="5750" dirty="0">
              <a:solidFill>
                <a:srgbClr val="000F7E"/>
              </a:solidFill>
              <a:latin typeface="Arial"/>
              <a:ea typeface="Source Sans Pro Semibold"/>
              <a:cs typeface="Arial"/>
            </a:endParaRPr>
          </a:p>
          <a:p>
            <a:pPr marL="285750" indent="-285750" algn="just">
              <a:buFont typeface="Arial"/>
              <a:buChar char="•"/>
            </a:pPr>
            <a:r>
              <a:rPr lang="en-US" sz="2550" dirty="0">
                <a:ea typeface="+mn-lt"/>
                <a:cs typeface="+mn-lt"/>
              </a:rPr>
              <a:t>PPO learns realistic storage-release dynamics </a:t>
            </a:r>
            <a:r>
              <a:rPr lang="en-US" sz="2550" b="1" dirty="0">
                <a:ea typeface="+mn-lt"/>
                <a:cs typeface="+mn-lt"/>
              </a:rPr>
              <a:t>(Figure 5)</a:t>
            </a:r>
          </a:p>
          <a:p>
            <a:pPr marL="285750" indent="-285750" algn="just">
              <a:buFont typeface="Arial"/>
              <a:buChar char="•"/>
            </a:pPr>
            <a:r>
              <a:rPr lang="en-US" sz="2550" dirty="0">
                <a:ea typeface="+mn-lt"/>
                <a:cs typeface="+mn-lt"/>
              </a:rPr>
              <a:t>The PPO agent learned distinct release pattern- NIIP release follows the NIIP demand, ramping up release during peak agriculture season, while San Juan release aligns with hydropower opportunity </a:t>
            </a:r>
            <a:r>
              <a:rPr lang="en-US" sz="2550" b="1" dirty="0">
                <a:ea typeface="+mn-lt"/>
                <a:cs typeface="+mn-lt"/>
              </a:rPr>
              <a:t>(Figure 6)</a:t>
            </a:r>
          </a:p>
          <a:p>
            <a:pPr marL="285750" indent="-285750" algn="just">
              <a:buFont typeface="Arial"/>
              <a:buChar char="•"/>
            </a:pPr>
            <a:r>
              <a:rPr lang="en-US" sz="2550" dirty="0">
                <a:ea typeface="+mn-lt"/>
                <a:cs typeface="+mn-lt"/>
              </a:rPr>
              <a:t>The PPO agent maintains stable and near-optimal hydropower output (approx. 500MWh median) throughout the year </a:t>
            </a:r>
            <a:r>
              <a:rPr lang="en-US" sz="2550" b="1" dirty="0">
                <a:ea typeface="+mn-lt"/>
                <a:cs typeface="+mn-lt"/>
              </a:rPr>
              <a:t>(Figure 7)</a:t>
            </a:r>
            <a:r>
              <a:rPr lang="en-US" sz="2550" dirty="0">
                <a:ea typeface="+mn-lt"/>
                <a:cs typeface="+mn-lt"/>
              </a:rPr>
              <a:t>, with narrow uncertainty (IQR) compared to that of the historical hydropower generation. The agent generates hydropower well below the physical limit (655 MWh), indicating efficient yet safe turbine utilization.</a:t>
            </a:r>
          </a:p>
          <a:p>
            <a:pPr marL="285750" indent="-285750" algn="just">
              <a:buFont typeface="Arial"/>
              <a:buChar char="•"/>
            </a:pPr>
            <a:endParaRPr lang="en-US" sz="2550" dirty="0">
              <a:solidFill>
                <a:srgbClr val="000000"/>
              </a:solidFill>
              <a:latin typeface="Calibri"/>
              <a:ea typeface="Calibri"/>
              <a:cs typeface="Calibri"/>
            </a:endParaRPr>
          </a:p>
          <a:p>
            <a:pPr algn="just"/>
            <a:endParaRPr lang="en-US" sz="2550" b="1" spc="240">
              <a:solidFill>
                <a:srgbClr val="000F7E"/>
              </a:solidFill>
              <a:latin typeface="Arial" panose="020B0604020202020204" pitchFamily="34" charset="0"/>
              <a:ea typeface="Source Sans Pro" panose="020B0503030403020204" pitchFamily="34" charset="0"/>
              <a:cs typeface="Arial" panose="020B0604020202020204" pitchFamily="34" charset="0"/>
            </a:endParaRPr>
          </a:p>
        </p:txBody>
      </p:sp>
      <p:sp>
        <p:nvSpPr>
          <p:cNvPr id="59" name="Rectangle 58">
            <a:extLst>
              <a:ext uri="{FF2B5EF4-FFF2-40B4-BE49-F238E27FC236}">
                <a16:creationId xmlns:a16="http://schemas.microsoft.com/office/drawing/2014/main" id="{B70C9C69-B8DE-6742-ACC4-663E2E198E18}"/>
              </a:ext>
            </a:extLst>
          </p:cNvPr>
          <p:cNvSpPr/>
          <p:nvPr/>
        </p:nvSpPr>
        <p:spPr>
          <a:xfrm>
            <a:off x="34306695" y="20336878"/>
            <a:ext cx="16276475" cy="3724096"/>
          </a:xfrm>
          <a:prstGeom prst="rect">
            <a:avLst/>
          </a:prstGeom>
        </p:spPr>
        <p:txBody>
          <a:bodyPr wrap="square" lIns="91440" tIns="45720" rIns="91440" bIns="45720" anchor="t">
            <a:spAutoFit/>
          </a:bodyPr>
          <a:lstStyle/>
          <a:p>
            <a:pPr lvl="0"/>
            <a:r>
              <a:rPr lang="en-US" sz="5750" b="1" dirty="0">
                <a:solidFill>
                  <a:srgbClr val="000F7E"/>
                </a:solidFill>
                <a:latin typeface="Arial"/>
                <a:ea typeface="Source Sans Pro Semibold"/>
                <a:cs typeface="Arial"/>
              </a:rPr>
              <a:t>DISCUSSION &amp; FUTURE WORK</a:t>
            </a:r>
            <a:endParaRPr lang="en-US" sz="5750" dirty="0">
              <a:solidFill>
                <a:srgbClr val="000F7E"/>
              </a:solidFill>
              <a:latin typeface="Arial"/>
              <a:ea typeface="Source Sans Pro Semibold"/>
              <a:cs typeface="Arial"/>
            </a:endParaRPr>
          </a:p>
          <a:p>
            <a:pPr marL="285750" indent="-285750" algn="just">
              <a:buFont typeface="Arial"/>
              <a:buChar char="•"/>
            </a:pPr>
            <a:r>
              <a:rPr lang="en-US" sz="2550" dirty="0">
                <a:ea typeface="+mn-lt"/>
                <a:cs typeface="+mn-lt"/>
              </a:rPr>
              <a:t>Multi-action PPO framework successfully demonstrated its ability to learn coordinated release policy that balance hydropower generation, agricultural demand, and storage-release regulations.</a:t>
            </a:r>
            <a:endParaRPr lang="en-US" dirty="0">
              <a:ea typeface="+mn-lt"/>
              <a:cs typeface="+mn-lt"/>
            </a:endParaRPr>
          </a:p>
          <a:p>
            <a:pPr marL="285750" indent="-285750" algn="just">
              <a:buFont typeface="Arial"/>
              <a:buChar char="•"/>
            </a:pPr>
            <a:r>
              <a:rPr lang="en-US" sz="2550" dirty="0">
                <a:ea typeface="+mn-lt"/>
                <a:cs typeface="+mn-lt"/>
              </a:rPr>
              <a:t>The results highlight the agent's strength in capturing nonlinear, </a:t>
            </a:r>
            <a:r>
              <a:rPr lang="en-US" sz="2550" dirty="0" err="1">
                <a:ea typeface="+mn-lt"/>
                <a:cs typeface="+mn-lt"/>
              </a:rPr>
              <a:t>multiobjective</a:t>
            </a:r>
            <a:r>
              <a:rPr lang="en-US" sz="2550" dirty="0">
                <a:ea typeface="+mn-lt"/>
                <a:cs typeface="+mn-lt"/>
              </a:rPr>
              <a:t> relationship without explicit rule definitions, offering a flexible and adaptive control strategy for reservoir systems</a:t>
            </a:r>
          </a:p>
          <a:p>
            <a:pPr marL="285750" indent="-285750" algn="just">
              <a:buFont typeface="Arial"/>
              <a:buChar char="•"/>
            </a:pPr>
            <a:r>
              <a:rPr lang="en-US" sz="2550" dirty="0">
                <a:latin typeface="Calibri"/>
                <a:ea typeface="Calibri"/>
                <a:cs typeface="Calibri"/>
              </a:rPr>
              <a:t>Future work will focus on scaling the framework to multi-reservoir networks and incorporating uncertainty from climate and inflow forecasts. Additional directions include integrating economic and ecological objectives into the reward functions.</a:t>
            </a:r>
          </a:p>
        </p:txBody>
      </p:sp>
      <p:sp>
        <p:nvSpPr>
          <p:cNvPr id="35" name="Text Placeholder 4">
            <a:extLst>
              <a:ext uri="{FF2B5EF4-FFF2-40B4-BE49-F238E27FC236}">
                <a16:creationId xmlns:a16="http://schemas.microsoft.com/office/drawing/2014/main" id="{ADF15B3B-EC7D-B24B-B259-473561AA6778}"/>
              </a:ext>
            </a:extLst>
          </p:cNvPr>
          <p:cNvSpPr txBox="1">
            <a:spLocks/>
          </p:cNvSpPr>
          <p:nvPr/>
        </p:nvSpPr>
        <p:spPr>
          <a:xfrm>
            <a:off x="25268438" y="24727933"/>
            <a:ext cx="2632765" cy="285426"/>
          </a:xfrm>
          <a:prstGeom prst="rect">
            <a:avLst/>
          </a:prstGeom>
        </p:spPr>
        <p:txBody>
          <a:bodyPr lIns="0" tIns="0" rIns="0" bIns="0" anchor="ctr" anchorCtr="0"/>
          <a:lstStyle>
            <a:lvl1pPr marL="1567533" indent="-1567533" algn="l" defTabSz="2090044" rtl="0" eaLnBrk="1" latinLnBrk="0" hangingPunct="1">
              <a:spcBef>
                <a:spcPct val="20000"/>
              </a:spcBef>
              <a:buFontTx/>
              <a:buNone/>
              <a:defRPr sz="1000" b="0" i="0" kern="1200">
                <a:solidFill>
                  <a:schemeClr val="bg1">
                    <a:lumMod val="65000"/>
                  </a:schemeClr>
                </a:solidFill>
                <a:latin typeface="Arial" panose="020B0604020202020204" pitchFamily="34" charset="0"/>
                <a:ea typeface="+mn-ea"/>
                <a:cs typeface="+mn-cs"/>
              </a:defRPr>
            </a:lvl1pPr>
            <a:lvl2pPr marL="3396322" indent="-1306278" algn="l" defTabSz="2090044" rtl="0" eaLnBrk="1" latinLnBrk="0" hangingPunct="1">
              <a:spcBef>
                <a:spcPct val="20000"/>
              </a:spcBef>
              <a:buFontTx/>
              <a:buNone/>
              <a:defRPr sz="1200" b="0" i="0" kern="1200">
                <a:solidFill>
                  <a:schemeClr val="bg1">
                    <a:lumMod val="65000"/>
                  </a:schemeClr>
                </a:solidFill>
                <a:latin typeface="Arial" panose="020B0604020202020204" pitchFamily="34" charset="0"/>
                <a:ea typeface="+mn-ea"/>
                <a:cs typeface="+mn-cs"/>
              </a:defRPr>
            </a:lvl2pPr>
            <a:lvl3pPr marL="5225110" indent="-1045022" algn="l" defTabSz="2090044" rtl="0" eaLnBrk="1" latinLnBrk="0" hangingPunct="1">
              <a:spcBef>
                <a:spcPct val="20000"/>
              </a:spcBef>
              <a:buFontTx/>
              <a:buNone/>
              <a:defRPr sz="1200" b="0" i="0" kern="1200">
                <a:solidFill>
                  <a:schemeClr val="bg1">
                    <a:lumMod val="65000"/>
                  </a:schemeClr>
                </a:solidFill>
                <a:latin typeface="Arial" panose="020B0604020202020204" pitchFamily="34" charset="0"/>
                <a:ea typeface="+mn-ea"/>
                <a:cs typeface="+mn-cs"/>
              </a:defRPr>
            </a:lvl3pPr>
            <a:lvl4pPr marL="7315154" indent="-1045022" algn="l" defTabSz="2090044" rtl="0" eaLnBrk="1" latinLnBrk="0" hangingPunct="1">
              <a:spcBef>
                <a:spcPct val="20000"/>
              </a:spcBef>
              <a:buFontTx/>
              <a:buNone/>
              <a:defRPr sz="1200" b="0" i="0" kern="1200">
                <a:solidFill>
                  <a:schemeClr val="bg1">
                    <a:lumMod val="65000"/>
                  </a:schemeClr>
                </a:solidFill>
                <a:latin typeface="Arial" panose="020B0604020202020204" pitchFamily="34" charset="0"/>
                <a:ea typeface="+mn-ea"/>
                <a:cs typeface="+mn-cs"/>
              </a:defRPr>
            </a:lvl4pPr>
            <a:lvl5pPr marL="9405198" indent="-1045022" algn="l" defTabSz="2090044" rtl="0" eaLnBrk="1" latinLnBrk="0" hangingPunct="1">
              <a:spcBef>
                <a:spcPct val="20000"/>
              </a:spcBef>
              <a:buFontTx/>
              <a:buNone/>
              <a:defRPr sz="1200" b="0" i="0" kern="1200">
                <a:solidFill>
                  <a:schemeClr val="bg1">
                    <a:lumMod val="65000"/>
                  </a:schemeClr>
                </a:solidFill>
                <a:latin typeface="Arial" panose="020B0604020202020204" pitchFamily="34" charset="0"/>
                <a:ea typeface="+mn-ea"/>
                <a:cs typeface="+mn-cs"/>
              </a:defRPr>
            </a:lvl5pPr>
            <a:lvl6pPr marL="11495242" indent="-1045022" algn="l" defTabSz="2090044" rtl="0" eaLnBrk="1" latinLnBrk="0" hangingPunct="1">
              <a:spcBef>
                <a:spcPct val="20000"/>
              </a:spcBef>
              <a:buFont typeface="Arial"/>
              <a:buChar char="•"/>
              <a:defRPr sz="9100" kern="1200">
                <a:solidFill>
                  <a:schemeClr val="tx1"/>
                </a:solidFill>
                <a:latin typeface="+mn-lt"/>
                <a:ea typeface="+mn-ea"/>
                <a:cs typeface="+mn-cs"/>
              </a:defRPr>
            </a:lvl6pPr>
            <a:lvl7pPr marL="13585287" indent="-1045022" algn="l" defTabSz="2090044" rtl="0" eaLnBrk="1" latinLnBrk="0" hangingPunct="1">
              <a:spcBef>
                <a:spcPct val="20000"/>
              </a:spcBef>
              <a:buFont typeface="Arial"/>
              <a:buChar char="•"/>
              <a:defRPr sz="9100" kern="1200">
                <a:solidFill>
                  <a:schemeClr val="tx1"/>
                </a:solidFill>
                <a:latin typeface="+mn-lt"/>
                <a:ea typeface="+mn-ea"/>
                <a:cs typeface="+mn-cs"/>
              </a:defRPr>
            </a:lvl7pPr>
            <a:lvl8pPr marL="15675331" indent="-1045022" algn="l" defTabSz="2090044" rtl="0" eaLnBrk="1" latinLnBrk="0" hangingPunct="1">
              <a:spcBef>
                <a:spcPct val="20000"/>
              </a:spcBef>
              <a:buFont typeface="Arial"/>
              <a:buChar char="•"/>
              <a:defRPr sz="9100" kern="1200">
                <a:solidFill>
                  <a:schemeClr val="tx1"/>
                </a:solidFill>
                <a:latin typeface="+mn-lt"/>
                <a:ea typeface="+mn-ea"/>
                <a:cs typeface="+mn-cs"/>
              </a:defRPr>
            </a:lvl8pPr>
            <a:lvl9pPr marL="17765375" indent="-1045022" algn="l" defTabSz="2090044" rtl="0" eaLnBrk="1" latinLnBrk="0" hangingPunct="1">
              <a:spcBef>
                <a:spcPct val="20000"/>
              </a:spcBef>
              <a:buFont typeface="Arial"/>
              <a:buChar char="•"/>
              <a:defRPr sz="9100" kern="1200">
                <a:solidFill>
                  <a:schemeClr val="tx1"/>
                </a:solidFill>
                <a:latin typeface="+mn-lt"/>
                <a:ea typeface="+mn-ea"/>
                <a:cs typeface="+mn-cs"/>
              </a:defRPr>
            </a:lvl9pPr>
          </a:lstStyle>
          <a:p>
            <a:pPr marL="1567180" indent="-1567180"/>
            <a:r>
              <a:rPr lang="en-US" sz="1400">
                <a:solidFill>
                  <a:srgbClr val="CDD1E2"/>
                </a:solidFill>
                <a:latin typeface="Arial"/>
                <a:cs typeface="Arial"/>
              </a:rPr>
              <a:t>LA-UR# </a:t>
            </a:r>
            <a:endParaRPr lang="en-US"/>
          </a:p>
        </p:txBody>
      </p:sp>
      <p:sp>
        <p:nvSpPr>
          <p:cNvPr id="23" name="Text Box 180">
            <a:extLst>
              <a:ext uri="{FF2B5EF4-FFF2-40B4-BE49-F238E27FC236}">
                <a16:creationId xmlns:a16="http://schemas.microsoft.com/office/drawing/2014/main" id="{769D4A28-B3B7-456C-9626-76679DEE244B}"/>
              </a:ext>
            </a:extLst>
          </p:cNvPr>
          <p:cNvSpPr txBox="1">
            <a:spLocks noChangeArrowheads="1"/>
          </p:cNvSpPr>
          <p:nvPr/>
        </p:nvSpPr>
        <p:spPr bwMode="auto">
          <a:xfrm>
            <a:off x="18121959" y="11259545"/>
            <a:ext cx="13555416" cy="153271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54854" tIns="27427" rIns="54854" bIns="27427" anchor="ctr" anchorCtr="0">
            <a:spAutoFit/>
          </a:bodyPr>
          <a:lstStyle/>
          <a:p>
            <a:pPr algn="just"/>
            <a:r>
              <a:rPr lang="en-US" sz="2400" b="1">
                <a:solidFill>
                  <a:srgbClr val="000F7E"/>
                </a:solidFill>
                <a:latin typeface="Arial"/>
                <a:ea typeface="Source Sans Pro"/>
                <a:cs typeface="Arial"/>
              </a:rPr>
              <a:t>Figure  4. LSTM model for streamflow (inflow) prediction of the Navajo Reservoir. We initially trained a regional LSTM model for the Upper Colorado River Basin using more than 50 stream flow gauges and then finetuned the model for the Navajo input streams. Then, we utilized the finetuned model to predict the streamflow of the ungauged basin.   </a:t>
            </a:r>
            <a:endParaRPr lang="en-US" sz="2400">
              <a:solidFill>
                <a:srgbClr val="000000"/>
              </a:solidFill>
              <a:latin typeface="Calibri"/>
              <a:ea typeface="Calibri"/>
              <a:cs typeface="Calibri"/>
            </a:endParaRPr>
          </a:p>
        </p:txBody>
      </p:sp>
      <p:sp>
        <p:nvSpPr>
          <p:cNvPr id="29" name="Text Box 180">
            <a:extLst>
              <a:ext uri="{FF2B5EF4-FFF2-40B4-BE49-F238E27FC236}">
                <a16:creationId xmlns:a16="http://schemas.microsoft.com/office/drawing/2014/main" id="{45C086C3-72B6-C6FD-8717-8DA2069D0D1E}"/>
              </a:ext>
            </a:extLst>
          </p:cNvPr>
          <p:cNvSpPr txBox="1">
            <a:spLocks noChangeArrowheads="1"/>
          </p:cNvSpPr>
          <p:nvPr/>
        </p:nvSpPr>
        <p:spPr bwMode="auto">
          <a:xfrm>
            <a:off x="34392773" y="10279697"/>
            <a:ext cx="16816835" cy="1625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54854" tIns="27427" rIns="54854" bIns="27427" anchor="t" anchorCtr="0">
            <a:spAutoFit/>
          </a:bodyPr>
          <a:lstStyle/>
          <a:p>
            <a:pPr algn="just"/>
            <a:r>
              <a:rPr lang="en-US" sz="2550" b="1" dirty="0">
                <a:solidFill>
                  <a:srgbClr val="000F7E"/>
                </a:solidFill>
                <a:latin typeface="Arial"/>
                <a:ea typeface="Source Sans Pro"/>
                <a:cs typeface="Arial"/>
              </a:rPr>
              <a:t>Figure  6. Seasonal distribution of NIIP Release, San Juan Release, and NIIP Demand. The PPO agent </a:t>
            </a:r>
            <a:endParaRPr lang="en-US" sz="2550" b="1" dirty="0">
              <a:solidFill>
                <a:srgbClr val="000F7E"/>
              </a:solidFill>
              <a:latin typeface="Arial" panose="020B0604020202020204" pitchFamily="34" charset="0"/>
              <a:ea typeface="Source Sans Pro" panose="020B0503030403020204" pitchFamily="34" charset="0"/>
              <a:cs typeface="Arial"/>
            </a:endParaRPr>
          </a:p>
          <a:p>
            <a:pPr algn="just"/>
            <a:r>
              <a:rPr lang="en-US" sz="2550" b="1" dirty="0">
                <a:solidFill>
                  <a:srgbClr val="000F7E"/>
                </a:solidFill>
                <a:latin typeface="Arial"/>
                <a:ea typeface="Source Sans Pro"/>
                <a:cs typeface="Arial"/>
              </a:rPr>
              <a:t>learns distinct seasonal release behavior for San Juan release, and NIIP release. NIIP release aligns </a:t>
            </a:r>
            <a:endParaRPr lang="en-US" sz="2550" b="1" dirty="0">
              <a:solidFill>
                <a:srgbClr val="000F7E"/>
              </a:solidFill>
              <a:latin typeface="Arial" panose="020B0604020202020204" pitchFamily="34" charset="0"/>
              <a:ea typeface="Source Sans Pro" panose="020B0503030403020204" pitchFamily="34" charset="0"/>
              <a:cs typeface="Arial"/>
            </a:endParaRPr>
          </a:p>
          <a:p>
            <a:pPr algn="just"/>
            <a:r>
              <a:rPr lang="en-US" sz="2550" b="1" dirty="0">
                <a:solidFill>
                  <a:srgbClr val="000F7E"/>
                </a:solidFill>
                <a:latin typeface="Arial"/>
                <a:ea typeface="Source Sans Pro"/>
                <a:cs typeface="Arial"/>
              </a:rPr>
              <a:t>closely with NIIP demand, while San Juan release responds to </a:t>
            </a:r>
            <a:r>
              <a:rPr lang="en-US" sz="2550" b="1">
                <a:solidFill>
                  <a:srgbClr val="000F7E"/>
                </a:solidFill>
                <a:latin typeface="Arial"/>
                <a:ea typeface="Source Sans Pro"/>
                <a:cs typeface="Arial"/>
              </a:rPr>
              <a:t>hydropower opportunities, demonstrating</a:t>
            </a:r>
            <a:endParaRPr lang="en-US" sz="2550" b="1">
              <a:solidFill>
                <a:srgbClr val="000F7E"/>
              </a:solidFill>
              <a:latin typeface="Arial" panose="020B0604020202020204" pitchFamily="34" charset="0"/>
              <a:ea typeface="Source Sans Pro" panose="020B0503030403020204" pitchFamily="34" charset="0"/>
              <a:cs typeface="Arial"/>
            </a:endParaRPr>
          </a:p>
          <a:p>
            <a:pPr algn="just"/>
            <a:r>
              <a:rPr lang="en-US" sz="2550" b="1" dirty="0">
                <a:solidFill>
                  <a:srgbClr val="000F7E"/>
                </a:solidFill>
                <a:latin typeface="Arial"/>
                <a:ea typeface="Source Sans Pro"/>
                <a:cs typeface="Arial"/>
              </a:rPr>
              <a:t> coordinated multi-action learning and adaptive control </a:t>
            </a:r>
            <a:endParaRPr lang="en-US" sz="2550" b="1" dirty="0">
              <a:solidFill>
                <a:srgbClr val="000F7E"/>
              </a:solidFill>
              <a:latin typeface="Arial" panose="020B0604020202020204" pitchFamily="34" charset="0"/>
              <a:ea typeface="Source Sans Pro" panose="020B0503030403020204" pitchFamily="34" charset="0"/>
              <a:cs typeface="Arial"/>
            </a:endParaRPr>
          </a:p>
        </p:txBody>
      </p:sp>
      <p:sp>
        <p:nvSpPr>
          <p:cNvPr id="8" name="Text Box 180">
            <a:extLst>
              <a:ext uri="{FF2B5EF4-FFF2-40B4-BE49-F238E27FC236}">
                <a16:creationId xmlns:a16="http://schemas.microsoft.com/office/drawing/2014/main" id="{0C3DAF00-76DE-D750-3140-AD6B085EBA05}"/>
              </a:ext>
            </a:extLst>
          </p:cNvPr>
          <p:cNvSpPr txBox="1">
            <a:spLocks noChangeArrowheads="1"/>
          </p:cNvSpPr>
          <p:nvPr/>
        </p:nvSpPr>
        <p:spPr bwMode="auto">
          <a:xfrm>
            <a:off x="6953471" y="14537948"/>
            <a:ext cx="4325075" cy="4478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54854" tIns="27427" rIns="54854" bIns="27427" anchor="ctr" anchorCtr="0">
            <a:spAutoFit/>
          </a:bodyPr>
          <a:lstStyle/>
          <a:p>
            <a:pPr algn="ctr" eaLnBrk="1" hangingPunct="1"/>
            <a:r>
              <a:rPr lang="en-US" sz="2550" b="1">
                <a:solidFill>
                  <a:srgbClr val="000F7E"/>
                </a:solidFill>
                <a:latin typeface="Arial" panose="020B0604020202020204" pitchFamily="34" charset="0"/>
                <a:ea typeface="Source Sans Pro" panose="020B0503030403020204" pitchFamily="34" charset="0"/>
              </a:rPr>
              <a:t>Figure  1. Navajo Reservoir</a:t>
            </a:r>
            <a:endParaRPr lang="en-US" sz="2550">
              <a:solidFill>
                <a:srgbClr val="000F7E"/>
              </a:solidFill>
              <a:latin typeface="Arial" panose="020B0604020202020204" pitchFamily="34" charset="0"/>
              <a:ea typeface="Source Sans Pro" panose="020B0503030403020204" pitchFamily="34" charset="0"/>
            </a:endParaRPr>
          </a:p>
        </p:txBody>
      </p:sp>
      <p:sp>
        <p:nvSpPr>
          <p:cNvPr id="46" name="Text Box 180">
            <a:extLst>
              <a:ext uri="{FF2B5EF4-FFF2-40B4-BE49-F238E27FC236}">
                <a16:creationId xmlns:a16="http://schemas.microsoft.com/office/drawing/2014/main" id="{B4B35F54-D66D-DFF1-14CA-7ACD3D5BC8F9}"/>
              </a:ext>
            </a:extLst>
          </p:cNvPr>
          <p:cNvSpPr txBox="1">
            <a:spLocks noChangeArrowheads="1"/>
          </p:cNvSpPr>
          <p:nvPr/>
        </p:nvSpPr>
        <p:spPr bwMode="auto">
          <a:xfrm>
            <a:off x="356763" y="22861306"/>
            <a:ext cx="17765773" cy="116338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54854" tIns="27427" rIns="54854" bIns="27427" anchor="ctr" anchorCtr="0">
            <a:spAutoFit/>
          </a:bodyPr>
          <a:lstStyle/>
          <a:p>
            <a:pPr algn="just"/>
            <a:r>
              <a:rPr lang="en-US" sz="2400" b="1" dirty="0">
                <a:solidFill>
                  <a:srgbClr val="000F7E"/>
                </a:solidFill>
                <a:latin typeface="Arial"/>
                <a:ea typeface="Source Sans Pro"/>
                <a:cs typeface="Arial"/>
              </a:rPr>
              <a:t>Figure  2. Proposed DRL Framework and PPO architecture: The PPO agent interacts with a virtual environment </a:t>
            </a:r>
            <a:endParaRPr lang="en-US" sz="2400" dirty="0">
              <a:solidFill>
                <a:srgbClr val="000F7E"/>
              </a:solidFill>
              <a:latin typeface="Arial" panose="020B0604020202020204" pitchFamily="34" charset="0"/>
              <a:ea typeface="Source Sans Pro" panose="020B0503030403020204" pitchFamily="34" charset="0"/>
              <a:cs typeface="Arial" panose="020B0604020202020204" pitchFamily="34" charset="0"/>
            </a:endParaRPr>
          </a:p>
          <a:p>
            <a:pPr algn="just"/>
            <a:r>
              <a:rPr lang="en-US" sz="2400" b="1" dirty="0">
                <a:solidFill>
                  <a:srgbClr val="000F7E"/>
                </a:solidFill>
                <a:latin typeface="Arial"/>
                <a:ea typeface="Source Sans Pro"/>
                <a:cs typeface="Arial"/>
              </a:rPr>
              <a:t>(Navajo Reservoir: Figure 1), learning  optimal release policies. The PPO agent's actor-critic neural networks enable </a:t>
            </a:r>
            <a:endParaRPr lang="en-US" sz="2400" dirty="0">
              <a:solidFill>
                <a:srgbClr val="000F7E"/>
              </a:solidFill>
              <a:latin typeface="Arial" panose="020B0604020202020204" pitchFamily="34" charset="0"/>
              <a:ea typeface="Source Sans Pro" panose="020B0503030403020204" pitchFamily="34" charset="0"/>
              <a:cs typeface="Arial"/>
            </a:endParaRPr>
          </a:p>
          <a:p>
            <a:pPr algn="just"/>
            <a:r>
              <a:rPr lang="en-US" sz="2400" b="1" dirty="0">
                <a:solidFill>
                  <a:srgbClr val="000F7E"/>
                </a:solidFill>
                <a:latin typeface="Arial"/>
                <a:ea typeface="Source Sans Pro"/>
                <a:cs typeface="Arial"/>
              </a:rPr>
              <a:t>adaptive, multi-objective decision-making that balances storage, hydropower generation, and agricultural demands.</a:t>
            </a:r>
            <a:endParaRPr lang="en-US" sz="2400" b="1" dirty="0">
              <a:solidFill>
                <a:srgbClr val="000F7E"/>
              </a:solidFill>
              <a:latin typeface="Arial" panose="020B0604020202020204" pitchFamily="34" charset="0"/>
              <a:ea typeface="Source Sans Pro" panose="020B0503030403020204" pitchFamily="34" charset="0"/>
              <a:cs typeface="Arial"/>
            </a:endParaRPr>
          </a:p>
        </p:txBody>
      </p:sp>
      <p:pic>
        <p:nvPicPr>
          <p:cNvPr id="50" name="Picture 49">
            <a:extLst>
              <a:ext uri="{FF2B5EF4-FFF2-40B4-BE49-F238E27FC236}">
                <a16:creationId xmlns:a16="http://schemas.microsoft.com/office/drawing/2014/main" id="{EF84240B-E968-D862-FB15-F1580F8F8402}"/>
              </a:ext>
            </a:extLst>
          </p:cNvPr>
          <p:cNvPicPr>
            <a:picLocks noChangeAspect="1"/>
          </p:cNvPicPr>
          <p:nvPr/>
        </p:nvPicPr>
        <p:blipFill>
          <a:blip r:embed="rId4"/>
          <a:stretch>
            <a:fillRect/>
          </a:stretch>
        </p:blipFill>
        <p:spPr>
          <a:xfrm>
            <a:off x="18239627" y="7530776"/>
            <a:ext cx="13561506" cy="3739913"/>
          </a:xfrm>
          <a:prstGeom prst="rect">
            <a:avLst/>
          </a:prstGeom>
        </p:spPr>
      </p:pic>
      <p:sp>
        <p:nvSpPr>
          <p:cNvPr id="9" name="Text Box 180">
            <a:extLst>
              <a:ext uri="{FF2B5EF4-FFF2-40B4-BE49-F238E27FC236}">
                <a16:creationId xmlns:a16="http://schemas.microsoft.com/office/drawing/2014/main" id="{910748D7-AB59-AF5C-42B2-3305A373A8FA}"/>
              </a:ext>
            </a:extLst>
          </p:cNvPr>
          <p:cNvSpPr txBox="1">
            <a:spLocks noChangeArrowheads="1"/>
          </p:cNvSpPr>
          <p:nvPr/>
        </p:nvSpPr>
        <p:spPr bwMode="auto">
          <a:xfrm>
            <a:off x="18242620" y="22009676"/>
            <a:ext cx="14788366" cy="20174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54854" tIns="27427" rIns="54854" bIns="27427" anchor="t" anchorCtr="0">
            <a:spAutoFit/>
          </a:bodyPr>
          <a:lstStyle/>
          <a:p>
            <a:pPr algn="just"/>
            <a:r>
              <a:rPr lang="en-US" sz="2550" b="1" dirty="0">
                <a:solidFill>
                  <a:srgbClr val="000F7E"/>
                </a:solidFill>
                <a:latin typeface="Arial"/>
                <a:ea typeface="Source Sans Pro"/>
                <a:cs typeface="Arial"/>
              </a:rPr>
              <a:t>Figure  5.Predicterd storage from the PPO agent has less variability as compared to historical </a:t>
            </a:r>
            <a:endParaRPr lang="en-US" sz="2550" dirty="0">
              <a:solidFill>
                <a:srgbClr val="000F7E"/>
              </a:solidFill>
              <a:latin typeface="Arial" panose="020B0604020202020204" pitchFamily="34" charset="0"/>
              <a:ea typeface="Source Sans Pro" panose="020B0503030403020204" pitchFamily="34" charset="0"/>
              <a:cs typeface="Arial" panose="020B0604020202020204" pitchFamily="34" charset="0"/>
            </a:endParaRPr>
          </a:p>
          <a:p>
            <a:pPr algn="just"/>
            <a:r>
              <a:rPr lang="en-US" sz="2550" b="1" dirty="0">
                <a:solidFill>
                  <a:srgbClr val="000F7E"/>
                </a:solidFill>
                <a:latin typeface="Arial"/>
                <a:ea typeface="Source Sans Pro"/>
                <a:cs typeface="Arial"/>
              </a:rPr>
              <a:t>storage values. The agent was able to capture the seasonal dynamics, capturing refills, and </a:t>
            </a:r>
            <a:endParaRPr lang="en-US" sz="2550" b="1">
              <a:solidFill>
                <a:srgbClr val="000F7E"/>
              </a:solidFill>
              <a:latin typeface="Arial" panose="020B0604020202020204" pitchFamily="34" charset="0"/>
              <a:ea typeface="Source Sans Pro" panose="020B0503030403020204" pitchFamily="34" charset="0"/>
              <a:cs typeface="Arial"/>
            </a:endParaRPr>
          </a:p>
          <a:p>
            <a:pPr algn="just"/>
            <a:r>
              <a:rPr lang="en-US" sz="2550" b="1" dirty="0">
                <a:solidFill>
                  <a:srgbClr val="000F7E"/>
                </a:solidFill>
                <a:latin typeface="Arial"/>
                <a:ea typeface="Source Sans Pro"/>
                <a:cs typeface="Arial"/>
              </a:rPr>
              <a:t>drawdown cycles accurately. Besides, the agent effectively balances the inflows, releases, </a:t>
            </a:r>
            <a:endParaRPr lang="en-US" sz="2550" b="1" dirty="0">
              <a:solidFill>
                <a:srgbClr val="000F7E"/>
              </a:solidFill>
              <a:latin typeface="Arial" panose="020B0604020202020204" pitchFamily="34" charset="0"/>
              <a:ea typeface="Source Sans Pro" panose="020B0503030403020204" pitchFamily="34" charset="0"/>
              <a:cs typeface="Arial"/>
            </a:endParaRPr>
          </a:p>
          <a:p>
            <a:pPr algn="just"/>
            <a:r>
              <a:rPr lang="en-US" sz="2550" b="1" dirty="0">
                <a:solidFill>
                  <a:srgbClr val="000F7E"/>
                </a:solidFill>
                <a:latin typeface="Arial"/>
                <a:ea typeface="Source Sans Pro"/>
                <a:cs typeface="Arial"/>
              </a:rPr>
              <a:t>while maintaining storage within safe reservoir limits (0.5-1.7 million acre-feet) across </a:t>
            </a:r>
            <a:endParaRPr lang="en-US" sz="2550" b="1" dirty="0">
              <a:solidFill>
                <a:srgbClr val="000F7E"/>
              </a:solidFill>
              <a:latin typeface="Arial" panose="020B0604020202020204" pitchFamily="34" charset="0"/>
              <a:ea typeface="Source Sans Pro" panose="020B0503030403020204" pitchFamily="34" charset="0"/>
              <a:cs typeface="Arial"/>
            </a:endParaRPr>
          </a:p>
          <a:p>
            <a:pPr algn="just"/>
            <a:r>
              <a:rPr lang="en-US" sz="2550" b="1" dirty="0">
                <a:solidFill>
                  <a:srgbClr val="000F7E"/>
                </a:solidFill>
                <a:latin typeface="Arial"/>
                <a:ea typeface="Source Sans Pro"/>
                <a:cs typeface="Arial"/>
              </a:rPr>
              <a:t>hydrologic seasons.</a:t>
            </a:r>
            <a:endParaRPr lang="en-US" sz="2550" b="1">
              <a:solidFill>
                <a:srgbClr val="000F7E"/>
              </a:solidFill>
              <a:latin typeface="Arial" panose="020B0604020202020204" pitchFamily="34" charset="0"/>
              <a:ea typeface="Source Sans Pro" panose="020B0503030403020204" pitchFamily="34" charset="0"/>
              <a:cs typeface="Arial"/>
            </a:endParaRPr>
          </a:p>
        </p:txBody>
      </p:sp>
      <p:pic>
        <p:nvPicPr>
          <p:cNvPr id="4" name="Picture 3" descr="A map of a river and a river&#10;&#10;AI-generated content may be incorrect.">
            <a:extLst>
              <a:ext uri="{FF2B5EF4-FFF2-40B4-BE49-F238E27FC236}">
                <a16:creationId xmlns:a16="http://schemas.microsoft.com/office/drawing/2014/main" id="{3A84BF87-4DE8-9E75-A3C8-3C76D1C5EA64}"/>
              </a:ext>
            </a:extLst>
          </p:cNvPr>
          <p:cNvPicPr>
            <a:picLocks noChangeAspect="1"/>
          </p:cNvPicPr>
          <p:nvPr/>
        </p:nvPicPr>
        <p:blipFill>
          <a:blip r:embed="rId5"/>
          <a:stretch>
            <a:fillRect/>
          </a:stretch>
        </p:blipFill>
        <p:spPr>
          <a:xfrm>
            <a:off x="1713883" y="9401781"/>
            <a:ext cx="14810077" cy="5172035"/>
          </a:xfrm>
          <a:prstGeom prst="rect">
            <a:avLst/>
          </a:prstGeom>
        </p:spPr>
      </p:pic>
      <p:sp>
        <p:nvSpPr>
          <p:cNvPr id="15" name="Text Box 180">
            <a:extLst>
              <a:ext uri="{FF2B5EF4-FFF2-40B4-BE49-F238E27FC236}">
                <a16:creationId xmlns:a16="http://schemas.microsoft.com/office/drawing/2014/main" id="{8ADAE7B5-486E-08B4-0B10-8A573B556DCD}"/>
              </a:ext>
            </a:extLst>
          </p:cNvPr>
          <p:cNvSpPr txBox="1">
            <a:spLocks noChangeArrowheads="1"/>
          </p:cNvSpPr>
          <p:nvPr/>
        </p:nvSpPr>
        <p:spPr bwMode="auto">
          <a:xfrm>
            <a:off x="34329933" y="18610304"/>
            <a:ext cx="16244534" cy="16250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lIns="54854" tIns="27427" rIns="54854" bIns="27427" anchor="ctr" anchorCtr="0">
            <a:spAutoFit/>
          </a:bodyPr>
          <a:lstStyle/>
          <a:p>
            <a:pPr algn="just"/>
            <a:r>
              <a:rPr lang="en-US" sz="2550" b="1" dirty="0">
                <a:solidFill>
                  <a:srgbClr val="000F7E"/>
                </a:solidFill>
                <a:latin typeface="Arial"/>
                <a:ea typeface="Source Sans Pro"/>
                <a:cs typeface="Arial"/>
              </a:rPr>
              <a:t>Figure  7. Hydropower Generation: The PPO agent maintains a stable hydropower output near 500 MWh (median value), significantly higher than the test data (historical hydropower generation) and with much less variability. This highlights the agent's ability to sustain efficient hydropower generation while respecting operational limits (655MWh) and hydrologic variability. </a:t>
            </a:r>
            <a:endParaRPr lang="en-US" sz="2550" b="1" dirty="0">
              <a:solidFill>
                <a:srgbClr val="000F7E"/>
              </a:solidFill>
              <a:latin typeface="Arial" panose="020B0604020202020204" pitchFamily="34" charset="0"/>
              <a:ea typeface="Source Sans Pro" panose="020B0503030403020204" pitchFamily="34" charset="0"/>
              <a:cs typeface="Arial"/>
            </a:endParaRPr>
          </a:p>
        </p:txBody>
      </p:sp>
      <p:pic>
        <p:nvPicPr>
          <p:cNvPr id="10" name="Picture 9" descr="Chart, line chart&#10;&#10;AI-generated content may be incorrect.">
            <a:extLst>
              <a:ext uri="{FF2B5EF4-FFF2-40B4-BE49-F238E27FC236}">
                <a16:creationId xmlns:a16="http://schemas.microsoft.com/office/drawing/2014/main" id="{8E035D2C-A781-FC58-DFD1-403AB6B60DC2}"/>
              </a:ext>
            </a:extLst>
          </p:cNvPr>
          <p:cNvPicPr>
            <a:picLocks noChangeAspect="1"/>
          </p:cNvPicPr>
          <p:nvPr/>
        </p:nvPicPr>
        <p:blipFill>
          <a:blip r:embed="rId6"/>
          <a:stretch>
            <a:fillRect/>
          </a:stretch>
        </p:blipFill>
        <p:spPr>
          <a:xfrm>
            <a:off x="18220365" y="16506604"/>
            <a:ext cx="13206392" cy="5520900"/>
          </a:xfrm>
          <a:prstGeom prst="rect">
            <a:avLst/>
          </a:prstGeom>
        </p:spPr>
      </p:pic>
      <p:pic>
        <p:nvPicPr>
          <p:cNvPr id="17" name="Picture 16" descr="Chart, histogram&#10;&#10;AI-generated content may be incorrect.">
            <a:extLst>
              <a:ext uri="{FF2B5EF4-FFF2-40B4-BE49-F238E27FC236}">
                <a16:creationId xmlns:a16="http://schemas.microsoft.com/office/drawing/2014/main" id="{2A5462C3-E8EF-0AC2-3890-8DAF33461F43}"/>
              </a:ext>
            </a:extLst>
          </p:cNvPr>
          <p:cNvPicPr>
            <a:picLocks noChangeAspect="1"/>
          </p:cNvPicPr>
          <p:nvPr/>
        </p:nvPicPr>
        <p:blipFill>
          <a:blip r:embed="rId7"/>
          <a:stretch>
            <a:fillRect/>
          </a:stretch>
        </p:blipFill>
        <p:spPr>
          <a:xfrm>
            <a:off x="34831103" y="3774117"/>
            <a:ext cx="14803584" cy="6521953"/>
          </a:xfrm>
          <a:prstGeom prst="rect">
            <a:avLst/>
          </a:prstGeom>
        </p:spPr>
      </p:pic>
      <p:pic>
        <p:nvPicPr>
          <p:cNvPr id="5" name="Picture 4">
            <a:extLst>
              <a:ext uri="{FF2B5EF4-FFF2-40B4-BE49-F238E27FC236}">
                <a16:creationId xmlns:a16="http://schemas.microsoft.com/office/drawing/2014/main" id="{7FC52576-7344-0C01-317A-96463381A182}"/>
              </a:ext>
            </a:extLst>
          </p:cNvPr>
          <p:cNvPicPr>
            <a:picLocks noChangeAspect="1"/>
          </p:cNvPicPr>
          <p:nvPr/>
        </p:nvPicPr>
        <p:blipFill>
          <a:blip r:embed="rId8"/>
          <a:stretch>
            <a:fillRect/>
          </a:stretch>
        </p:blipFill>
        <p:spPr>
          <a:xfrm>
            <a:off x="34837586" y="11895425"/>
            <a:ext cx="16247316" cy="6681810"/>
          </a:xfrm>
          <a:prstGeom prst="rect">
            <a:avLst/>
          </a:prstGeom>
        </p:spPr>
      </p:pic>
      <p:pic>
        <p:nvPicPr>
          <p:cNvPr id="7" name="Picture 6">
            <a:extLst>
              <a:ext uri="{FF2B5EF4-FFF2-40B4-BE49-F238E27FC236}">
                <a16:creationId xmlns:a16="http://schemas.microsoft.com/office/drawing/2014/main" id="{02E6E4AD-750B-6FCC-4BE2-BA916667FA94}"/>
              </a:ext>
            </a:extLst>
          </p:cNvPr>
          <p:cNvPicPr>
            <a:picLocks noChangeAspect="1"/>
          </p:cNvPicPr>
          <p:nvPr/>
        </p:nvPicPr>
        <p:blipFill>
          <a:blip r:embed="rId9"/>
          <a:stretch>
            <a:fillRect/>
          </a:stretch>
        </p:blipFill>
        <p:spPr>
          <a:xfrm>
            <a:off x="-626758" y="14982102"/>
            <a:ext cx="17677360" cy="7563153"/>
          </a:xfrm>
          <a:prstGeom prst="rect">
            <a:avLst/>
          </a:prstGeom>
        </p:spPr>
      </p:pic>
    </p:spTree>
    <p:extLst>
      <p:ext uri="{BB962C8B-B14F-4D97-AF65-F5344CB8AC3E}">
        <p14:creationId xmlns:p14="http://schemas.microsoft.com/office/powerpoint/2010/main" val="2231424626"/>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F6F93EB-7F3B-4A14-B1E2-4DE56FC37C18}">
  <we:reference id="wa104379997" version="3.0.0.0" store="en-US" storeType="OMEX"/>
  <we:alternateReferences>
    <we:reference id="wa104379997" version="3.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ED813CE87E6DC458673F5CE91D7B4E7" ma:contentTypeVersion="11" ma:contentTypeDescription="Create a new document." ma:contentTypeScope="" ma:versionID="a68f29414300db82690ed3c44c4b981c">
  <xsd:schema xmlns:xsd="http://www.w3.org/2001/XMLSchema" xmlns:xs="http://www.w3.org/2001/XMLSchema" xmlns:p="http://schemas.microsoft.com/office/2006/metadata/properties" xmlns:ns2="eda0fd80-7bea-4e71-93e5-fa0710803960" xmlns:ns3="c3de8a55-c26c-4315-9ad5-62df3652cc91" targetNamespace="http://schemas.microsoft.com/office/2006/metadata/properties" ma:root="true" ma:fieldsID="d59164f3d2569a781a902b67ad3dce9d" ns2:_="" ns3:_="">
    <xsd:import namespace="eda0fd80-7bea-4e71-93e5-fa0710803960"/>
    <xsd:import namespace="c3de8a55-c26c-4315-9ad5-62df3652cc9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a0fd80-7bea-4e71-93e5-fa07108039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c90c6b6-6666-4070-a8ae-6bf8f577848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3de8a55-c26c-4315-9ad5-62df3652cc9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e8288bd-aa65-4d16-bb3e-6e5830f909c1}" ma:internalName="TaxCatchAll" ma:showField="CatchAllData" ma:web="c3de8a55-c26c-4315-9ad5-62df3652cc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c3de8a55-c26c-4315-9ad5-62df3652cc91" xsi:nil="true"/>
    <lcf76f155ced4ddcb4097134ff3c332f xmlns="eda0fd80-7bea-4e71-93e5-fa0710803960">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0B8F22D-4958-4112-9F79-1A30CE4320EC}">
  <ds:schemaRefs>
    <ds:schemaRef ds:uri="c3de8a55-c26c-4315-9ad5-62df3652cc91"/>
    <ds:schemaRef ds:uri="eda0fd80-7bea-4e71-93e5-fa071080396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5E39AC0-B101-4A60-A461-0525AFB44DB2}">
  <ds:schemaRefs>
    <ds:schemaRef ds:uri="http://schemas.microsoft.com/sharepoint/v3/contenttype/forms"/>
  </ds:schemaRefs>
</ds:datastoreItem>
</file>

<file path=customXml/itemProps3.xml><?xml version="1.0" encoding="utf-8"?>
<ds:datastoreItem xmlns:ds="http://schemas.openxmlformats.org/officeDocument/2006/customXml" ds:itemID="{870974D4-1F76-4CF6-A756-B3CEE664298D}">
  <ds:schemaRefs>
    <ds:schemaRef ds:uri="c3de8a55-c26c-4315-9ad5-62df3652cc91"/>
    <ds:schemaRef ds:uri="eda0fd80-7bea-4e71-93e5-fa071080396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1</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LANL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z210424</dc:creator>
  <cp:revision>648</cp:revision>
  <dcterms:created xsi:type="dcterms:W3CDTF">2014-07-21T16:08:02Z</dcterms:created>
  <dcterms:modified xsi:type="dcterms:W3CDTF">2025-10-16T05:00:34Z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0x0101003ED813CE87E6DC458673F5CE91D7B4E7</vt:lpwstr>
  </property>
  <property fmtid="{D5CDD505-2E9C-101B-9397-08002B2CF9AE}" pid="3" name="MediaServiceImageTags">
    <vt:lpwstr/>
  </property>
</Properties>
</file>
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56" r:id="rId4"/>
  </p:sldMasterIdLst>
  <p:notesMasterIdLst>
    <p:notesMasterId r:id="rId11"/>
  </p:notesMasterIdLst>
  <p:sldIdLst>
    <p:sldId id="365" r:id="rId5"/>
    <p:sldId id="475" r:id="rId6"/>
    <p:sldId id="445" r:id="rId7"/>
    <p:sldId id="477" r:id="rId8"/>
    <p:sldId id="478" r:id="rId9"/>
    <p:sldId id="479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66FF"/>
    <a:srgbClr val="CC99FF"/>
    <a:srgbClr val="0099CC"/>
    <a:srgbClr val="9999FF"/>
    <a:srgbClr val="83B0D9"/>
    <a:srgbClr val="B2B2B2"/>
    <a:srgbClr val="99CCFF"/>
    <a:srgbClr val="3399FF"/>
    <a:srgbClr val="CCCCFF"/>
    <a:srgbClr val="33CC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3F03114-2625-4F5E-B549-E1F85336BEB9}" v="57" dt="2025-04-15T07:11:18.77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114" autoAdjust="0"/>
    <p:restoredTop sz="95388" autoAdjust="0"/>
  </p:normalViewPr>
  <p:slideViewPr>
    <p:cSldViewPr snapToGrid="0" snapToObjects="1">
      <p:cViewPr varScale="1">
        <p:scale>
          <a:sx n="81" d="100"/>
          <a:sy n="81" d="100"/>
        </p:scale>
        <p:origin x="763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67" d="100"/>
          <a:sy n="67" d="100"/>
        </p:scale>
        <p:origin x="3120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ubhendu Kumar Singh" userId="461b01912b5747a3" providerId="LiveId" clId="{A7B4483F-255D-4188-829C-74F049A4F026}"/>
    <pc:docChg chg="undo custSel addSld delSld modSld sldOrd">
      <pc:chgData name="Shubhendu Kumar Singh" userId="461b01912b5747a3" providerId="LiveId" clId="{A7B4483F-255D-4188-829C-74F049A4F026}" dt="2025-04-10T07:38:27.780" v="458" actId="1076"/>
      <pc:docMkLst>
        <pc:docMk/>
      </pc:docMkLst>
      <pc:sldChg chg="addSp modSp mod">
        <pc:chgData name="Shubhendu Kumar Singh" userId="461b01912b5747a3" providerId="LiveId" clId="{A7B4483F-255D-4188-829C-74F049A4F026}" dt="2025-04-10T06:02:56.656" v="366" actId="20577"/>
        <pc:sldMkLst>
          <pc:docMk/>
          <pc:sldMk cId="2385447988" sldId="672"/>
        </pc:sldMkLst>
      </pc:sldChg>
      <pc:sldChg chg="modSp mod">
        <pc:chgData name="Shubhendu Kumar Singh" userId="461b01912b5747a3" providerId="LiveId" clId="{A7B4483F-255D-4188-829C-74F049A4F026}" dt="2025-04-10T03:03:16.689" v="347" actId="20577"/>
        <pc:sldMkLst>
          <pc:docMk/>
          <pc:sldMk cId="624695079" sldId="673"/>
        </pc:sldMkLst>
      </pc:sldChg>
      <pc:sldChg chg="addSp delSp modSp mod">
        <pc:chgData name="Shubhendu Kumar Singh" userId="461b01912b5747a3" providerId="LiveId" clId="{A7B4483F-255D-4188-829C-74F049A4F026}" dt="2025-04-10T02:54:32.168" v="263" actId="20577"/>
        <pc:sldMkLst>
          <pc:docMk/>
          <pc:sldMk cId="548430205" sldId="674"/>
        </pc:sldMkLst>
      </pc:sldChg>
      <pc:sldChg chg="addSp delSp modSp mod">
        <pc:chgData name="Shubhendu Kumar Singh" userId="461b01912b5747a3" providerId="LiveId" clId="{A7B4483F-255D-4188-829C-74F049A4F026}" dt="2025-04-10T03:23:19.135" v="353" actId="113"/>
        <pc:sldMkLst>
          <pc:docMk/>
          <pc:sldMk cId="530477546" sldId="675"/>
        </pc:sldMkLst>
      </pc:sldChg>
      <pc:sldChg chg="addSp delSp modSp mod">
        <pc:chgData name="Shubhendu Kumar Singh" userId="461b01912b5747a3" providerId="LiveId" clId="{A7B4483F-255D-4188-829C-74F049A4F026}" dt="2025-04-10T03:23:32.805" v="358" actId="20577"/>
        <pc:sldMkLst>
          <pc:docMk/>
          <pc:sldMk cId="2998022237" sldId="676"/>
        </pc:sldMkLst>
      </pc:sldChg>
      <pc:sldChg chg="addSp delSp modSp mod">
        <pc:chgData name="Shubhendu Kumar Singh" userId="461b01912b5747a3" providerId="LiveId" clId="{A7B4483F-255D-4188-829C-74F049A4F026}" dt="2025-04-10T03:23:40.240" v="361" actId="20577"/>
        <pc:sldMkLst>
          <pc:docMk/>
          <pc:sldMk cId="3423165307" sldId="677"/>
        </pc:sldMkLst>
      </pc:sldChg>
      <pc:sldChg chg="addSp delSp modSp add mod">
        <pc:chgData name="Shubhendu Kumar Singh" userId="461b01912b5747a3" providerId="LiveId" clId="{A7B4483F-255D-4188-829C-74F049A4F026}" dt="2025-04-10T02:57:21.759" v="293" actId="14100"/>
        <pc:sldMkLst>
          <pc:docMk/>
          <pc:sldMk cId="1054266251" sldId="678"/>
        </pc:sldMkLst>
      </pc:sldChg>
      <pc:sldChg chg="addSp delSp modSp mod">
        <pc:chgData name="Shubhendu Kumar Singh" userId="461b01912b5747a3" providerId="LiveId" clId="{A7B4483F-255D-4188-829C-74F049A4F026}" dt="2025-04-10T03:01:48.764" v="337" actId="1076"/>
        <pc:sldMkLst>
          <pc:docMk/>
          <pc:sldMk cId="4202051111" sldId="679"/>
        </pc:sldMkLst>
      </pc:sldChg>
      <pc:sldChg chg="addSp delSp modSp add mod ord">
        <pc:chgData name="Shubhendu Kumar Singh" userId="461b01912b5747a3" providerId="LiveId" clId="{A7B4483F-255D-4188-829C-74F049A4F026}" dt="2025-04-10T07:38:27.780" v="458" actId="1076"/>
        <pc:sldMkLst>
          <pc:docMk/>
          <pc:sldMk cId="37890190" sldId="680"/>
        </pc:sldMkLst>
      </pc:sldChg>
      <pc:sldChg chg="add del">
        <pc:chgData name="Shubhendu Kumar Singh" userId="461b01912b5747a3" providerId="LiveId" clId="{A7B4483F-255D-4188-829C-74F049A4F026}" dt="2025-04-10T07:37:12.367" v="437" actId="47"/>
        <pc:sldMkLst>
          <pc:docMk/>
          <pc:sldMk cId="499502277" sldId="681"/>
        </pc:sldMkLst>
      </pc:sldChg>
    </pc:docChg>
  </pc:docChgLst>
  <pc:docChgLst>
    <pc:chgData name="Shubhendu Kumar Singh" userId="461b01912b5747a3" providerId="LiveId" clId="{A93CBCFE-DFF0-431E-9829-88BE084D65A3}"/>
    <pc:docChg chg="custSel addSld delSld modSld">
      <pc:chgData name="Shubhendu Kumar Singh" userId="461b01912b5747a3" providerId="LiveId" clId="{A93CBCFE-DFF0-431E-9829-88BE084D65A3}" dt="2025-03-06T08:42:16.375" v="471" actId="1076"/>
      <pc:docMkLst>
        <pc:docMk/>
      </pc:docMkLst>
      <pc:sldChg chg="modSp mod">
        <pc:chgData name="Shubhendu Kumar Singh" userId="461b01912b5747a3" providerId="LiveId" clId="{A93CBCFE-DFF0-431E-9829-88BE084D65A3}" dt="2025-03-06T04:11:08.624" v="144" actId="20577"/>
        <pc:sldMkLst>
          <pc:docMk/>
          <pc:sldMk cId="3307596543" sldId="476"/>
        </pc:sldMkLst>
      </pc:sldChg>
      <pc:sldChg chg="modSp mod">
        <pc:chgData name="Shubhendu Kumar Singh" userId="461b01912b5747a3" providerId="LiveId" clId="{A93CBCFE-DFF0-431E-9829-88BE084D65A3}" dt="2025-03-06T04:10:50.574" v="130" actId="20577"/>
        <pc:sldMkLst>
          <pc:docMk/>
          <pc:sldMk cId="905870507" sldId="488"/>
        </pc:sldMkLst>
      </pc:sldChg>
      <pc:sldChg chg="addSp delSp modSp mod">
        <pc:chgData name="Shubhendu Kumar Singh" userId="461b01912b5747a3" providerId="LiveId" clId="{A93CBCFE-DFF0-431E-9829-88BE084D65A3}" dt="2025-03-06T04:10:23.107" v="99" actId="1076"/>
        <pc:sldMkLst>
          <pc:docMk/>
          <pc:sldMk cId="337668144" sldId="490"/>
        </pc:sldMkLst>
      </pc:sldChg>
      <pc:sldChg chg="addSp delSp modSp mod">
        <pc:chgData name="Shubhendu Kumar Singh" userId="461b01912b5747a3" providerId="LiveId" clId="{A93CBCFE-DFF0-431E-9829-88BE084D65A3}" dt="2025-03-06T04:12:51.376" v="162" actId="14100"/>
        <pc:sldMkLst>
          <pc:docMk/>
          <pc:sldMk cId="2596275230" sldId="491"/>
        </pc:sldMkLst>
      </pc:sldChg>
      <pc:sldChg chg="addSp delSp modSp mod">
        <pc:chgData name="Shubhendu Kumar Singh" userId="461b01912b5747a3" providerId="LiveId" clId="{A93CBCFE-DFF0-431E-9829-88BE084D65A3}" dt="2025-03-06T04:17:26.372" v="196" actId="14100"/>
        <pc:sldMkLst>
          <pc:docMk/>
          <pc:sldMk cId="4177591811" sldId="492"/>
        </pc:sldMkLst>
      </pc:sldChg>
      <pc:sldChg chg="addSp delSp modSp mod">
        <pc:chgData name="Shubhendu Kumar Singh" userId="461b01912b5747a3" providerId="LiveId" clId="{A93CBCFE-DFF0-431E-9829-88BE084D65A3}" dt="2025-03-06T04:19:47.761" v="216" actId="1076"/>
        <pc:sldMkLst>
          <pc:docMk/>
          <pc:sldMk cId="132447576" sldId="493"/>
        </pc:sldMkLst>
      </pc:sldChg>
      <pc:sldChg chg="addSp delSp modSp mod">
        <pc:chgData name="Shubhendu Kumar Singh" userId="461b01912b5747a3" providerId="LiveId" clId="{A93CBCFE-DFF0-431E-9829-88BE084D65A3}" dt="2025-03-06T04:21:28.818" v="242" actId="14100"/>
        <pc:sldMkLst>
          <pc:docMk/>
          <pc:sldMk cId="4189656730" sldId="494"/>
        </pc:sldMkLst>
      </pc:sldChg>
      <pc:sldChg chg="addSp delSp modSp mod">
        <pc:chgData name="Shubhendu Kumar Singh" userId="461b01912b5747a3" providerId="LiveId" clId="{A93CBCFE-DFF0-431E-9829-88BE084D65A3}" dt="2025-03-06T04:23:22.664" v="259" actId="14100"/>
        <pc:sldMkLst>
          <pc:docMk/>
          <pc:sldMk cId="2446986940" sldId="495"/>
        </pc:sldMkLst>
      </pc:sldChg>
      <pc:sldChg chg="modSp mod">
        <pc:chgData name="Shubhendu Kumar Singh" userId="461b01912b5747a3" providerId="LiveId" clId="{A93CBCFE-DFF0-431E-9829-88BE084D65A3}" dt="2025-03-06T06:55:47.955" v="290" actId="20577"/>
        <pc:sldMkLst>
          <pc:docMk/>
          <pc:sldMk cId="2758232143" sldId="496"/>
        </pc:sldMkLst>
      </pc:sldChg>
      <pc:sldChg chg="addSp delSp modSp mod">
        <pc:chgData name="Shubhendu Kumar Singh" userId="461b01912b5747a3" providerId="LiveId" clId="{A93CBCFE-DFF0-431E-9829-88BE084D65A3}" dt="2025-03-06T06:56:26.556" v="298" actId="1076"/>
        <pc:sldMkLst>
          <pc:docMk/>
          <pc:sldMk cId="1174174292" sldId="498"/>
        </pc:sldMkLst>
      </pc:sldChg>
      <pc:sldChg chg="addSp delSp modSp mod">
        <pc:chgData name="Shubhendu Kumar Singh" userId="461b01912b5747a3" providerId="LiveId" clId="{A93CBCFE-DFF0-431E-9829-88BE084D65A3}" dt="2025-03-06T06:57:32.344" v="317" actId="14100"/>
        <pc:sldMkLst>
          <pc:docMk/>
          <pc:sldMk cId="129257836" sldId="499"/>
        </pc:sldMkLst>
      </pc:sldChg>
      <pc:sldChg chg="modSp mod">
        <pc:chgData name="Shubhendu Kumar Singh" userId="461b01912b5747a3" providerId="LiveId" clId="{A93CBCFE-DFF0-431E-9829-88BE084D65A3}" dt="2025-03-06T08:29:32.915" v="366" actId="20577"/>
        <pc:sldMkLst>
          <pc:docMk/>
          <pc:sldMk cId="3766261312" sldId="500"/>
        </pc:sldMkLst>
      </pc:sldChg>
      <pc:sldChg chg="del">
        <pc:chgData name="Shubhendu Kumar Singh" userId="461b01912b5747a3" providerId="LiveId" clId="{A93CBCFE-DFF0-431E-9829-88BE084D65A3}" dt="2025-03-06T08:29:50.365" v="367" actId="2696"/>
        <pc:sldMkLst>
          <pc:docMk/>
          <pc:sldMk cId="561698273" sldId="501"/>
        </pc:sldMkLst>
      </pc:sldChg>
      <pc:sldChg chg="addSp delSp modSp mod">
        <pc:chgData name="Shubhendu Kumar Singh" userId="461b01912b5747a3" providerId="LiveId" clId="{A93CBCFE-DFF0-431E-9829-88BE084D65A3}" dt="2025-03-06T08:32:00.359" v="431" actId="20577"/>
        <pc:sldMkLst>
          <pc:docMk/>
          <pc:sldMk cId="2750098351" sldId="502"/>
        </pc:sldMkLst>
      </pc:sldChg>
      <pc:sldChg chg="addSp modSp add mod">
        <pc:chgData name="Shubhendu Kumar Singh" userId="461b01912b5747a3" providerId="LiveId" clId="{A93CBCFE-DFF0-431E-9829-88BE084D65A3}" dt="2025-03-06T08:32:46.362" v="435" actId="1076"/>
        <pc:sldMkLst>
          <pc:docMk/>
          <pc:sldMk cId="2454117047" sldId="503"/>
        </pc:sldMkLst>
      </pc:sldChg>
      <pc:sldChg chg="addSp delSp modSp mod">
        <pc:chgData name="Shubhendu Kumar Singh" userId="461b01912b5747a3" providerId="LiveId" clId="{A93CBCFE-DFF0-431E-9829-88BE084D65A3}" dt="2025-03-06T08:34:09.976" v="443" actId="1076"/>
        <pc:sldMkLst>
          <pc:docMk/>
          <pc:sldMk cId="2406215322" sldId="504"/>
        </pc:sldMkLst>
      </pc:sldChg>
      <pc:sldChg chg="addSp delSp modSp mod">
        <pc:chgData name="Shubhendu Kumar Singh" userId="461b01912b5747a3" providerId="LiveId" clId="{A93CBCFE-DFF0-431E-9829-88BE084D65A3}" dt="2025-03-06T08:39:29.209" v="454" actId="1076"/>
        <pc:sldMkLst>
          <pc:docMk/>
          <pc:sldMk cId="3063743399" sldId="505"/>
        </pc:sldMkLst>
      </pc:sldChg>
      <pc:sldChg chg="addSp delSp modSp mod">
        <pc:chgData name="Shubhendu Kumar Singh" userId="461b01912b5747a3" providerId="LiveId" clId="{A93CBCFE-DFF0-431E-9829-88BE084D65A3}" dt="2025-03-06T08:42:16.375" v="471" actId="1076"/>
        <pc:sldMkLst>
          <pc:docMk/>
          <pc:sldMk cId="2309935997" sldId="506"/>
        </pc:sldMkLst>
      </pc:sldChg>
    </pc:docChg>
  </pc:docChgLst>
  <pc:docChgLst>
    <pc:chgData name="Shubhendu Kumar Singh" userId="461b01912b5747a3" providerId="LiveId" clId="{02D4653C-9B20-4A86-894F-7000ABD9869B}"/>
    <pc:docChg chg="undo redo custSel addSld delSld modSld sldOrd">
      <pc:chgData name="Shubhendu Kumar Singh" userId="461b01912b5747a3" providerId="LiveId" clId="{02D4653C-9B20-4A86-894F-7000ABD9869B}" dt="2024-12-06T02:39:34.984" v="5397" actId="1076"/>
      <pc:docMkLst>
        <pc:docMk/>
      </pc:docMkLst>
      <pc:sldChg chg="del">
        <pc:chgData name="Shubhendu Kumar Singh" userId="461b01912b5747a3" providerId="LiveId" clId="{02D4653C-9B20-4A86-894F-7000ABD9869B}" dt="2024-11-07T17:31:54.209" v="0" actId="47"/>
        <pc:sldMkLst>
          <pc:docMk/>
          <pc:sldMk cId="3462350368" sldId="358"/>
        </pc:sldMkLst>
      </pc:sldChg>
      <pc:sldChg chg="del">
        <pc:chgData name="Shubhendu Kumar Singh" userId="461b01912b5747a3" providerId="LiveId" clId="{02D4653C-9B20-4A86-894F-7000ABD9869B}" dt="2024-11-07T17:31:54.209" v="0" actId="47"/>
        <pc:sldMkLst>
          <pc:docMk/>
          <pc:sldMk cId="382193129" sldId="367"/>
        </pc:sldMkLst>
      </pc:sldChg>
      <pc:sldChg chg="del">
        <pc:chgData name="Shubhendu Kumar Singh" userId="461b01912b5747a3" providerId="LiveId" clId="{02D4653C-9B20-4A86-894F-7000ABD9869B}" dt="2024-11-07T17:31:54.209" v="0" actId="47"/>
        <pc:sldMkLst>
          <pc:docMk/>
          <pc:sldMk cId="3279733034" sldId="368"/>
        </pc:sldMkLst>
      </pc:sldChg>
      <pc:sldChg chg="del">
        <pc:chgData name="Shubhendu Kumar Singh" userId="461b01912b5747a3" providerId="LiveId" clId="{02D4653C-9B20-4A86-894F-7000ABD9869B}" dt="2024-11-07T17:31:54.209" v="0" actId="47"/>
        <pc:sldMkLst>
          <pc:docMk/>
          <pc:sldMk cId="433855362" sldId="374"/>
        </pc:sldMkLst>
      </pc:sldChg>
      <pc:sldChg chg="del">
        <pc:chgData name="Shubhendu Kumar Singh" userId="461b01912b5747a3" providerId="LiveId" clId="{02D4653C-9B20-4A86-894F-7000ABD9869B}" dt="2024-11-07T17:31:54.209" v="0" actId="47"/>
        <pc:sldMkLst>
          <pc:docMk/>
          <pc:sldMk cId="1754630173" sldId="376"/>
        </pc:sldMkLst>
      </pc:sldChg>
      <pc:sldChg chg="del">
        <pc:chgData name="Shubhendu Kumar Singh" userId="461b01912b5747a3" providerId="LiveId" clId="{02D4653C-9B20-4A86-894F-7000ABD9869B}" dt="2024-11-07T17:31:54.209" v="0" actId="47"/>
        <pc:sldMkLst>
          <pc:docMk/>
          <pc:sldMk cId="1088277697" sldId="377"/>
        </pc:sldMkLst>
      </pc:sldChg>
      <pc:sldChg chg="del">
        <pc:chgData name="Shubhendu Kumar Singh" userId="461b01912b5747a3" providerId="LiveId" clId="{02D4653C-9B20-4A86-894F-7000ABD9869B}" dt="2024-11-07T17:31:54.209" v="0" actId="47"/>
        <pc:sldMkLst>
          <pc:docMk/>
          <pc:sldMk cId="3553818468" sldId="379"/>
        </pc:sldMkLst>
      </pc:sldChg>
      <pc:sldChg chg="del">
        <pc:chgData name="Shubhendu Kumar Singh" userId="461b01912b5747a3" providerId="LiveId" clId="{02D4653C-9B20-4A86-894F-7000ABD9869B}" dt="2024-11-07T17:31:54.209" v="0" actId="47"/>
        <pc:sldMkLst>
          <pc:docMk/>
          <pc:sldMk cId="570631743" sldId="380"/>
        </pc:sldMkLst>
      </pc:sldChg>
      <pc:sldChg chg="del">
        <pc:chgData name="Shubhendu Kumar Singh" userId="461b01912b5747a3" providerId="LiveId" clId="{02D4653C-9B20-4A86-894F-7000ABD9869B}" dt="2024-11-07T17:31:54.209" v="0" actId="47"/>
        <pc:sldMkLst>
          <pc:docMk/>
          <pc:sldMk cId="543165754" sldId="381"/>
        </pc:sldMkLst>
      </pc:sldChg>
      <pc:sldChg chg="del">
        <pc:chgData name="Shubhendu Kumar Singh" userId="461b01912b5747a3" providerId="LiveId" clId="{02D4653C-9B20-4A86-894F-7000ABD9869B}" dt="2024-11-07T17:31:54.209" v="0" actId="47"/>
        <pc:sldMkLst>
          <pc:docMk/>
          <pc:sldMk cId="3145618349" sldId="382"/>
        </pc:sldMkLst>
      </pc:sldChg>
      <pc:sldChg chg="del">
        <pc:chgData name="Shubhendu Kumar Singh" userId="461b01912b5747a3" providerId="LiveId" clId="{02D4653C-9B20-4A86-894F-7000ABD9869B}" dt="2024-11-07T17:31:54.209" v="0" actId="47"/>
        <pc:sldMkLst>
          <pc:docMk/>
          <pc:sldMk cId="1970997789" sldId="383"/>
        </pc:sldMkLst>
      </pc:sldChg>
      <pc:sldChg chg="del">
        <pc:chgData name="Shubhendu Kumar Singh" userId="461b01912b5747a3" providerId="LiveId" clId="{02D4653C-9B20-4A86-894F-7000ABD9869B}" dt="2024-11-07T17:31:54.209" v="0" actId="47"/>
        <pc:sldMkLst>
          <pc:docMk/>
          <pc:sldMk cId="876155432" sldId="384"/>
        </pc:sldMkLst>
      </pc:sldChg>
      <pc:sldChg chg="del">
        <pc:chgData name="Shubhendu Kumar Singh" userId="461b01912b5747a3" providerId="LiveId" clId="{02D4653C-9B20-4A86-894F-7000ABD9869B}" dt="2024-11-07T17:31:54.209" v="0" actId="47"/>
        <pc:sldMkLst>
          <pc:docMk/>
          <pc:sldMk cId="3425223204" sldId="385"/>
        </pc:sldMkLst>
      </pc:sldChg>
      <pc:sldChg chg="del">
        <pc:chgData name="Shubhendu Kumar Singh" userId="461b01912b5747a3" providerId="LiveId" clId="{02D4653C-9B20-4A86-894F-7000ABD9869B}" dt="2024-11-07T17:31:54.209" v="0" actId="47"/>
        <pc:sldMkLst>
          <pc:docMk/>
          <pc:sldMk cId="711533023" sldId="386"/>
        </pc:sldMkLst>
      </pc:sldChg>
      <pc:sldChg chg="del">
        <pc:chgData name="Shubhendu Kumar Singh" userId="461b01912b5747a3" providerId="LiveId" clId="{02D4653C-9B20-4A86-894F-7000ABD9869B}" dt="2024-11-07T17:31:54.209" v="0" actId="47"/>
        <pc:sldMkLst>
          <pc:docMk/>
          <pc:sldMk cId="2289381446" sldId="388"/>
        </pc:sldMkLst>
      </pc:sldChg>
      <pc:sldChg chg="del">
        <pc:chgData name="Shubhendu Kumar Singh" userId="461b01912b5747a3" providerId="LiveId" clId="{02D4653C-9B20-4A86-894F-7000ABD9869B}" dt="2024-11-07T17:31:54.209" v="0" actId="47"/>
        <pc:sldMkLst>
          <pc:docMk/>
          <pc:sldMk cId="3287042813" sldId="389"/>
        </pc:sldMkLst>
      </pc:sldChg>
      <pc:sldChg chg="del">
        <pc:chgData name="Shubhendu Kumar Singh" userId="461b01912b5747a3" providerId="LiveId" clId="{02D4653C-9B20-4A86-894F-7000ABD9869B}" dt="2024-11-07T17:31:54.209" v="0" actId="47"/>
        <pc:sldMkLst>
          <pc:docMk/>
          <pc:sldMk cId="347521997" sldId="390"/>
        </pc:sldMkLst>
      </pc:sldChg>
      <pc:sldChg chg="del">
        <pc:chgData name="Shubhendu Kumar Singh" userId="461b01912b5747a3" providerId="LiveId" clId="{02D4653C-9B20-4A86-894F-7000ABD9869B}" dt="2024-11-07T17:31:54.209" v="0" actId="47"/>
        <pc:sldMkLst>
          <pc:docMk/>
          <pc:sldMk cId="4044542422" sldId="391"/>
        </pc:sldMkLst>
      </pc:sldChg>
      <pc:sldChg chg="del">
        <pc:chgData name="Shubhendu Kumar Singh" userId="461b01912b5747a3" providerId="LiveId" clId="{02D4653C-9B20-4A86-894F-7000ABD9869B}" dt="2024-11-07T17:31:54.209" v="0" actId="47"/>
        <pc:sldMkLst>
          <pc:docMk/>
          <pc:sldMk cId="833987533" sldId="392"/>
        </pc:sldMkLst>
      </pc:sldChg>
      <pc:sldChg chg="del">
        <pc:chgData name="Shubhendu Kumar Singh" userId="461b01912b5747a3" providerId="LiveId" clId="{02D4653C-9B20-4A86-894F-7000ABD9869B}" dt="2024-11-07T17:31:54.209" v="0" actId="47"/>
        <pc:sldMkLst>
          <pc:docMk/>
          <pc:sldMk cId="1973246558" sldId="393"/>
        </pc:sldMkLst>
      </pc:sldChg>
      <pc:sldChg chg="del">
        <pc:chgData name="Shubhendu Kumar Singh" userId="461b01912b5747a3" providerId="LiveId" clId="{02D4653C-9B20-4A86-894F-7000ABD9869B}" dt="2024-11-07T17:31:54.209" v="0" actId="47"/>
        <pc:sldMkLst>
          <pc:docMk/>
          <pc:sldMk cId="1923061849" sldId="395"/>
        </pc:sldMkLst>
      </pc:sldChg>
      <pc:sldChg chg="del">
        <pc:chgData name="Shubhendu Kumar Singh" userId="461b01912b5747a3" providerId="LiveId" clId="{02D4653C-9B20-4A86-894F-7000ABD9869B}" dt="2024-11-07T17:31:54.209" v="0" actId="47"/>
        <pc:sldMkLst>
          <pc:docMk/>
          <pc:sldMk cId="3219553677" sldId="396"/>
        </pc:sldMkLst>
      </pc:sldChg>
      <pc:sldChg chg="del">
        <pc:chgData name="Shubhendu Kumar Singh" userId="461b01912b5747a3" providerId="LiveId" clId="{02D4653C-9B20-4A86-894F-7000ABD9869B}" dt="2024-11-07T17:31:54.209" v="0" actId="47"/>
        <pc:sldMkLst>
          <pc:docMk/>
          <pc:sldMk cId="314562810" sldId="397"/>
        </pc:sldMkLst>
      </pc:sldChg>
      <pc:sldChg chg="del">
        <pc:chgData name="Shubhendu Kumar Singh" userId="461b01912b5747a3" providerId="LiveId" clId="{02D4653C-9B20-4A86-894F-7000ABD9869B}" dt="2024-11-07T17:31:54.209" v="0" actId="47"/>
        <pc:sldMkLst>
          <pc:docMk/>
          <pc:sldMk cId="3435882729" sldId="398"/>
        </pc:sldMkLst>
      </pc:sldChg>
      <pc:sldChg chg="del">
        <pc:chgData name="Shubhendu Kumar Singh" userId="461b01912b5747a3" providerId="LiveId" clId="{02D4653C-9B20-4A86-894F-7000ABD9869B}" dt="2024-11-07T17:31:54.209" v="0" actId="47"/>
        <pc:sldMkLst>
          <pc:docMk/>
          <pc:sldMk cId="543621644" sldId="399"/>
        </pc:sldMkLst>
      </pc:sldChg>
      <pc:sldChg chg="del">
        <pc:chgData name="Shubhendu Kumar Singh" userId="461b01912b5747a3" providerId="LiveId" clId="{02D4653C-9B20-4A86-894F-7000ABD9869B}" dt="2024-11-07T17:31:54.209" v="0" actId="47"/>
        <pc:sldMkLst>
          <pc:docMk/>
          <pc:sldMk cId="1898871339" sldId="400"/>
        </pc:sldMkLst>
      </pc:sldChg>
      <pc:sldChg chg="del">
        <pc:chgData name="Shubhendu Kumar Singh" userId="461b01912b5747a3" providerId="LiveId" clId="{02D4653C-9B20-4A86-894F-7000ABD9869B}" dt="2024-11-07T17:31:54.209" v="0" actId="47"/>
        <pc:sldMkLst>
          <pc:docMk/>
          <pc:sldMk cId="2451253319" sldId="401"/>
        </pc:sldMkLst>
      </pc:sldChg>
      <pc:sldChg chg="del">
        <pc:chgData name="Shubhendu Kumar Singh" userId="461b01912b5747a3" providerId="LiveId" clId="{02D4653C-9B20-4A86-894F-7000ABD9869B}" dt="2024-11-07T17:31:54.209" v="0" actId="47"/>
        <pc:sldMkLst>
          <pc:docMk/>
          <pc:sldMk cId="1521842807" sldId="402"/>
        </pc:sldMkLst>
      </pc:sldChg>
      <pc:sldChg chg="del">
        <pc:chgData name="Shubhendu Kumar Singh" userId="461b01912b5747a3" providerId="LiveId" clId="{02D4653C-9B20-4A86-894F-7000ABD9869B}" dt="2024-11-07T17:31:54.209" v="0" actId="47"/>
        <pc:sldMkLst>
          <pc:docMk/>
          <pc:sldMk cId="2729759636" sldId="403"/>
        </pc:sldMkLst>
      </pc:sldChg>
      <pc:sldChg chg="del">
        <pc:chgData name="Shubhendu Kumar Singh" userId="461b01912b5747a3" providerId="LiveId" clId="{02D4653C-9B20-4A86-894F-7000ABD9869B}" dt="2024-11-07T17:31:54.209" v="0" actId="47"/>
        <pc:sldMkLst>
          <pc:docMk/>
          <pc:sldMk cId="441515603" sldId="404"/>
        </pc:sldMkLst>
      </pc:sldChg>
      <pc:sldChg chg="del">
        <pc:chgData name="Shubhendu Kumar Singh" userId="461b01912b5747a3" providerId="LiveId" clId="{02D4653C-9B20-4A86-894F-7000ABD9869B}" dt="2024-11-07T17:31:54.209" v="0" actId="47"/>
        <pc:sldMkLst>
          <pc:docMk/>
          <pc:sldMk cId="3062768489" sldId="405"/>
        </pc:sldMkLst>
      </pc:sldChg>
      <pc:sldChg chg="del">
        <pc:chgData name="Shubhendu Kumar Singh" userId="461b01912b5747a3" providerId="LiveId" clId="{02D4653C-9B20-4A86-894F-7000ABD9869B}" dt="2024-11-07T17:31:54.209" v="0" actId="47"/>
        <pc:sldMkLst>
          <pc:docMk/>
          <pc:sldMk cId="327699170" sldId="406"/>
        </pc:sldMkLst>
      </pc:sldChg>
      <pc:sldChg chg="del">
        <pc:chgData name="Shubhendu Kumar Singh" userId="461b01912b5747a3" providerId="LiveId" clId="{02D4653C-9B20-4A86-894F-7000ABD9869B}" dt="2024-11-07T17:31:54.209" v="0" actId="47"/>
        <pc:sldMkLst>
          <pc:docMk/>
          <pc:sldMk cId="1359902114" sldId="407"/>
        </pc:sldMkLst>
      </pc:sldChg>
      <pc:sldChg chg="del">
        <pc:chgData name="Shubhendu Kumar Singh" userId="461b01912b5747a3" providerId="LiveId" clId="{02D4653C-9B20-4A86-894F-7000ABD9869B}" dt="2024-11-07T17:31:54.209" v="0" actId="47"/>
        <pc:sldMkLst>
          <pc:docMk/>
          <pc:sldMk cId="2674990936" sldId="408"/>
        </pc:sldMkLst>
      </pc:sldChg>
      <pc:sldChg chg="del">
        <pc:chgData name="Shubhendu Kumar Singh" userId="461b01912b5747a3" providerId="LiveId" clId="{02D4653C-9B20-4A86-894F-7000ABD9869B}" dt="2024-11-07T17:31:54.209" v="0" actId="47"/>
        <pc:sldMkLst>
          <pc:docMk/>
          <pc:sldMk cId="838978580" sldId="409"/>
        </pc:sldMkLst>
      </pc:sldChg>
      <pc:sldChg chg="del">
        <pc:chgData name="Shubhendu Kumar Singh" userId="461b01912b5747a3" providerId="LiveId" clId="{02D4653C-9B20-4A86-894F-7000ABD9869B}" dt="2024-11-07T17:31:54.209" v="0" actId="47"/>
        <pc:sldMkLst>
          <pc:docMk/>
          <pc:sldMk cId="1708969727" sldId="410"/>
        </pc:sldMkLst>
      </pc:sldChg>
      <pc:sldChg chg="del">
        <pc:chgData name="Shubhendu Kumar Singh" userId="461b01912b5747a3" providerId="LiveId" clId="{02D4653C-9B20-4A86-894F-7000ABD9869B}" dt="2024-11-07T17:31:54.209" v="0" actId="47"/>
        <pc:sldMkLst>
          <pc:docMk/>
          <pc:sldMk cId="1760023958" sldId="411"/>
        </pc:sldMkLst>
      </pc:sldChg>
      <pc:sldChg chg="del">
        <pc:chgData name="Shubhendu Kumar Singh" userId="461b01912b5747a3" providerId="LiveId" clId="{02D4653C-9B20-4A86-894F-7000ABD9869B}" dt="2024-11-07T17:31:54.209" v="0" actId="47"/>
        <pc:sldMkLst>
          <pc:docMk/>
          <pc:sldMk cId="1307711479" sldId="412"/>
        </pc:sldMkLst>
      </pc:sldChg>
      <pc:sldChg chg="del">
        <pc:chgData name="Shubhendu Kumar Singh" userId="461b01912b5747a3" providerId="LiveId" clId="{02D4653C-9B20-4A86-894F-7000ABD9869B}" dt="2024-11-07T17:31:54.209" v="0" actId="47"/>
        <pc:sldMkLst>
          <pc:docMk/>
          <pc:sldMk cId="59900268" sldId="413"/>
        </pc:sldMkLst>
      </pc:sldChg>
      <pc:sldChg chg="del">
        <pc:chgData name="Shubhendu Kumar Singh" userId="461b01912b5747a3" providerId="LiveId" clId="{02D4653C-9B20-4A86-894F-7000ABD9869B}" dt="2024-11-07T17:31:54.209" v="0" actId="47"/>
        <pc:sldMkLst>
          <pc:docMk/>
          <pc:sldMk cId="2986509641" sldId="414"/>
        </pc:sldMkLst>
      </pc:sldChg>
      <pc:sldChg chg="del">
        <pc:chgData name="Shubhendu Kumar Singh" userId="461b01912b5747a3" providerId="LiveId" clId="{02D4653C-9B20-4A86-894F-7000ABD9869B}" dt="2024-11-07T17:31:54.209" v="0" actId="47"/>
        <pc:sldMkLst>
          <pc:docMk/>
          <pc:sldMk cId="2287213750" sldId="415"/>
        </pc:sldMkLst>
      </pc:sldChg>
      <pc:sldChg chg="del">
        <pc:chgData name="Shubhendu Kumar Singh" userId="461b01912b5747a3" providerId="LiveId" clId="{02D4653C-9B20-4A86-894F-7000ABD9869B}" dt="2024-11-07T17:31:54.209" v="0" actId="47"/>
        <pc:sldMkLst>
          <pc:docMk/>
          <pc:sldMk cId="1371334923" sldId="416"/>
        </pc:sldMkLst>
      </pc:sldChg>
      <pc:sldChg chg="del">
        <pc:chgData name="Shubhendu Kumar Singh" userId="461b01912b5747a3" providerId="LiveId" clId="{02D4653C-9B20-4A86-894F-7000ABD9869B}" dt="2024-11-07T17:31:54.209" v="0" actId="47"/>
        <pc:sldMkLst>
          <pc:docMk/>
          <pc:sldMk cId="4188719388" sldId="417"/>
        </pc:sldMkLst>
      </pc:sldChg>
      <pc:sldChg chg="del">
        <pc:chgData name="Shubhendu Kumar Singh" userId="461b01912b5747a3" providerId="LiveId" clId="{02D4653C-9B20-4A86-894F-7000ABD9869B}" dt="2024-11-07T17:31:54.209" v="0" actId="47"/>
        <pc:sldMkLst>
          <pc:docMk/>
          <pc:sldMk cId="1728605426" sldId="418"/>
        </pc:sldMkLst>
      </pc:sldChg>
      <pc:sldChg chg="del">
        <pc:chgData name="Shubhendu Kumar Singh" userId="461b01912b5747a3" providerId="LiveId" clId="{02D4653C-9B20-4A86-894F-7000ABD9869B}" dt="2024-11-07T17:31:54.209" v="0" actId="47"/>
        <pc:sldMkLst>
          <pc:docMk/>
          <pc:sldMk cId="3404518301" sldId="419"/>
        </pc:sldMkLst>
      </pc:sldChg>
      <pc:sldChg chg="del">
        <pc:chgData name="Shubhendu Kumar Singh" userId="461b01912b5747a3" providerId="LiveId" clId="{02D4653C-9B20-4A86-894F-7000ABD9869B}" dt="2024-11-07T17:31:54.209" v="0" actId="47"/>
        <pc:sldMkLst>
          <pc:docMk/>
          <pc:sldMk cId="3566156269" sldId="420"/>
        </pc:sldMkLst>
      </pc:sldChg>
      <pc:sldChg chg="del">
        <pc:chgData name="Shubhendu Kumar Singh" userId="461b01912b5747a3" providerId="LiveId" clId="{02D4653C-9B20-4A86-894F-7000ABD9869B}" dt="2024-11-07T17:31:54.209" v="0" actId="47"/>
        <pc:sldMkLst>
          <pc:docMk/>
          <pc:sldMk cId="3986597373" sldId="421"/>
        </pc:sldMkLst>
      </pc:sldChg>
      <pc:sldChg chg="del">
        <pc:chgData name="Shubhendu Kumar Singh" userId="461b01912b5747a3" providerId="LiveId" clId="{02D4653C-9B20-4A86-894F-7000ABD9869B}" dt="2024-11-07T17:31:54.209" v="0" actId="47"/>
        <pc:sldMkLst>
          <pc:docMk/>
          <pc:sldMk cId="1469052448" sldId="422"/>
        </pc:sldMkLst>
      </pc:sldChg>
      <pc:sldChg chg="del">
        <pc:chgData name="Shubhendu Kumar Singh" userId="461b01912b5747a3" providerId="LiveId" clId="{02D4653C-9B20-4A86-894F-7000ABD9869B}" dt="2024-11-07T17:31:54.209" v="0" actId="47"/>
        <pc:sldMkLst>
          <pc:docMk/>
          <pc:sldMk cId="2249308559" sldId="423"/>
        </pc:sldMkLst>
      </pc:sldChg>
      <pc:sldChg chg="del">
        <pc:chgData name="Shubhendu Kumar Singh" userId="461b01912b5747a3" providerId="LiveId" clId="{02D4653C-9B20-4A86-894F-7000ABD9869B}" dt="2024-11-13T09:21:17.414" v="58" actId="47"/>
        <pc:sldMkLst>
          <pc:docMk/>
          <pc:sldMk cId="1869610329" sldId="424"/>
        </pc:sldMkLst>
      </pc:sldChg>
      <pc:sldChg chg="del">
        <pc:chgData name="Shubhendu Kumar Singh" userId="461b01912b5747a3" providerId="LiveId" clId="{02D4653C-9B20-4A86-894F-7000ABD9869B}" dt="2024-11-13T18:41:48.997" v="119" actId="47"/>
        <pc:sldMkLst>
          <pc:docMk/>
          <pc:sldMk cId="1331353543" sldId="425"/>
        </pc:sldMkLst>
      </pc:sldChg>
      <pc:sldChg chg="del ord">
        <pc:chgData name="Shubhendu Kumar Singh" userId="461b01912b5747a3" providerId="LiveId" clId="{02D4653C-9B20-4A86-894F-7000ABD9869B}" dt="2024-11-26T06:57:06.566" v="4603" actId="47"/>
        <pc:sldMkLst>
          <pc:docMk/>
          <pc:sldMk cId="2735324592" sldId="426"/>
        </pc:sldMkLst>
      </pc:sldChg>
      <pc:sldChg chg="addSp delSp modSp mod ord modAnim">
        <pc:chgData name="Shubhendu Kumar Singh" userId="461b01912b5747a3" providerId="LiveId" clId="{02D4653C-9B20-4A86-894F-7000ABD9869B}" dt="2024-11-14T02:39:18.099" v="2697"/>
        <pc:sldMkLst>
          <pc:docMk/>
          <pc:sldMk cId="3725155999" sldId="427"/>
        </pc:sldMkLst>
      </pc:sldChg>
      <pc:sldChg chg="del">
        <pc:chgData name="Shubhendu Kumar Singh" userId="461b01912b5747a3" providerId="LiveId" clId="{02D4653C-9B20-4A86-894F-7000ABD9869B}" dt="2024-11-13T09:21:42.985" v="66" actId="47"/>
        <pc:sldMkLst>
          <pc:docMk/>
          <pc:sldMk cId="304010095" sldId="431"/>
        </pc:sldMkLst>
      </pc:sldChg>
      <pc:sldChg chg="del">
        <pc:chgData name="Shubhendu Kumar Singh" userId="461b01912b5747a3" providerId="LiveId" clId="{02D4653C-9B20-4A86-894F-7000ABD9869B}" dt="2024-11-13T09:21:44.706" v="67" actId="47"/>
        <pc:sldMkLst>
          <pc:docMk/>
          <pc:sldMk cId="4085001802" sldId="434"/>
        </pc:sldMkLst>
      </pc:sldChg>
      <pc:sldChg chg="del">
        <pc:chgData name="Shubhendu Kumar Singh" userId="461b01912b5747a3" providerId="LiveId" clId="{02D4653C-9B20-4A86-894F-7000ABD9869B}" dt="2024-11-13T18:41:48.997" v="119" actId="47"/>
        <pc:sldMkLst>
          <pc:docMk/>
          <pc:sldMk cId="1520957443" sldId="435"/>
        </pc:sldMkLst>
      </pc:sldChg>
      <pc:sldChg chg="del">
        <pc:chgData name="Shubhendu Kumar Singh" userId="461b01912b5747a3" providerId="LiveId" clId="{02D4653C-9B20-4A86-894F-7000ABD9869B}" dt="2024-11-13T09:33:02.865" v="113" actId="47"/>
        <pc:sldMkLst>
          <pc:docMk/>
          <pc:sldMk cId="1477373688" sldId="436"/>
        </pc:sldMkLst>
      </pc:sldChg>
      <pc:sldChg chg="del">
        <pc:chgData name="Shubhendu Kumar Singh" userId="461b01912b5747a3" providerId="LiveId" clId="{02D4653C-9B20-4A86-894F-7000ABD9869B}" dt="2024-11-13T09:33:02.865" v="113" actId="47"/>
        <pc:sldMkLst>
          <pc:docMk/>
          <pc:sldMk cId="2950768659" sldId="437"/>
        </pc:sldMkLst>
      </pc:sldChg>
      <pc:sldChg chg="addSp delSp modSp add del mod ord">
        <pc:chgData name="Shubhendu Kumar Singh" userId="461b01912b5747a3" providerId="LiveId" clId="{02D4653C-9B20-4A86-894F-7000ABD9869B}" dt="2024-11-13T09:33:02.865" v="113" actId="47"/>
        <pc:sldMkLst>
          <pc:docMk/>
          <pc:sldMk cId="4076220576" sldId="438"/>
        </pc:sldMkLst>
      </pc:sldChg>
      <pc:sldChg chg="addSp delSp modSp add del mod ord">
        <pc:chgData name="Shubhendu Kumar Singh" userId="461b01912b5747a3" providerId="LiveId" clId="{02D4653C-9B20-4A86-894F-7000ABD9869B}" dt="2024-11-13T09:33:02.865" v="113" actId="47"/>
        <pc:sldMkLst>
          <pc:docMk/>
          <pc:sldMk cId="891528321" sldId="439"/>
        </pc:sldMkLst>
      </pc:sldChg>
      <pc:sldChg chg="modSp add mod ord">
        <pc:chgData name="Shubhendu Kumar Singh" userId="461b01912b5747a3" providerId="LiveId" clId="{02D4653C-9B20-4A86-894F-7000ABD9869B}" dt="2024-11-14T00:58:24.134" v="1528" actId="6549"/>
        <pc:sldMkLst>
          <pc:docMk/>
          <pc:sldMk cId="2944807018" sldId="440"/>
        </pc:sldMkLst>
      </pc:sldChg>
      <pc:sldChg chg="addSp delSp modSp add mod ord">
        <pc:chgData name="Shubhendu Kumar Singh" userId="461b01912b5747a3" providerId="LiveId" clId="{02D4653C-9B20-4A86-894F-7000ABD9869B}" dt="2024-11-13T09:33:36.711" v="118" actId="14100"/>
        <pc:sldMkLst>
          <pc:docMk/>
          <pc:sldMk cId="3500109330" sldId="441"/>
        </pc:sldMkLst>
      </pc:sldChg>
      <pc:sldChg chg="addSp delSp modSp add mod">
        <pc:chgData name="Shubhendu Kumar Singh" userId="461b01912b5747a3" providerId="LiveId" clId="{02D4653C-9B20-4A86-894F-7000ABD9869B}" dt="2024-11-13T09:31:46.626" v="101" actId="1076"/>
        <pc:sldMkLst>
          <pc:docMk/>
          <pc:sldMk cId="932135082" sldId="442"/>
        </pc:sldMkLst>
      </pc:sldChg>
      <pc:sldChg chg="addSp delSp modSp add mod">
        <pc:chgData name="Shubhendu Kumar Singh" userId="461b01912b5747a3" providerId="LiveId" clId="{02D4653C-9B20-4A86-894F-7000ABD9869B}" dt="2024-12-03T02:08:07.750" v="4683" actId="1076"/>
        <pc:sldMkLst>
          <pc:docMk/>
          <pc:sldMk cId="495320295" sldId="443"/>
        </pc:sldMkLst>
      </pc:sldChg>
      <pc:sldChg chg="addSp delSp modSp add mod ord">
        <pc:chgData name="Shubhendu Kumar Singh" userId="461b01912b5747a3" providerId="LiveId" clId="{02D4653C-9B20-4A86-894F-7000ABD9869B}" dt="2024-11-13T22:32:09.210" v="974" actId="1076"/>
        <pc:sldMkLst>
          <pc:docMk/>
          <pc:sldMk cId="4145754570" sldId="444"/>
        </pc:sldMkLst>
      </pc:sldChg>
      <pc:sldChg chg="addSp delSp modSp add mod ord">
        <pc:chgData name="Shubhendu Kumar Singh" userId="461b01912b5747a3" providerId="LiveId" clId="{02D4653C-9B20-4A86-894F-7000ABD9869B}" dt="2024-11-14T06:01:25.246" v="3679" actId="20577"/>
        <pc:sldMkLst>
          <pc:docMk/>
          <pc:sldMk cId="2885965486" sldId="445"/>
        </pc:sldMkLst>
      </pc:sldChg>
      <pc:sldChg chg="modSp add mod ord">
        <pc:chgData name="Shubhendu Kumar Singh" userId="461b01912b5747a3" providerId="LiveId" clId="{02D4653C-9B20-4A86-894F-7000ABD9869B}" dt="2024-11-14T02:28:33.279" v="2471" actId="20577"/>
        <pc:sldMkLst>
          <pc:docMk/>
          <pc:sldMk cId="1866640217" sldId="446"/>
        </pc:sldMkLst>
      </pc:sldChg>
      <pc:sldChg chg="addSp delSp modSp add mod ord">
        <pc:chgData name="Shubhendu Kumar Singh" userId="461b01912b5747a3" providerId="LiveId" clId="{02D4653C-9B20-4A86-894F-7000ABD9869B}" dt="2024-11-14T01:01:32.482" v="1573" actId="1076"/>
        <pc:sldMkLst>
          <pc:docMk/>
          <pc:sldMk cId="1356373293" sldId="447"/>
        </pc:sldMkLst>
      </pc:sldChg>
      <pc:sldChg chg="addSp delSp modSp add mod ord">
        <pc:chgData name="Shubhendu Kumar Singh" userId="461b01912b5747a3" providerId="LiveId" clId="{02D4653C-9B20-4A86-894F-7000ABD9869B}" dt="2024-11-14T01:02:28.132" v="1585" actId="14100"/>
        <pc:sldMkLst>
          <pc:docMk/>
          <pc:sldMk cId="3677341236" sldId="448"/>
        </pc:sldMkLst>
      </pc:sldChg>
      <pc:sldChg chg="addSp delSp modSp add del mod ord">
        <pc:chgData name="Shubhendu Kumar Singh" userId="461b01912b5747a3" providerId="LiveId" clId="{02D4653C-9B20-4A86-894F-7000ABD9869B}" dt="2024-11-14T02:07:54.986" v="2024" actId="47"/>
        <pc:sldMkLst>
          <pc:docMk/>
          <pc:sldMk cId="1841129783" sldId="449"/>
        </pc:sldMkLst>
      </pc:sldChg>
      <pc:sldChg chg="addSp delSp modSp add mod setBg">
        <pc:chgData name="Shubhendu Kumar Singh" userId="461b01912b5747a3" providerId="LiveId" clId="{02D4653C-9B20-4A86-894F-7000ABD9869B}" dt="2024-11-14T03:04:55.113" v="2718" actId="1582"/>
        <pc:sldMkLst>
          <pc:docMk/>
          <pc:sldMk cId="4212799720" sldId="450"/>
        </pc:sldMkLst>
      </pc:sldChg>
      <pc:sldChg chg="modSp add mod ord">
        <pc:chgData name="Shubhendu Kumar Singh" userId="461b01912b5747a3" providerId="LiveId" clId="{02D4653C-9B20-4A86-894F-7000ABD9869B}" dt="2024-11-18T06:07:31.236" v="3814" actId="20577"/>
        <pc:sldMkLst>
          <pc:docMk/>
          <pc:sldMk cId="1014711234" sldId="451"/>
        </pc:sldMkLst>
      </pc:sldChg>
      <pc:sldChg chg="addSp delSp modSp add mod ord">
        <pc:chgData name="Shubhendu Kumar Singh" userId="461b01912b5747a3" providerId="LiveId" clId="{02D4653C-9B20-4A86-894F-7000ABD9869B}" dt="2024-11-26T06:48:31.288" v="4602" actId="478"/>
        <pc:sldMkLst>
          <pc:docMk/>
          <pc:sldMk cId="3229367106" sldId="452"/>
        </pc:sldMkLst>
      </pc:sldChg>
      <pc:sldChg chg="addSp delSp modSp add mod ord">
        <pc:chgData name="Shubhendu Kumar Singh" userId="461b01912b5747a3" providerId="LiveId" clId="{02D4653C-9B20-4A86-894F-7000ABD9869B}" dt="2024-11-14T04:33:35.059" v="2825" actId="14100"/>
        <pc:sldMkLst>
          <pc:docMk/>
          <pc:sldMk cId="925879224" sldId="453"/>
        </pc:sldMkLst>
      </pc:sldChg>
      <pc:sldChg chg="addSp delSp modSp add mod ord">
        <pc:chgData name="Shubhendu Kumar Singh" userId="461b01912b5747a3" providerId="LiveId" clId="{02D4653C-9B20-4A86-894F-7000ABD9869B}" dt="2024-11-14T05:43:56.784" v="3677" actId="20577"/>
        <pc:sldMkLst>
          <pc:docMk/>
          <pc:sldMk cId="1626087198" sldId="454"/>
        </pc:sldMkLst>
      </pc:sldChg>
      <pc:sldChg chg="addSp delSp modSp add del mod ord">
        <pc:chgData name="Shubhendu Kumar Singh" userId="461b01912b5747a3" providerId="LiveId" clId="{02D4653C-9B20-4A86-894F-7000ABD9869B}" dt="2024-11-19T23:42:48.262" v="4108" actId="1076"/>
        <pc:sldMkLst>
          <pc:docMk/>
          <pc:sldMk cId="392483643" sldId="455"/>
        </pc:sldMkLst>
      </pc:sldChg>
      <pc:sldChg chg="add del ord">
        <pc:chgData name="Shubhendu Kumar Singh" userId="461b01912b5747a3" providerId="LiveId" clId="{02D4653C-9B20-4A86-894F-7000ABD9869B}" dt="2024-11-16T02:07:48.938" v="3683" actId="47"/>
        <pc:sldMkLst>
          <pc:docMk/>
          <pc:sldMk cId="3146303548" sldId="455"/>
        </pc:sldMkLst>
      </pc:sldChg>
      <pc:sldChg chg="addSp delSp modSp add del mod ord">
        <pc:chgData name="Shubhendu Kumar Singh" userId="461b01912b5747a3" providerId="LiveId" clId="{02D4653C-9B20-4A86-894F-7000ABD9869B}" dt="2024-11-19T05:09:23.312" v="3823" actId="47"/>
        <pc:sldMkLst>
          <pc:docMk/>
          <pc:sldMk cId="4174847656" sldId="456"/>
        </pc:sldMkLst>
      </pc:sldChg>
      <pc:sldChg chg="delSp add del mod ord">
        <pc:chgData name="Shubhendu Kumar Singh" userId="461b01912b5747a3" providerId="LiveId" clId="{02D4653C-9B20-4A86-894F-7000ABD9869B}" dt="2024-11-18T06:17:12.105" v="3817" actId="47"/>
        <pc:sldMkLst>
          <pc:docMk/>
          <pc:sldMk cId="2557570298" sldId="457"/>
        </pc:sldMkLst>
      </pc:sldChg>
      <pc:sldChg chg="delSp add del mod">
        <pc:chgData name="Shubhendu Kumar Singh" userId="461b01912b5747a3" providerId="LiveId" clId="{02D4653C-9B20-4A86-894F-7000ABD9869B}" dt="2024-11-19T05:09:06.697" v="3822" actId="2696"/>
        <pc:sldMkLst>
          <pc:docMk/>
          <pc:sldMk cId="3636388766" sldId="457"/>
        </pc:sldMkLst>
      </pc:sldChg>
      <pc:sldChg chg="add del">
        <pc:chgData name="Shubhendu Kumar Singh" userId="461b01912b5747a3" providerId="LiveId" clId="{02D4653C-9B20-4A86-894F-7000ABD9869B}" dt="2024-11-19T05:09:06.697" v="3822" actId="2696"/>
        <pc:sldMkLst>
          <pc:docMk/>
          <pc:sldMk cId="1295701564" sldId="458"/>
        </pc:sldMkLst>
      </pc:sldChg>
      <pc:sldChg chg="delSp modSp add mod ord">
        <pc:chgData name="Shubhendu Kumar Singh" userId="461b01912b5747a3" providerId="LiveId" clId="{02D4653C-9B20-4A86-894F-7000ABD9869B}" dt="2024-11-19T23:20:52.915" v="3874" actId="20577"/>
        <pc:sldMkLst>
          <pc:docMk/>
          <pc:sldMk cId="2017827870" sldId="472"/>
        </pc:sldMkLst>
      </pc:sldChg>
      <pc:sldChg chg="add">
        <pc:chgData name="Shubhendu Kumar Singh" userId="461b01912b5747a3" providerId="LiveId" clId="{02D4653C-9B20-4A86-894F-7000ABD9869B}" dt="2024-11-19T23:21:02.676" v="3875" actId="2890"/>
        <pc:sldMkLst>
          <pc:docMk/>
          <pc:sldMk cId="3635191793" sldId="473"/>
        </pc:sldMkLst>
      </pc:sldChg>
      <pc:sldChg chg="add">
        <pc:chgData name="Shubhendu Kumar Singh" userId="461b01912b5747a3" providerId="LiveId" clId="{02D4653C-9B20-4A86-894F-7000ABD9869B}" dt="2024-11-19T23:31:48.633" v="3992" actId="2890"/>
        <pc:sldMkLst>
          <pc:docMk/>
          <pc:sldMk cId="4006462711" sldId="474"/>
        </pc:sldMkLst>
      </pc:sldChg>
      <pc:sldChg chg="addSp delSp modSp add mod ord">
        <pc:chgData name="Shubhendu Kumar Singh" userId="461b01912b5747a3" providerId="LiveId" clId="{02D4653C-9B20-4A86-894F-7000ABD9869B}" dt="2024-11-26T07:01:55.984" v="4638" actId="14100"/>
        <pc:sldMkLst>
          <pc:docMk/>
          <pc:sldMk cId="127027669" sldId="475"/>
        </pc:sldMkLst>
      </pc:sldChg>
      <pc:sldChg chg="addSp delSp modSp add mod ord">
        <pc:chgData name="Shubhendu Kumar Singh" userId="461b01912b5747a3" providerId="LiveId" clId="{02D4653C-9B20-4A86-894F-7000ABD9869B}" dt="2024-12-06T02:34:04.085" v="5374" actId="478"/>
        <pc:sldMkLst>
          <pc:docMk/>
          <pc:sldMk cId="2979823947" sldId="476"/>
        </pc:sldMkLst>
      </pc:sldChg>
      <pc:sldChg chg="addSp delSp modSp add mod">
        <pc:chgData name="Shubhendu Kumar Singh" userId="461b01912b5747a3" providerId="LiveId" clId="{02D4653C-9B20-4A86-894F-7000ABD9869B}" dt="2024-11-30T04:48:20.056" v="4675" actId="1076"/>
        <pc:sldMkLst>
          <pc:docMk/>
          <pc:sldMk cId="1853082879" sldId="477"/>
        </pc:sldMkLst>
      </pc:sldChg>
      <pc:sldChg chg="modSp add del mod">
        <pc:chgData name="Shubhendu Kumar Singh" userId="461b01912b5747a3" providerId="LiveId" clId="{02D4653C-9B20-4A86-894F-7000ABD9869B}" dt="2024-11-28T04:57:39.615" v="4673" actId="47"/>
        <pc:sldMkLst>
          <pc:docMk/>
          <pc:sldMk cId="759669890" sldId="478"/>
        </pc:sldMkLst>
      </pc:sldChg>
      <pc:sldChg chg="addSp delSp modSp add mod">
        <pc:chgData name="Shubhendu Kumar Singh" userId="461b01912b5747a3" providerId="LiveId" clId="{02D4653C-9B20-4A86-894F-7000ABD9869B}" dt="2024-12-06T00:05:09.523" v="5237" actId="1076"/>
        <pc:sldMkLst>
          <pc:docMk/>
          <pc:sldMk cId="3946934369" sldId="478"/>
        </pc:sldMkLst>
      </pc:sldChg>
      <pc:sldChg chg="addSp delSp modSp add mod">
        <pc:chgData name="Shubhendu Kumar Singh" userId="461b01912b5747a3" providerId="LiveId" clId="{02D4653C-9B20-4A86-894F-7000ABD9869B}" dt="2024-12-05T23:58:15.211" v="5186" actId="14100"/>
        <pc:sldMkLst>
          <pc:docMk/>
          <pc:sldMk cId="2442688752" sldId="479"/>
        </pc:sldMkLst>
      </pc:sldChg>
      <pc:sldChg chg="addSp delSp modSp add mod">
        <pc:chgData name="Shubhendu Kumar Singh" userId="461b01912b5747a3" providerId="LiveId" clId="{02D4653C-9B20-4A86-894F-7000ABD9869B}" dt="2024-12-04T19:12:18.909" v="4901" actId="207"/>
        <pc:sldMkLst>
          <pc:docMk/>
          <pc:sldMk cId="421877273" sldId="480"/>
        </pc:sldMkLst>
      </pc:sldChg>
      <pc:sldChg chg="addSp delSp modSp add mod">
        <pc:chgData name="Shubhendu Kumar Singh" userId="461b01912b5747a3" providerId="LiveId" clId="{02D4653C-9B20-4A86-894F-7000ABD9869B}" dt="2024-12-04T22:13:48.815" v="4963" actId="14100"/>
        <pc:sldMkLst>
          <pc:docMk/>
          <pc:sldMk cId="2244522489" sldId="481"/>
        </pc:sldMkLst>
      </pc:sldChg>
      <pc:sldChg chg="addSp delSp modSp add del mod">
        <pc:chgData name="Shubhendu Kumar Singh" userId="461b01912b5747a3" providerId="LiveId" clId="{02D4653C-9B20-4A86-894F-7000ABD9869B}" dt="2024-12-06T00:02:48.819" v="5213" actId="47"/>
        <pc:sldMkLst>
          <pc:docMk/>
          <pc:sldMk cId="3804403277" sldId="482"/>
        </pc:sldMkLst>
      </pc:sldChg>
      <pc:sldChg chg="addSp delSp modSp add mod">
        <pc:chgData name="Shubhendu Kumar Singh" userId="461b01912b5747a3" providerId="LiveId" clId="{02D4653C-9B20-4A86-894F-7000ABD9869B}" dt="2024-12-05T06:33:58.039" v="5116" actId="14100"/>
        <pc:sldMkLst>
          <pc:docMk/>
          <pc:sldMk cId="4241874730" sldId="483"/>
        </pc:sldMkLst>
      </pc:sldChg>
      <pc:sldChg chg="addSp delSp modSp add mod ord">
        <pc:chgData name="Shubhendu Kumar Singh" userId="461b01912b5747a3" providerId="LiveId" clId="{02D4653C-9B20-4A86-894F-7000ABD9869B}" dt="2024-12-06T02:39:34.984" v="5397" actId="1076"/>
        <pc:sldMkLst>
          <pc:docMk/>
          <pc:sldMk cId="3983696921" sldId="484"/>
        </pc:sldMkLst>
      </pc:sldChg>
      <pc:sldChg chg="addSp delSp modSp add mod">
        <pc:chgData name="Shubhendu Kumar Singh" userId="461b01912b5747a3" providerId="LiveId" clId="{02D4653C-9B20-4A86-894F-7000ABD9869B}" dt="2024-12-06T00:07:31.251" v="5256" actId="14100"/>
        <pc:sldMkLst>
          <pc:docMk/>
          <pc:sldMk cId="145135501" sldId="485"/>
        </pc:sldMkLst>
      </pc:sldChg>
      <pc:sldChg chg="delSp modSp add del mod">
        <pc:chgData name="Shubhendu Kumar Singh" userId="461b01912b5747a3" providerId="LiveId" clId="{02D4653C-9B20-4A86-894F-7000ABD9869B}" dt="2024-12-05T23:55:21.315" v="5163" actId="47"/>
        <pc:sldMkLst>
          <pc:docMk/>
          <pc:sldMk cId="3917741220" sldId="485"/>
        </pc:sldMkLst>
      </pc:sldChg>
      <pc:sldChg chg="add">
        <pc:chgData name="Shubhendu Kumar Singh" userId="461b01912b5747a3" providerId="LiveId" clId="{02D4653C-9B20-4A86-894F-7000ABD9869B}" dt="2024-12-06T00:02:30.499" v="5210" actId="2890"/>
        <pc:sldMkLst>
          <pc:docMk/>
          <pc:sldMk cId="1522601370" sldId="486"/>
        </pc:sldMkLst>
      </pc:sldChg>
    </pc:docChg>
  </pc:docChgLst>
  <pc:docChgLst>
    <pc:chgData name="Shubhendu Kumar Singh" userId="461b01912b5747a3" providerId="LiveId" clId="{0E4A160C-6965-4536-8DFF-AF26EF05FB7E}"/>
    <pc:docChg chg="undo custSel addSld delSld modSld sldOrd">
      <pc:chgData name="Shubhendu Kumar Singh" userId="461b01912b5747a3" providerId="LiveId" clId="{0E4A160C-6965-4536-8DFF-AF26EF05FB7E}" dt="2024-11-07T16:59:57.685" v="3124" actId="47"/>
      <pc:docMkLst>
        <pc:docMk/>
      </pc:docMkLst>
      <pc:sldChg chg="modSp mod">
        <pc:chgData name="Shubhendu Kumar Singh" userId="461b01912b5747a3" providerId="LiveId" clId="{0E4A160C-6965-4536-8DFF-AF26EF05FB7E}" dt="2024-11-04T05:57:54.212" v="285" actId="20577"/>
        <pc:sldMkLst>
          <pc:docMk/>
          <pc:sldMk cId="3462350368" sldId="358"/>
        </pc:sldMkLst>
      </pc:sldChg>
      <pc:sldChg chg="addSp delSp modSp add mod ord">
        <pc:chgData name="Shubhendu Kumar Singh" userId="461b01912b5747a3" providerId="LiveId" clId="{0E4A160C-6965-4536-8DFF-AF26EF05FB7E}" dt="2024-11-07T06:17:33.391" v="2535" actId="20577"/>
        <pc:sldMkLst>
          <pc:docMk/>
          <pc:sldMk cId="1869610329" sldId="424"/>
        </pc:sldMkLst>
      </pc:sldChg>
      <pc:sldChg chg="add">
        <pc:chgData name="Shubhendu Kumar Singh" userId="461b01912b5747a3" providerId="LiveId" clId="{0E4A160C-6965-4536-8DFF-AF26EF05FB7E}" dt="2024-11-03T06:15:48.506" v="45" actId="2890"/>
        <pc:sldMkLst>
          <pc:docMk/>
          <pc:sldMk cId="1331353543" sldId="425"/>
        </pc:sldMkLst>
      </pc:sldChg>
      <pc:sldChg chg="addSp delSp modSp add mod">
        <pc:chgData name="Shubhendu Kumar Singh" userId="461b01912b5747a3" providerId="LiveId" clId="{0E4A160C-6965-4536-8DFF-AF26EF05FB7E}" dt="2024-11-05T03:32:44.723" v="1693" actId="20577"/>
        <pc:sldMkLst>
          <pc:docMk/>
          <pc:sldMk cId="2735324592" sldId="426"/>
        </pc:sldMkLst>
      </pc:sldChg>
      <pc:sldChg chg="delSp modSp add mod ord delAnim">
        <pc:chgData name="Shubhendu Kumar Singh" userId="461b01912b5747a3" providerId="LiveId" clId="{0E4A160C-6965-4536-8DFF-AF26EF05FB7E}" dt="2024-11-07T03:10:13.382" v="2050" actId="1076"/>
        <pc:sldMkLst>
          <pc:docMk/>
          <pc:sldMk cId="3725155999" sldId="427"/>
        </pc:sldMkLst>
      </pc:sldChg>
      <pc:sldChg chg="add del">
        <pc:chgData name="Shubhendu Kumar Singh" userId="461b01912b5747a3" providerId="LiveId" clId="{0E4A160C-6965-4536-8DFF-AF26EF05FB7E}" dt="2024-11-05T07:27:12.036" v="2008" actId="2696"/>
        <pc:sldMkLst>
          <pc:docMk/>
          <pc:sldMk cId="331758838" sldId="428"/>
        </pc:sldMkLst>
      </pc:sldChg>
      <pc:sldChg chg="addSp delSp modSp add del mod">
        <pc:chgData name="Shubhendu Kumar Singh" userId="461b01912b5747a3" providerId="LiveId" clId="{0E4A160C-6965-4536-8DFF-AF26EF05FB7E}" dt="2024-11-07T04:23:57.338" v="2131" actId="47"/>
        <pc:sldMkLst>
          <pc:docMk/>
          <pc:sldMk cId="3567602749" sldId="429"/>
        </pc:sldMkLst>
      </pc:sldChg>
      <pc:sldChg chg="addSp delSp modSp add mod ord">
        <pc:chgData name="Shubhendu Kumar Singh" userId="461b01912b5747a3" providerId="LiveId" clId="{0E4A160C-6965-4536-8DFF-AF26EF05FB7E}" dt="2024-11-05T07:23:59.496" v="2007" actId="20577"/>
        <pc:sldMkLst>
          <pc:docMk/>
          <pc:sldMk cId="4292739304" sldId="430"/>
        </pc:sldMkLst>
      </pc:sldChg>
      <pc:sldChg chg="addSp delSp modSp add mod">
        <pc:chgData name="Shubhendu Kumar Singh" userId="461b01912b5747a3" providerId="LiveId" clId="{0E4A160C-6965-4536-8DFF-AF26EF05FB7E}" dt="2024-11-07T04:04:55.378" v="2117" actId="1076"/>
        <pc:sldMkLst>
          <pc:docMk/>
          <pc:sldMk cId="304010095" sldId="431"/>
        </pc:sldMkLst>
      </pc:sldChg>
      <pc:sldChg chg="modSp add del mod ord">
        <pc:chgData name="Shubhendu Kumar Singh" userId="461b01912b5747a3" providerId="LiveId" clId="{0E4A160C-6965-4536-8DFF-AF26EF05FB7E}" dt="2024-11-07T04:42:06.742" v="2231" actId="47"/>
        <pc:sldMkLst>
          <pc:docMk/>
          <pc:sldMk cId="251598858" sldId="432"/>
        </pc:sldMkLst>
      </pc:sldChg>
      <pc:sldChg chg="addSp delSp modSp add del mod">
        <pc:chgData name="Shubhendu Kumar Singh" userId="461b01912b5747a3" providerId="LiveId" clId="{0E4A160C-6965-4536-8DFF-AF26EF05FB7E}" dt="2024-11-07T04:42:03.322" v="2230" actId="47"/>
        <pc:sldMkLst>
          <pc:docMk/>
          <pc:sldMk cId="1329699615" sldId="433"/>
        </pc:sldMkLst>
      </pc:sldChg>
      <pc:sldChg chg="modSp add del mod ord">
        <pc:chgData name="Shubhendu Kumar Singh" userId="461b01912b5747a3" providerId="LiveId" clId="{0E4A160C-6965-4536-8DFF-AF26EF05FB7E}" dt="2024-11-07T04:28:11.296" v="2132" actId="47"/>
        <pc:sldMkLst>
          <pc:docMk/>
          <pc:sldMk cId="1385723288" sldId="433"/>
        </pc:sldMkLst>
      </pc:sldChg>
      <pc:sldChg chg="addSp modSp add mod ord">
        <pc:chgData name="Shubhendu Kumar Singh" userId="461b01912b5747a3" providerId="LiveId" clId="{0E4A160C-6965-4536-8DFF-AF26EF05FB7E}" dt="2024-11-07T08:11:18.209" v="2611" actId="20577"/>
        <pc:sldMkLst>
          <pc:docMk/>
          <pc:sldMk cId="4085001802" sldId="434"/>
        </pc:sldMkLst>
      </pc:sldChg>
      <pc:sldChg chg="modSp add mod">
        <pc:chgData name="Shubhendu Kumar Singh" userId="461b01912b5747a3" providerId="LiveId" clId="{0E4A160C-6965-4536-8DFF-AF26EF05FB7E}" dt="2024-11-07T08:10:59.686" v="2595" actId="20577"/>
        <pc:sldMkLst>
          <pc:docMk/>
          <pc:sldMk cId="1520957443" sldId="435"/>
        </pc:sldMkLst>
      </pc:sldChg>
      <pc:sldChg chg="addSp delSp modSp add mod">
        <pc:chgData name="Shubhendu Kumar Singh" userId="461b01912b5747a3" providerId="LiveId" clId="{0E4A160C-6965-4536-8DFF-AF26EF05FB7E}" dt="2024-11-07T12:19:06.614" v="3069" actId="1076"/>
        <pc:sldMkLst>
          <pc:docMk/>
          <pc:sldMk cId="1477373688" sldId="436"/>
        </pc:sldMkLst>
      </pc:sldChg>
      <pc:sldChg chg="modSp add mod ord">
        <pc:chgData name="Shubhendu Kumar Singh" userId="461b01912b5747a3" providerId="LiveId" clId="{0E4A160C-6965-4536-8DFF-AF26EF05FB7E}" dt="2024-11-07T08:15:43.609" v="3056" actId="20577"/>
        <pc:sldMkLst>
          <pc:docMk/>
          <pc:sldMk cId="2950768659" sldId="437"/>
        </pc:sldMkLst>
      </pc:sldChg>
      <pc:sldChg chg="addSp delSp modSp add del mod">
        <pc:chgData name="Shubhendu Kumar Singh" userId="461b01912b5747a3" providerId="LiveId" clId="{0E4A160C-6965-4536-8DFF-AF26EF05FB7E}" dt="2024-11-07T16:59:57.685" v="3124" actId="47"/>
        <pc:sldMkLst>
          <pc:docMk/>
          <pc:sldMk cId="2057211306" sldId="438"/>
        </pc:sldMkLst>
      </pc:sldChg>
      <pc:sldChg chg="modSp add del mod ord">
        <pc:chgData name="Shubhendu Kumar Singh" userId="461b01912b5747a3" providerId="LiveId" clId="{0E4A160C-6965-4536-8DFF-AF26EF05FB7E}" dt="2024-11-07T16:59:53.606" v="3123" actId="47"/>
        <pc:sldMkLst>
          <pc:docMk/>
          <pc:sldMk cId="2274286587" sldId="439"/>
        </pc:sldMkLst>
      </pc:sldChg>
    </pc:docChg>
  </pc:docChgLst>
  <pc:docChgLst>
    <pc:chgData name="Shubhendu Kumar Singh" userId="461b01912b5747a3" providerId="LiveId" clId="{A26CC00C-B93B-4591-BD9D-06731C0D6747}"/>
    <pc:docChg chg="undo custSel addSld delSld modSld sldOrd">
      <pc:chgData name="Shubhendu Kumar Singh" userId="461b01912b5747a3" providerId="LiveId" clId="{A26CC00C-B93B-4591-BD9D-06731C0D6747}" dt="2025-01-23T04:16:39.233" v="959" actId="1076"/>
      <pc:docMkLst>
        <pc:docMk/>
      </pc:docMkLst>
      <pc:sldChg chg="modSp mod">
        <pc:chgData name="Shubhendu Kumar Singh" userId="461b01912b5747a3" providerId="LiveId" clId="{A26CC00C-B93B-4591-BD9D-06731C0D6747}" dt="2025-01-22T04:13:21.663" v="5" actId="20577"/>
        <pc:sldMkLst>
          <pc:docMk/>
          <pc:sldMk cId="734630831" sldId="365"/>
        </pc:sldMkLst>
        <pc:spChg chg="mod">
          <ac:chgData name="Shubhendu Kumar Singh" userId="461b01912b5747a3" providerId="LiveId" clId="{A26CC00C-B93B-4591-BD9D-06731C0D6747}" dt="2025-01-22T04:13:21.663" v="5" actId="20577"/>
          <ac:spMkLst>
            <pc:docMk/>
            <pc:sldMk cId="734630831" sldId="365"/>
            <ac:spMk id="4" creationId="{DE1A6919-18F5-A712-B94E-DF0EF7EB3159}"/>
          </ac:spMkLst>
        </pc:spChg>
      </pc:sldChg>
      <pc:sldChg chg="add del">
        <pc:chgData name="Shubhendu Kumar Singh" userId="461b01912b5747a3" providerId="LiveId" clId="{A26CC00C-B93B-4591-BD9D-06731C0D6747}" dt="2025-01-22T04:44:08.045" v="78" actId="47"/>
        <pc:sldMkLst>
          <pc:docMk/>
          <pc:sldMk cId="3725155999" sldId="427"/>
        </pc:sldMkLst>
      </pc:sldChg>
      <pc:sldChg chg="add del">
        <pc:chgData name="Shubhendu Kumar Singh" userId="461b01912b5747a3" providerId="LiveId" clId="{A26CC00C-B93B-4591-BD9D-06731C0D6747}" dt="2025-01-22T04:44:08.045" v="78" actId="47"/>
        <pc:sldMkLst>
          <pc:docMk/>
          <pc:sldMk cId="4292739304" sldId="430"/>
        </pc:sldMkLst>
      </pc:sldChg>
      <pc:sldChg chg="add del">
        <pc:chgData name="Shubhendu Kumar Singh" userId="461b01912b5747a3" providerId="LiveId" clId="{A26CC00C-B93B-4591-BD9D-06731C0D6747}" dt="2025-01-22T04:44:08.045" v="78" actId="47"/>
        <pc:sldMkLst>
          <pc:docMk/>
          <pc:sldMk cId="2944807018" sldId="440"/>
        </pc:sldMkLst>
      </pc:sldChg>
      <pc:sldChg chg="add del">
        <pc:chgData name="Shubhendu Kumar Singh" userId="461b01912b5747a3" providerId="LiveId" clId="{A26CC00C-B93B-4591-BD9D-06731C0D6747}" dt="2025-01-22T04:44:08.045" v="78" actId="47"/>
        <pc:sldMkLst>
          <pc:docMk/>
          <pc:sldMk cId="3500109330" sldId="441"/>
        </pc:sldMkLst>
      </pc:sldChg>
      <pc:sldChg chg="add del">
        <pc:chgData name="Shubhendu Kumar Singh" userId="461b01912b5747a3" providerId="LiveId" clId="{A26CC00C-B93B-4591-BD9D-06731C0D6747}" dt="2025-01-22T04:44:08.045" v="78" actId="47"/>
        <pc:sldMkLst>
          <pc:docMk/>
          <pc:sldMk cId="932135082" sldId="442"/>
        </pc:sldMkLst>
      </pc:sldChg>
      <pc:sldChg chg="add del">
        <pc:chgData name="Shubhendu Kumar Singh" userId="461b01912b5747a3" providerId="LiveId" clId="{A26CC00C-B93B-4591-BD9D-06731C0D6747}" dt="2025-01-22T04:44:08.045" v="78" actId="47"/>
        <pc:sldMkLst>
          <pc:docMk/>
          <pc:sldMk cId="495320295" sldId="443"/>
        </pc:sldMkLst>
      </pc:sldChg>
      <pc:sldChg chg="add del">
        <pc:chgData name="Shubhendu Kumar Singh" userId="461b01912b5747a3" providerId="LiveId" clId="{A26CC00C-B93B-4591-BD9D-06731C0D6747}" dt="2025-01-22T04:44:08.045" v="78" actId="47"/>
        <pc:sldMkLst>
          <pc:docMk/>
          <pc:sldMk cId="4145754570" sldId="444"/>
        </pc:sldMkLst>
      </pc:sldChg>
      <pc:sldChg chg="add del">
        <pc:chgData name="Shubhendu Kumar Singh" userId="461b01912b5747a3" providerId="LiveId" clId="{A26CC00C-B93B-4591-BD9D-06731C0D6747}" dt="2025-01-22T04:44:08.045" v="78" actId="47"/>
        <pc:sldMkLst>
          <pc:docMk/>
          <pc:sldMk cId="2885965486" sldId="445"/>
        </pc:sldMkLst>
      </pc:sldChg>
      <pc:sldChg chg="add del">
        <pc:chgData name="Shubhendu Kumar Singh" userId="461b01912b5747a3" providerId="LiveId" clId="{A26CC00C-B93B-4591-BD9D-06731C0D6747}" dt="2025-01-22T04:44:08.045" v="78" actId="47"/>
        <pc:sldMkLst>
          <pc:docMk/>
          <pc:sldMk cId="1866640217" sldId="446"/>
        </pc:sldMkLst>
      </pc:sldChg>
      <pc:sldChg chg="add del">
        <pc:chgData name="Shubhendu Kumar Singh" userId="461b01912b5747a3" providerId="LiveId" clId="{A26CC00C-B93B-4591-BD9D-06731C0D6747}" dt="2025-01-22T04:44:08.045" v="78" actId="47"/>
        <pc:sldMkLst>
          <pc:docMk/>
          <pc:sldMk cId="1356373293" sldId="447"/>
        </pc:sldMkLst>
      </pc:sldChg>
      <pc:sldChg chg="add del">
        <pc:chgData name="Shubhendu Kumar Singh" userId="461b01912b5747a3" providerId="LiveId" clId="{A26CC00C-B93B-4591-BD9D-06731C0D6747}" dt="2025-01-22T04:44:08.045" v="78" actId="47"/>
        <pc:sldMkLst>
          <pc:docMk/>
          <pc:sldMk cId="3677341236" sldId="448"/>
        </pc:sldMkLst>
      </pc:sldChg>
      <pc:sldChg chg="add del">
        <pc:chgData name="Shubhendu Kumar Singh" userId="461b01912b5747a3" providerId="LiveId" clId="{A26CC00C-B93B-4591-BD9D-06731C0D6747}" dt="2025-01-22T04:44:08.045" v="78" actId="47"/>
        <pc:sldMkLst>
          <pc:docMk/>
          <pc:sldMk cId="4212799720" sldId="450"/>
        </pc:sldMkLst>
      </pc:sldChg>
      <pc:sldChg chg="add del">
        <pc:chgData name="Shubhendu Kumar Singh" userId="461b01912b5747a3" providerId="LiveId" clId="{A26CC00C-B93B-4591-BD9D-06731C0D6747}" dt="2025-01-22T04:44:08.045" v="78" actId="47"/>
        <pc:sldMkLst>
          <pc:docMk/>
          <pc:sldMk cId="1014711234" sldId="451"/>
        </pc:sldMkLst>
      </pc:sldChg>
      <pc:sldChg chg="add del">
        <pc:chgData name="Shubhendu Kumar Singh" userId="461b01912b5747a3" providerId="LiveId" clId="{A26CC00C-B93B-4591-BD9D-06731C0D6747}" dt="2025-01-22T04:44:08.045" v="78" actId="47"/>
        <pc:sldMkLst>
          <pc:docMk/>
          <pc:sldMk cId="3229367106" sldId="452"/>
        </pc:sldMkLst>
      </pc:sldChg>
      <pc:sldChg chg="add del">
        <pc:chgData name="Shubhendu Kumar Singh" userId="461b01912b5747a3" providerId="LiveId" clId="{A26CC00C-B93B-4591-BD9D-06731C0D6747}" dt="2025-01-22T04:44:08.045" v="78" actId="47"/>
        <pc:sldMkLst>
          <pc:docMk/>
          <pc:sldMk cId="925879224" sldId="453"/>
        </pc:sldMkLst>
      </pc:sldChg>
      <pc:sldChg chg="add del">
        <pc:chgData name="Shubhendu Kumar Singh" userId="461b01912b5747a3" providerId="LiveId" clId="{A26CC00C-B93B-4591-BD9D-06731C0D6747}" dt="2025-01-22T04:44:08.045" v="78" actId="47"/>
        <pc:sldMkLst>
          <pc:docMk/>
          <pc:sldMk cId="1626087198" sldId="454"/>
        </pc:sldMkLst>
      </pc:sldChg>
      <pc:sldChg chg="del">
        <pc:chgData name="Shubhendu Kumar Singh" userId="461b01912b5747a3" providerId="LiveId" clId="{A26CC00C-B93B-4591-BD9D-06731C0D6747}" dt="2025-01-22T04:19:56.928" v="7" actId="47"/>
        <pc:sldMkLst>
          <pc:docMk/>
          <pc:sldMk cId="392483643" sldId="455"/>
        </pc:sldMkLst>
      </pc:sldChg>
      <pc:sldChg chg="del">
        <pc:chgData name="Shubhendu Kumar Singh" userId="461b01912b5747a3" providerId="LiveId" clId="{A26CC00C-B93B-4591-BD9D-06731C0D6747}" dt="2025-01-22T04:20:01.926" v="8" actId="47"/>
        <pc:sldMkLst>
          <pc:docMk/>
          <pc:sldMk cId="3636388766" sldId="457"/>
        </pc:sldMkLst>
      </pc:sldChg>
      <pc:sldChg chg="del">
        <pc:chgData name="Shubhendu Kumar Singh" userId="461b01912b5747a3" providerId="LiveId" clId="{A26CC00C-B93B-4591-BD9D-06731C0D6747}" dt="2025-01-22T04:20:01.926" v="8" actId="47"/>
        <pc:sldMkLst>
          <pc:docMk/>
          <pc:sldMk cId="1295701564" sldId="458"/>
        </pc:sldMkLst>
      </pc:sldChg>
      <pc:sldChg chg="del">
        <pc:chgData name="Shubhendu Kumar Singh" userId="461b01912b5747a3" providerId="LiveId" clId="{A26CC00C-B93B-4591-BD9D-06731C0D6747}" dt="2025-01-22T04:20:01.926" v="8" actId="47"/>
        <pc:sldMkLst>
          <pc:docMk/>
          <pc:sldMk cId="1264891376" sldId="460"/>
        </pc:sldMkLst>
      </pc:sldChg>
      <pc:sldChg chg="del">
        <pc:chgData name="Shubhendu Kumar Singh" userId="461b01912b5747a3" providerId="LiveId" clId="{A26CC00C-B93B-4591-BD9D-06731C0D6747}" dt="2025-01-22T04:20:24.366" v="9" actId="47"/>
        <pc:sldMkLst>
          <pc:docMk/>
          <pc:sldMk cId="618678656" sldId="461"/>
        </pc:sldMkLst>
      </pc:sldChg>
      <pc:sldChg chg="del">
        <pc:chgData name="Shubhendu Kumar Singh" userId="461b01912b5747a3" providerId="LiveId" clId="{A26CC00C-B93B-4591-BD9D-06731C0D6747}" dt="2025-01-22T04:20:24.366" v="9" actId="47"/>
        <pc:sldMkLst>
          <pc:docMk/>
          <pc:sldMk cId="655757706" sldId="466"/>
        </pc:sldMkLst>
      </pc:sldChg>
      <pc:sldChg chg="del">
        <pc:chgData name="Shubhendu Kumar Singh" userId="461b01912b5747a3" providerId="LiveId" clId="{A26CC00C-B93B-4591-BD9D-06731C0D6747}" dt="2025-01-22T04:20:24.366" v="9" actId="47"/>
        <pc:sldMkLst>
          <pc:docMk/>
          <pc:sldMk cId="2533947036" sldId="467"/>
        </pc:sldMkLst>
      </pc:sldChg>
      <pc:sldChg chg="del">
        <pc:chgData name="Shubhendu Kumar Singh" userId="461b01912b5747a3" providerId="LiveId" clId="{A26CC00C-B93B-4591-BD9D-06731C0D6747}" dt="2025-01-22T04:20:24.366" v="9" actId="47"/>
        <pc:sldMkLst>
          <pc:docMk/>
          <pc:sldMk cId="583197572" sldId="468"/>
        </pc:sldMkLst>
      </pc:sldChg>
      <pc:sldChg chg="del">
        <pc:chgData name="Shubhendu Kumar Singh" userId="461b01912b5747a3" providerId="LiveId" clId="{A26CC00C-B93B-4591-BD9D-06731C0D6747}" dt="2025-01-22T04:20:24.366" v="9" actId="47"/>
        <pc:sldMkLst>
          <pc:docMk/>
          <pc:sldMk cId="891642349" sldId="469"/>
        </pc:sldMkLst>
      </pc:sldChg>
      <pc:sldChg chg="addSp delSp modSp mod">
        <pc:chgData name="Shubhendu Kumar Singh" userId="461b01912b5747a3" providerId="LiveId" clId="{A26CC00C-B93B-4591-BD9D-06731C0D6747}" dt="2025-01-23T00:32:45.520" v="501" actId="14100"/>
        <pc:sldMkLst>
          <pc:docMk/>
          <pc:sldMk cId="596389320" sldId="470"/>
        </pc:sldMkLst>
      </pc:sldChg>
      <pc:sldChg chg="del">
        <pc:chgData name="Shubhendu Kumar Singh" userId="461b01912b5747a3" providerId="LiveId" clId="{A26CC00C-B93B-4591-BD9D-06731C0D6747}" dt="2025-01-22T04:19:56.928" v="7" actId="47"/>
        <pc:sldMkLst>
          <pc:docMk/>
          <pc:sldMk cId="1782458803" sldId="471"/>
        </pc:sldMkLst>
      </pc:sldChg>
      <pc:sldChg chg="modSp mod">
        <pc:chgData name="Shubhendu Kumar Singh" userId="461b01912b5747a3" providerId="LiveId" clId="{A26CC00C-B93B-4591-BD9D-06731C0D6747}" dt="2025-01-22T04:28:00.516" v="76" actId="20577"/>
        <pc:sldMkLst>
          <pc:docMk/>
          <pc:sldMk cId="2485660261" sldId="471"/>
        </pc:sldMkLst>
      </pc:sldChg>
      <pc:sldChg chg="del">
        <pc:chgData name="Shubhendu Kumar Singh" userId="461b01912b5747a3" providerId="LiveId" clId="{A26CC00C-B93B-4591-BD9D-06731C0D6747}" dt="2025-01-22T04:21:29.575" v="10" actId="47"/>
        <pc:sldMkLst>
          <pc:docMk/>
          <pc:sldMk cId="2017827870" sldId="472"/>
        </pc:sldMkLst>
      </pc:sldChg>
      <pc:sldChg chg="addSp delSp modSp mod ord">
        <pc:chgData name="Shubhendu Kumar Singh" userId="461b01912b5747a3" providerId="LiveId" clId="{A26CC00C-B93B-4591-BD9D-06731C0D6747}" dt="2025-01-22T21:13:29.947" v="416" actId="20577"/>
        <pc:sldMkLst>
          <pc:docMk/>
          <pc:sldMk cId="3736331534" sldId="472"/>
        </pc:sldMkLst>
      </pc:sldChg>
      <pc:sldChg chg="addSp delSp modSp add mod ord">
        <pc:chgData name="Shubhendu Kumar Singh" userId="461b01912b5747a3" providerId="LiveId" clId="{A26CC00C-B93B-4591-BD9D-06731C0D6747}" dt="2025-01-22T21:13:42.569" v="447" actId="20577"/>
        <pc:sldMkLst>
          <pc:docMk/>
          <pc:sldMk cId="2252476784" sldId="473"/>
        </pc:sldMkLst>
      </pc:sldChg>
      <pc:sldChg chg="del">
        <pc:chgData name="Shubhendu Kumar Singh" userId="461b01912b5747a3" providerId="LiveId" clId="{A26CC00C-B93B-4591-BD9D-06731C0D6747}" dt="2025-01-22T04:19:56.928" v="7" actId="47"/>
        <pc:sldMkLst>
          <pc:docMk/>
          <pc:sldMk cId="3635191793" sldId="473"/>
        </pc:sldMkLst>
      </pc:sldChg>
      <pc:sldChg chg="delSp modSp add del mod">
        <pc:chgData name="Shubhendu Kumar Singh" userId="461b01912b5747a3" providerId="LiveId" clId="{A26CC00C-B93B-4591-BD9D-06731C0D6747}" dt="2025-01-22T21:42:04.001" v="484" actId="47"/>
        <pc:sldMkLst>
          <pc:docMk/>
          <pc:sldMk cId="352323815" sldId="474"/>
        </pc:sldMkLst>
      </pc:sldChg>
      <pc:sldChg chg="addSp delSp modSp add del mod">
        <pc:chgData name="Shubhendu Kumar Singh" userId="461b01912b5747a3" providerId="LiveId" clId="{A26CC00C-B93B-4591-BD9D-06731C0D6747}" dt="2025-01-23T00:31:29.913" v="489" actId="47"/>
        <pc:sldMkLst>
          <pc:docMk/>
          <pc:sldMk cId="1017415631" sldId="474"/>
        </pc:sldMkLst>
      </pc:sldChg>
      <pc:sldChg chg="add">
        <pc:chgData name="Shubhendu Kumar Singh" userId="461b01912b5747a3" providerId="LiveId" clId="{A26CC00C-B93B-4591-BD9D-06731C0D6747}" dt="2025-01-23T00:31:34.080" v="490" actId="2890"/>
        <pc:sldMkLst>
          <pc:docMk/>
          <pc:sldMk cId="2673879803" sldId="474"/>
        </pc:sldMkLst>
      </pc:sldChg>
      <pc:sldChg chg="del">
        <pc:chgData name="Shubhendu Kumar Singh" userId="461b01912b5747a3" providerId="LiveId" clId="{A26CC00C-B93B-4591-BD9D-06731C0D6747}" dt="2025-01-22T04:19:56.928" v="7" actId="47"/>
        <pc:sldMkLst>
          <pc:docMk/>
          <pc:sldMk cId="4006462711" sldId="474"/>
        </pc:sldMkLst>
      </pc:sldChg>
      <pc:sldChg chg="addSp delSp modSp add mod">
        <pc:chgData name="Shubhendu Kumar Singh" userId="461b01912b5747a3" providerId="LiveId" clId="{A26CC00C-B93B-4591-BD9D-06731C0D6747}" dt="2025-01-23T04:16:39.233" v="959" actId="1076"/>
        <pc:sldMkLst>
          <pc:docMk/>
          <pc:sldMk cId="124658276" sldId="475"/>
        </pc:sldMkLst>
        <pc:spChg chg="add mod">
          <ac:chgData name="Shubhendu Kumar Singh" userId="461b01912b5747a3" providerId="LiveId" clId="{A26CC00C-B93B-4591-BD9D-06731C0D6747}" dt="2025-01-23T04:15:33.869" v="930" actId="1076"/>
          <ac:spMkLst>
            <pc:docMk/>
            <pc:sldMk cId="124658276" sldId="475"/>
            <ac:spMk id="362" creationId="{070032DB-9D4B-5E9D-E4F9-DE0E34A2A5AD}"/>
          </ac:spMkLst>
        </pc:spChg>
        <pc:spChg chg="add mod">
          <ac:chgData name="Shubhendu Kumar Singh" userId="461b01912b5747a3" providerId="LiveId" clId="{A26CC00C-B93B-4591-BD9D-06731C0D6747}" dt="2025-01-23T04:14:54.428" v="925" actId="1076"/>
          <ac:spMkLst>
            <pc:docMk/>
            <pc:sldMk cId="124658276" sldId="475"/>
            <ac:spMk id="363" creationId="{3994CF0F-991D-CBC1-B8A2-4C3F6338926B}"/>
          </ac:spMkLst>
        </pc:spChg>
        <pc:spChg chg="add mod">
          <ac:chgData name="Shubhendu Kumar Singh" userId="461b01912b5747a3" providerId="LiveId" clId="{A26CC00C-B93B-4591-BD9D-06731C0D6747}" dt="2025-01-23T04:08:20.400" v="778" actId="20577"/>
          <ac:spMkLst>
            <pc:docMk/>
            <pc:sldMk cId="124658276" sldId="475"/>
            <ac:spMk id="364" creationId="{D3CE1598-C3C4-D845-9388-0D6A0F265937}"/>
          </ac:spMkLst>
        </pc:spChg>
        <pc:spChg chg="add mod">
          <ac:chgData name="Shubhendu Kumar Singh" userId="461b01912b5747a3" providerId="LiveId" clId="{A26CC00C-B93B-4591-BD9D-06731C0D6747}" dt="2025-01-23T04:08:24.340" v="779" actId="20577"/>
          <ac:spMkLst>
            <pc:docMk/>
            <pc:sldMk cId="124658276" sldId="475"/>
            <ac:spMk id="365" creationId="{0ED1DEE0-2A19-4023-4085-63852E53128B}"/>
          </ac:spMkLst>
        </pc:spChg>
        <pc:spChg chg="add mod">
          <ac:chgData name="Shubhendu Kumar Singh" userId="461b01912b5747a3" providerId="LiveId" clId="{A26CC00C-B93B-4591-BD9D-06731C0D6747}" dt="2025-01-23T04:01:54.908" v="655" actId="1076"/>
          <ac:spMkLst>
            <pc:docMk/>
            <pc:sldMk cId="124658276" sldId="475"/>
            <ac:spMk id="366" creationId="{844DCE48-FCCD-67D2-57BE-68F07E38D654}"/>
          </ac:spMkLst>
        </pc:spChg>
        <pc:spChg chg="add mod">
          <ac:chgData name="Shubhendu Kumar Singh" userId="461b01912b5747a3" providerId="LiveId" clId="{A26CC00C-B93B-4591-BD9D-06731C0D6747}" dt="2025-01-23T04:01:59.925" v="656" actId="1076"/>
          <ac:spMkLst>
            <pc:docMk/>
            <pc:sldMk cId="124658276" sldId="475"/>
            <ac:spMk id="367" creationId="{DD6DF19F-F5E6-3273-F31C-BECAA5268026}"/>
          </ac:spMkLst>
        </pc:spChg>
        <pc:spChg chg="add mod">
          <ac:chgData name="Shubhendu Kumar Singh" userId="461b01912b5747a3" providerId="LiveId" clId="{A26CC00C-B93B-4591-BD9D-06731C0D6747}" dt="2025-01-23T04:14:13.083" v="922" actId="1076"/>
          <ac:spMkLst>
            <pc:docMk/>
            <pc:sldMk cId="124658276" sldId="475"/>
            <ac:spMk id="368" creationId="{82940B76-7818-4712-5B30-00C6C7A53589}"/>
          </ac:spMkLst>
        </pc:spChg>
        <pc:spChg chg="add mod">
          <ac:chgData name="Shubhendu Kumar Singh" userId="461b01912b5747a3" providerId="LiveId" clId="{A26CC00C-B93B-4591-BD9D-06731C0D6747}" dt="2025-01-23T04:14:13.083" v="922" actId="1076"/>
          <ac:spMkLst>
            <pc:docMk/>
            <pc:sldMk cId="124658276" sldId="475"/>
            <ac:spMk id="369" creationId="{D40336DE-EF91-7A85-0B2A-AA103BF8A325}"/>
          </ac:spMkLst>
        </pc:spChg>
        <pc:spChg chg="add mod">
          <ac:chgData name="Shubhendu Kumar Singh" userId="461b01912b5747a3" providerId="LiveId" clId="{A26CC00C-B93B-4591-BD9D-06731C0D6747}" dt="2025-01-23T04:14:13.083" v="922" actId="1076"/>
          <ac:spMkLst>
            <pc:docMk/>
            <pc:sldMk cId="124658276" sldId="475"/>
            <ac:spMk id="370" creationId="{5042B7C4-61ED-57F0-FD14-DCF717285963}"/>
          </ac:spMkLst>
        </pc:spChg>
        <pc:spChg chg="add mod">
          <ac:chgData name="Shubhendu Kumar Singh" userId="461b01912b5747a3" providerId="LiveId" clId="{A26CC00C-B93B-4591-BD9D-06731C0D6747}" dt="2025-01-23T04:14:13.083" v="922" actId="1076"/>
          <ac:spMkLst>
            <pc:docMk/>
            <pc:sldMk cId="124658276" sldId="475"/>
            <ac:spMk id="371" creationId="{E1940F5D-8153-BDF3-53A6-75216CC536B2}"/>
          </ac:spMkLst>
        </pc:spChg>
        <pc:spChg chg="add mod">
          <ac:chgData name="Shubhendu Kumar Singh" userId="461b01912b5747a3" providerId="LiveId" clId="{A26CC00C-B93B-4591-BD9D-06731C0D6747}" dt="2025-01-23T04:14:13.083" v="922" actId="1076"/>
          <ac:spMkLst>
            <pc:docMk/>
            <pc:sldMk cId="124658276" sldId="475"/>
            <ac:spMk id="372" creationId="{A3D3D112-D930-BC93-F63E-4D79813E6ACC}"/>
          </ac:spMkLst>
        </pc:spChg>
        <pc:spChg chg="add mod">
          <ac:chgData name="Shubhendu Kumar Singh" userId="461b01912b5747a3" providerId="LiveId" clId="{A26CC00C-B93B-4591-BD9D-06731C0D6747}" dt="2025-01-23T04:14:13.083" v="922" actId="1076"/>
          <ac:spMkLst>
            <pc:docMk/>
            <pc:sldMk cId="124658276" sldId="475"/>
            <ac:spMk id="373" creationId="{9C0FA5BF-9848-8D46-190B-D76F1D3AC799}"/>
          </ac:spMkLst>
        </pc:spChg>
        <pc:spChg chg="add mod">
          <ac:chgData name="Shubhendu Kumar Singh" userId="461b01912b5747a3" providerId="LiveId" clId="{A26CC00C-B93B-4591-BD9D-06731C0D6747}" dt="2025-01-23T04:14:13.083" v="922" actId="1076"/>
          <ac:spMkLst>
            <pc:docMk/>
            <pc:sldMk cId="124658276" sldId="475"/>
            <ac:spMk id="374" creationId="{88AFCFBF-0678-8743-7D9F-BCA7480E36C8}"/>
          </ac:spMkLst>
        </pc:spChg>
        <pc:spChg chg="add mod">
          <ac:chgData name="Shubhendu Kumar Singh" userId="461b01912b5747a3" providerId="LiveId" clId="{A26CC00C-B93B-4591-BD9D-06731C0D6747}" dt="2025-01-23T04:15:33.869" v="930" actId="1076"/>
          <ac:spMkLst>
            <pc:docMk/>
            <pc:sldMk cId="124658276" sldId="475"/>
            <ac:spMk id="375" creationId="{4D41A700-F8AC-F7B5-8B7C-27419BA8629C}"/>
          </ac:spMkLst>
        </pc:spChg>
        <pc:spChg chg="add mod">
          <ac:chgData name="Shubhendu Kumar Singh" userId="461b01912b5747a3" providerId="LiveId" clId="{A26CC00C-B93B-4591-BD9D-06731C0D6747}" dt="2025-01-23T04:14:13.083" v="922" actId="1076"/>
          <ac:spMkLst>
            <pc:docMk/>
            <pc:sldMk cId="124658276" sldId="475"/>
            <ac:spMk id="376" creationId="{59264F03-5B3C-47D8-5F58-7B581A0F2A3E}"/>
          </ac:spMkLst>
        </pc:spChg>
        <pc:spChg chg="add mod">
          <ac:chgData name="Shubhendu Kumar Singh" userId="461b01912b5747a3" providerId="LiveId" clId="{A26CC00C-B93B-4591-BD9D-06731C0D6747}" dt="2025-01-23T04:16:39.233" v="959" actId="1076"/>
          <ac:spMkLst>
            <pc:docMk/>
            <pc:sldMk cId="124658276" sldId="475"/>
            <ac:spMk id="377" creationId="{41EF50DF-A696-E7A1-03B3-32665623D89B}"/>
          </ac:spMkLst>
        </pc:spChg>
        <pc:spChg chg="add mod">
          <ac:chgData name="Shubhendu Kumar Singh" userId="461b01912b5747a3" providerId="LiveId" clId="{A26CC00C-B93B-4591-BD9D-06731C0D6747}" dt="2025-01-23T04:14:13.083" v="922" actId="1076"/>
          <ac:spMkLst>
            <pc:docMk/>
            <pc:sldMk cId="124658276" sldId="475"/>
            <ac:spMk id="382" creationId="{DA5B7B90-D6D1-F9AF-45FB-14ED43EECCB9}"/>
          </ac:spMkLst>
        </pc:spChg>
        <pc:spChg chg="add mod">
          <ac:chgData name="Shubhendu Kumar Singh" userId="461b01912b5747a3" providerId="LiveId" clId="{A26CC00C-B93B-4591-BD9D-06731C0D6747}" dt="2025-01-23T04:16:27.465" v="958" actId="20577"/>
          <ac:spMkLst>
            <pc:docMk/>
            <pc:sldMk cId="124658276" sldId="475"/>
            <ac:spMk id="383" creationId="{FFD6456C-83E7-174F-E729-CC3933E5BF84}"/>
          </ac:spMkLst>
        </pc:spChg>
        <pc:picChg chg="add mod">
          <ac:chgData name="Shubhendu Kumar Singh" userId="461b01912b5747a3" providerId="LiveId" clId="{A26CC00C-B93B-4591-BD9D-06731C0D6747}" dt="2025-01-23T04:14:13.083" v="922" actId="1076"/>
          <ac:picMkLst>
            <pc:docMk/>
            <pc:sldMk cId="124658276" sldId="475"/>
            <ac:picMk id="360" creationId="{E944D7B3-B253-1897-CCDE-7940F8803C43}"/>
          </ac:picMkLst>
        </pc:picChg>
        <pc:picChg chg="add mod">
          <ac:chgData name="Shubhendu Kumar Singh" userId="461b01912b5747a3" providerId="LiveId" clId="{A26CC00C-B93B-4591-BD9D-06731C0D6747}" dt="2025-01-23T04:14:13.083" v="922" actId="1076"/>
          <ac:picMkLst>
            <pc:docMk/>
            <pc:sldMk cId="124658276" sldId="475"/>
            <ac:picMk id="361" creationId="{BBA8B551-4228-4A6E-4D3B-9D02FB61F2CB}"/>
          </ac:picMkLst>
        </pc:picChg>
        <pc:cxnChg chg="add mod">
          <ac:chgData name="Shubhendu Kumar Singh" userId="461b01912b5747a3" providerId="LiveId" clId="{A26CC00C-B93B-4591-BD9D-06731C0D6747}" dt="2025-01-23T04:14:13.083" v="922" actId="1076"/>
          <ac:cxnSpMkLst>
            <pc:docMk/>
            <pc:sldMk cId="124658276" sldId="475"/>
            <ac:cxnSpMk id="379" creationId="{345DC833-3CCD-1C9C-BC6F-32939A7D35D9}"/>
          </ac:cxnSpMkLst>
        </pc:cxnChg>
      </pc:sldChg>
      <pc:sldChg chg="del">
        <pc:chgData name="Shubhendu Kumar Singh" userId="461b01912b5747a3" providerId="LiveId" clId="{A26CC00C-B93B-4591-BD9D-06731C0D6747}" dt="2025-01-22T04:20:24.366" v="9" actId="47"/>
        <pc:sldMkLst>
          <pc:docMk/>
          <pc:sldMk cId="127027669" sldId="475"/>
        </pc:sldMkLst>
      </pc:sldChg>
      <pc:sldChg chg="del">
        <pc:chgData name="Shubhendu Kumar Singh" userId="461b01912b5747a3" providerId="LiveId" clId="{A26CC00C-B93B-4591-BD9D-06731C0D6747}" dt="2025-01-22T04:19:06.998" v="6" actId="47"/>
        <pc:sldMkLst>
          <pc:docMk/>
          <pc:sldMk cId="2979823947" sldId="476"/>
        </pc:sldMkLst>
      </pc:sldChg>
      <pc:sldChg chg="del">
        <pc:chgData name="Shubhendu Kumar Singh" userId="461b01912b5747a3" providerId="LiveId" clId="{A26CC00C-B93B-4591-BD9D-06731C0D6747}" dt="2025-01-22T04:20:24.366" v="9" actId="47"/>
        <pc:sldMkLst>
          <pc:docMk/>
          <pc:sldMk cId="1853082879" sldId="477"/>
        </pc:sldMkLst>
      </pc:sldChg>
      <pc:sldChg chg="del">
        <pc:chgData name="Shubhendu Kumar Singh" userId="461b01912b5747a3" providerId="LiveId" clId="{A26CC00C-B93B-4591-BD9D-06731C0D6747}" dt="2025-01-22T04:19:06.998" v="6" actId="47"/>
        <pc:sldMkLst>
          <pc:docMk/>
          <pc:sldMk cId="3946934369" sldId="478"/>
        </pc:sldMkLst>
      </pc:sldChg>
      <pc:sldChg chg="del">
        <pc:chgData name="Shubhendu Kumar Singh" userId="461b01912b5747a3" providerId="LiveId" clId="{A26CC00C-B93B-4591-BD9D-06731C0D6747}" dt="2025-01-22T04:19:06.998" v="6" actId="47"/>
        <pc:sldMkLst>
          <pc:docMk/>
          <pc:sldMk cId="2442688752" sldId="479"/>
        </pc:sldMkLst>
      </pc:sldChg>
      <pc:sldChg chg="del">
        <pc:chgData name="Shubhendu Kumar Singh" userId="461b01912b5747a3" providerId="LiveId" clId="{A26CC00C-B93B-4591-BD9D-06731C0D6747}" dt="2025-01-22T04:19:06.998" v="6" actId="47"/>
        <pc:sldMkLst>
          <pc:docMk/>
          <pc:sldMk cId="421877273" sldId="480"/>
        </pc:sldMkLst>
      </pc:sldChg>
      <pc:sldChg chg="del">
        <pc:chgData name="Shubhendu Kumar Singh" userId="461b01912b5747a3" providerId="LiveId" clId="{A26CC00C-B93B-4591-BD9D-06731C0D6747}" dt="2025-01-22T04:19:06.998" v="6" actId="47"/>
        <pc:sldMkLst>
          <pc:docMk/>
          <pc:sldMk cId="2244522489" sldId="481"/>
        </pc:sldMkLst>
      </pc:sldChg>
      <pc:sldChg chg="del">
        <pc:chgData name="Shubhendu Kumar Singh" userId="461b01912b5747a3" providerId="LiveId" clId="{A26CC00C-B93B-4591-BD9D-06731C0D6747}" dt="2025-01-22T04:19:06.998" v="6" actId="47"/>
        <pc:sldMkLst>
          <pc:docMk/>
          <pc:sldMk cId="4241874730" sldId="483"/>
        </pc:sldMkLst>
      </pc:sldChg>
      <pc:sldChg chg="del">
        <pc:chgData name="Shubhendu Kumar Singh" userId="461b01912b5747a3" providerId="LiveId" clId="{A26CC00C-B93B-4591-BD9D-06731C0D6747}" dt="2025-01-22T04:19:06.998" v="6" actId="47"/>
        <pc:sldMkLst>
          <pc:docMk/>
          <pc:sldMk cId="3983696921" sldId="484"/>
        </pc:sldMkLst>
      </pc:sldChg>
      <pc:sldChg chg="del">
        <pc:chgData name="Shubhendu Kumar Singh" userId="461b01912b5747a3" providerId="LiveId" clId="{A26CC00C-B93B-4591-BD9D-06731C0D6747}" dt="2025-01-22T04:19:06.998" v="6" actId="47"/>
        <pc:sldMkLst>
          <pc:docMk/>
          <pc:sldMk cId="145135501" sldId="485"/>
        </pc:sldMkLst>
      </pc:sldChg>
      <pc:sldChg chg="del">
        <pc:chgData name="Shubhendu Kumar Singh" userId="461b01912b5747a3" providerId="LiveId" clId="{A26CC00C-B93B-4591-BD9D-06731C0D6747}" dt="2025-01-22T04:19:06.998" v="6" actId="47"/>
        <pc:sldMkLst>
          <pc:docMk/>
          <pc:sldMk cId="1522601370" sldId="486"/>
        </pc:sldMkLst>
      </pc:sldChg>
    </pc:docChg>
  </pc:docChgLst>
  <pc:docChgLst>
    <pc:chgData name="Shubhendu Kumar Singh" userId="461b01912b5747a3" providerId="LiveId" clId="{8C8C3555-911D-4968-B035-6E6B9AD04DE2}"/>
    <pc:docChg chg="undo custSel addSld delSld modSld sldOrd">
      <pc:chgData name="Shubhendu Kumar Singh" userId="461b01912b5747a3" providerId="LiveId" clId="{8C8C3555-911D-4968-B035-6E6B9AD04DE2}" dt="2025-03-27T06:28:00.038" v="4108" actId="20577"/>
      <pc:docMkLst>
        <pc:docMk/>
      </pc:docMkLst>
      <pc:sldChg chg="modSp mod">
        <pc:chgData name="Shubhendu Kumar Singh" userId="461b01912b5747a3" providerId="LiveId" clId="{8C8C3555-911D-4968-B035-6E6B9AD04DE2}" dt="2025-03-11T14:09:50.748" v="2"/>
        <pc:sldMkLst>
          <pc:docMk/>
          <pc:sldMk cId="3346972684" sldId="509"/>
        </pc:sldMkLst>
      </pc:sldChg>
      <pc:sldChg chg="modSp mod">
        <pc:chgData name="Shubhendu Kumar Singh" userId="461b01912b5747a3" providerId="LiveId" clId="{8C8C3555-911D-4968-B035-6E6B9AD04DE2}" dt="2025-03-11T14:10:26.535" v="7" actId="20577"/>
        <pc:sldMkLst>
          <pc:docMk/>
          <pc:sldMk cId="1893429320" sldId="510"/>
        </pc:sldMkLst>
      </pc:sldChg>
      <pc:sldChg chg="modSp mod">
        <pc:chgData name="Shubhendu Kumar Singh" userId="461b01912b5747a3" providerId="LiveId" clId="{8C8C3555-911D-4968-B035-6E6B9AD04DE2}" dt="2025-03-11T14:11:28.022" v="50" actId="1076"/>
        <pc:sldMkLst>
          <pc:docMk/>
          <pc:sldMk cId="1203119408" sldId="511"/>
        </pc:sldMkLst>
      </pc:sldChg>
      <pc:sldChg chg="modSp mod">
        <pc:chgData name="Shubhendu Kumar Singh" userId="461b01912b5747a3" providerId="LiveId" clId="{8C8C3555-911D-4968-B035-6E6B9AD04DE2}" dt="2025-03-11T14:22:20.968" v="313" actId="20577"/>
        <pc:sldMkLst>
          <pc:docMk/>
          <pc:sldMk cId="3904822695" sldId="512"/>
        </pc:sldMkLst>
      </pc:sldChg>
      <pc:sldChg chg="addSp delSp modSp mod">
        <pc:chgData name="Shubhendu Kumar Singh" userId="461b01912b5747a3" providerId="LiveId" clId="{8C8C3555-911D-4968-B035-6E6B9AD04DE2}" dt="2025-03-11T14:17:31.636" v="238" actId="1076"/>
        <pc:sldMkLst>
          <pc:docMk/>
          <pc:sldMk cId="3740521590" sldId="513"/>
        </pc:sldMkLst>
      </pc:sldChg>
      <pc:sldChg chg="addSp delSp modSp mod">
        <pc:chgData name="Shubhendu Kumar Singh" userId="461b01912b5747a3" providerId="LiveId" clId="{8C8C3555-911D-4968-B035-6E6B9AD04DE2}" dt="2025-03-11T14:18:37.791" v="255" actId="1076"/>
        <pc:sldMkLst>
          <pc:docMk/>
          <pc:sldMk cId="1148029737" sldId="514"/>
        </pc:sldMkLst>
      </pc:sldChg>
      <pc:sldChg chg="addSp delSp modSp mod">
        <pc:chgData name="Shubhendu Kumar Singh" userId="461b01912b5747a3" providerId="LiveId" clId="{8C8C3555-911D-4968-B035-6E6B9AD04DE2}" dt="2025-03-11T14:20:35.635" v="283" actId="14100"/>
        <pc:sldMkLst>
          <pc:docMk/>
          <pc:sldMk cId="2389770654" sldId="515"/>
        </pc:sldMkLst>
      </pc:sldChg>
      <pc:sldChg chg="addSp delSp modSp mod">
        <pc:chgData name="Shubhendu Kumar Singh" userId="461b01912b5747a3" providerId="LiveId" clId="{8C8C3555-911D-4968-B035-6E6B9AD04DE2}" dt="2025-03-11T14:22:00.583" v="301" actId="1076"/>
        <pc:sldMkLst>
          <pc:docMk/>
          <pc:sldMk cId="1131296145" sldId="516"/>
        </pc:sldMkLst>
      </pc:sldChg>
      <pc:sldChg chg="modSp mod">
        <pc:chgData name="Shubhendu Kumar Singh" userId="461b01912b5747a3" providerId="LiveId" clId="{8C8C3555-911D-4968-B035-6E6B9AD04DE2}" dt="2025-03-11T14:22:46.769" v="317" actId="20577"/>
        <pc:sldMkLst>
          <pc:docMk/>
          <pc:sldMk cId="2596716300" sldId="517"/>
        </pc:sldMkLst>
      </pc:sldChg>
      <pc:sldChg chg="addSp delSp modSp mod">
        <pc:chgData name="Shubhendu Kumar Singh" userId="461b01912b5747a3" providerId="LiveId" clId="{8C8C3555-911D-4968-B035-6E6B9AD04DE2}" dt="2025-03-11T14:23:32.239" v="327" actId="14100"/>
        <pc:sldMkLst>
          <pc:docMk/>
          <pc:sldMk cId="2480954452" sldId="518"/>
        </pc:sldMkLst>
      </pc:sldChg>
      <pc:sldChg chg="addSp delSp modSp mod">
        <pc:chgData name="Shubhendu Kumar Singh" userId="461b01912b5747a3" providerId="LiveId" clId="{8C8C3555-911D-4968-B035-6E6B9AD04DE2}" dt="2025-03-11T14:25:09.168" v="345" actId="1076"/>
        <pc:sldMkLst>
          <pc:docMk/>
          <pc:sldMk cId="2939457405" sldId="519"/>
        </pc:sldMkLst>
      </pc:sldChg>
      <pc:sldChg chg="addSp delSp modSp mod">
        <pc:chgData name="Shubhendu Kumar Singh" userId="461b01912b5747a3" providerId="LiveId" clId="{8C8C3555-911D-4968-B035-6E6B9AD04DE2}" dt="2025-03-11T14:26:21.066" v="360" actId="14100"/>
        <pc:sldMkLst>
          <pc:docMk/>
          <pc:sldMk cId="4008981139" sldId="520"/>
        </pc:sldMkLst>
      </pc:sldChg>
      <pc:sldChg chg="addSp delSp modSp mod">
        <pc:chgData name="Shubhendu Kumar Singh" userId="461b01912b5747a3" providerId="LiveId" clId="{8C8C3555-911D-4968-B035-6E6B9AD04DE2}" dt="2025-03-11T14:27:26.969" v="376" actId="14100"/>
        <pc:sldMkLst>
          <pc:docMk/>
          <pc:sldMk cId="1294647914" sldId="521"/>
        </pc:sldMkLst>
      </pc:sldChg>
      <pc:sldChg chg="modSp mod">
        <pc:chgData name="Shubhendu Kumar Singh" userId="461b01912b5747a3" providerId="LiveId" clId="{8C8C3555-911D-4968-B035-6E6B9AD04DE2}" dt="2025-03-11T14:27:51.663" v="380" actId="20577"/>
        <pc:sldMkLst>
          <pc:docMk/>
          <pc:sldMk cId="4015657172" sldId="522"/>
        </pc:sldMkLst>
      </pc:sldChg>
      <pc:sldChg chg="addSp delSp modSp mod">
        <pc:chgData name="Shubhendu Kumar Singh" userId="461b01912b5747a3" providerId="LiveId" clId="{8C8C3555-911D-4968-B035-6E6B9AD04DE2}" dt="2025-03-11T14:28:26.074" v="389" actId="14100"/>
        <pc:sldMkLst>
          <pc:docMk/>
          <pc:sldMk cId="2806121313" sldId="523"/>
        </pc:sldMkLst>
      </pc:sldChg>
      <pc:sldChg chg="addSp delSp modSp mod">
        <pc:chgData name="Shubhendu Kumar Singh" userId="461b01912b5747a3" providerId="LiveId" clId="{8C8C3555-911D-4968-B035-6E6B9AD04DE2}" dt="2025-03-11T14:29:31.242" v="407" actId="1076"/>
        <pc:sldMkLst>
          <pc:docMk/>
          <pc:sldMk cId="4145048812" sldId="524"/>
        </pc:sldMkLst>
      </pc:sldChg>
      <pc:sldChg chg="addSp delSp modSp mod">
        <pc:chgData name="Shubhendu Kumar Singh" userId="461b01912b5747a3" providerId="LiveId" clId="{8C8C3555-911D-4968-B035-6E6B9AD04DE2}" dt="2025-03-11T14:30:39.059" v="426" actId="14100"/>
        <pc:sldMkLst>
          <pc:docMk/>
          <pc:sldMk cId="3618562573" sldId="525"/>
        </pc:sldMkLst>
      </pc:sldChg>
      <pc:sldChg chg="addSp delSp modSp mod">
        <pc:chgData name="Shubhendu Kumar Singh" userId="461b01912b5747a3" providerId="LiveId" clId="{8C8C3555-911D-4968-B035-6E6B9AD04DE2}" dt="2025-03-11T14:31:34.553" v="442" actId="14100"/>
        <pc:sldMkLst>
          <pc:docMk/>
          <pc:sldMk cId="4152916311" sldId="526"/>
        </pc:sldMkLst>
      </pc:sldChg>
      <pc:sldChg chg="addSp delSp modSp add mod">
        <pc:chgData name="Shubhendu Kumar Singh" userId="461b01912b5747a3" providerId="LiveId" clId="{8C8C3555-911D-4968-B035-6E6B9AD04DE2}" dt="2025-03-11T14:33:04.528" v="512" actId="1076"/>
        <pc:sldMkLst>
          <pc:docMk/>
          <pc:sldMk cId="626621858" sldId="527"/>
        </pc:sldMkLst>
      </pc:sldChg>
      <pc:sldChg chg="addSp delSp modSp mod">
        <pc:chgData name="Shubhendu Kumar Singh" userId="461b01912b5747a3" providerId="LiveId" clId="{8C8C3555-911D-4968-B035-6E6B9AD04DE2}" dt="2025-03-11T14:33:52.360" v="517" actId="1076"/>
        <pc:sldMkLst>
          <pc:docMk/>
          <pc:sldMk cId="176299571" sldId="528"/>
        </pc:sldMkLst>
      </pc:sldChg>
      <pc:sldChg chg="addSp delSp modSp mod">
        <pc:chgData name="Shubhendu Kumar Singh" userId="461b01912b5747a3" providerId="LiveId" clId="{8C8C3555-911D-4968-B035-6E6B9AD04DE2}" dt="2025-03-11T14:34:08.449" v="521" actId="962"/>
        <pc:sldMkLst>
          <pc:docMk/>
          <pc:sldMk cId="600455981" sldId="529"/>
        </pc:sldMkLst>
      </pc:sldChg>
      <pc:sldChg chg="addSp delSp modSp mod">
        <pc:chgData name="Shubhendu Kumar Singh" userId="461b01912b5747a3" providerId="LiveId" clId="{8C8C3555-911D-4968-B035-6E6B9AD04DE2}" dt="2025-03-12T07:32:22.273" v="535" actId="1076"/>
        <pc:sldMkLst>
          <pc:docMk/>
          <pc:sldMk cId="838004329" sldId="530"/>
        </pc:sldMkLst>
      </pc:sldChg>
      <pc:sldChg chg="addSp delSp modSp mod">
        <pc:chgData name="Shubhendu Kumar Singh" userId="461b01912b5747a3" providerId="LiveId" clId="{8C8C3555-911D-4968-B035-6E6B9AD04DE2}" dt="2025-03-12T07:33:59.713" v="559" actId="20577"/>
        <pc:sldMkLst>
          <pc:docMk/>
          <pc:sldMk cId="2578069428" sldId="531"/>
        </pc:sldMkLst>
      </pc:sldChg>
      <pc:sldChg chg="addSp delSp modSp mod">
        <pc:chgData name="Shubhendu Kumar Singh" userId="461b01912b5747a3" providerId="LiveId" clId="{8C8C3555-911D-4968-B035-6E6B9AD04DE2}" dt="2025-03-12T07:35:27.373" v="580" actId="14100"/>
        <pc:sldMkLst>
          <pc:docMk/>
          <pc:sldMk cId="2212187432" sldId="532"/>
        </pc:sldMkLst>
      </pc:sldChg>
      <pc:sldChg chg="addSp delSp modSp mod">
        <pc:chgData name="Shubhendu Kumar Singh" userId="461b01912b5747a3" providerId="LiveId" clId="{8C8C3555-911D-4968-B035-6E6B9AD04DE2}" dt="2025-03-12T07:36:46.401" v="602" actId="14100"/>
        <pc:sldMkLst>
          <pc:docMk/>
          <pc:sldMk cId="1917721118" sldId="533"/>
        </pc:sldMkLst>
      </pc:sldChg>
      <pc:sldChg chg="addSp modSp mod">
        <pc:chgData name="Shubhendu Kumar Singh" userId="461b01912b5747a3" providerId="LiveId" clId="{8C8C3555-911D-4968-B035-6E6B9AD04DE2}" dt="2025-03-27T06:28:00.038" v="4108" actId="20577"/>
        <pc:sldMkLst>
          <pc:docMk/>
          <pc:sldMk cId="1580462527" sldId="534"/>
        </pc:sldMkLst>
      </pc:sldChg>
      <pc:sldChg chg="modSp mod">
        <pc:chgData name="Shubhendu Kumar Singh" userId="461b01912b5747a3" providerId="LiveId" clId="{8C8C3555-911D-4968-B035-6E6B9AD04DE2}" dt="2025-03-18T09:06:09.416" v="811" actId="20577"/>
        <pc:sldMkLst>
          <pc:docMk/>
          <pc:sldMk cId="4018077994" sldId="535"/>
        </pc:sldMkLst>
      </pc:sldChg>
      <pc:sldChg chg="addSp delSp modSp mod">
        <pc:chgData name="Shubhendu Kumar Singh" userId="461b01912b5747a3" providerId="LiveId" clId="{8C8C3555-911D-4968-B035-6E6B9AD04DE2}" dt="2025-03-18T09:07:37.538" v="826" actId="14100"/>
        <pc:sldMkLst>
          <pc:docMk/>
          <pc:sldMk cId="537236632" sldId="536"/>
        </pc:sldMkLst>
      </pc:sldChg>
      <pc:sldChg chg="addSp delSp modSp mod">
        <pc:chgData name="Shubhendu Kumar Singh" userId="461b01912b5747a3" providerId="LiveId" clId="{8C8C3555-911D-4968-B035-6E6B9AD04DE2}" dt="2025-03-18T09:08:57.865" v="845" actId="14100"/>
        <pc:sldMkLst>
          <pc:docMk/>
          <pc:sldMk cId="964081689" sldId="537"/>
        </pc:sldMkLst>
      </pc:sldChg>
      <pc:sldChg chg="addSp delSp modSp mod">
        <pc:chgData name="Shubhendu Kumar Singh" userId="461b01912b5747a3" providerId="LiveId" clId="{8C8C3555-911D-4968-B035-6E6B9AD04DE2}" dt="2025-03-18T09:10:34.082" v="862" actId="1076"/>
        <pc:sldMkLst>
          <pc:docMk/>
          <pc:sldMk cId="2453169502" sldId="538"/>
        </pc:sldMkLst>
      </pc:sldChg>
      <pc:sldChg chg="addSp delSp modSp mod">
        <pc:chgData name="Shubhendu Kumar Singh" userId="461b01912b5747a3" providerId="LiveId" clId="{8C8C3555-911D-4968-B035-6E6B9AD04DE2}" dt="2025-03-18T09:11:54.570" v="881" actId="14100"/>
        <pc:sldMkLst>
          <pc:docMk/>
          <pc:sldMk cId="925992092" sldId="539"/>
        </pc:sldMkLst>
      </pc:sldChg>
      <pc:sldChg chg="addSp delSp modSp mod">
        <pc:chgData name="Shubhendu Kumar Singh" userId="461b01912b5747a3" providerId="LiveId" clId="{8C8C3555-911D-4968-B035-6E6B9AD04DE2}" dt="2025-03-18T09:12:12.757" v="885" actId="962"/>
        <pc:sldMkLst>
          <pc:docMk/>
          <pc:sldMk cId="2928702767" sldId="540"/>
        </pc:sldMkLst>
      </pc:sldChg>
      <pc:sldChg chg="modSp mod">
        <pc:chgData name="Shubhendu Kumar Singh" userId="461b01912b5747a3" providerId="LiveId" clId="{8C8C3555-911D-4968-B035-6E6B9AD04DE2}" dt="2025-03-19T04:19:01.830" v="980" actId="20577"/>
        <pc:sldMkLst>
          <pc:docMk/>
          <pc:sldMk cId="2519350574" sldId="541"/>
        </pc:sldMkLst>
      </pc:sldChg>
      <pc:sldChg chg="modSp mod">
        <pc:chgData name="Shubhendu Kumar Singh" userId="461b01912b5747a3" providerId="LiveId" clId="{8C8C3555-911D-4968-B035-6E6B9AD04DE2}" dt="2025-03-19T04:18:24.249" v="971" actId="1076"/>
        <pc:sldMkLst>
          <pc:docMk/>
          <pc:sldMk cId="2650304793" sldId="542"/>
        </pc:sldMkLst>
      </pc:sldChg>
      <pc:sldChg chg="addSp delSp modSp mod">
        <pc:chgData name="Shubhendu Kumar Singh" userId="461b01912b5747a3" providerId="LiveId" clId="{8C8C3555-911D-4968-B035-6E6B9AD04DE2}" dt="2025-03-26T07:46:21.082" v="2919" actId="20577"/>
        <pc:sldMkLst>
          <pc:docMk/>
          <pc:sldMk cId="1398072141" sldId="543"/>
        </pc:sldMkLst>
      </pc:sldChg>
      <pc:sldChg chg="addSp delSp modSp mod">
        <pc:chgData name="Shubhendu Kumar Singh" userId="461b01912b5747a3" providerId="LiveId" clId="{8C8C3555-911D-4968-B035-6E6B9AD04DE2}" dt="2025-03-19T04:21:50.491" v="1020" actId="14100"/>
        <pc:sldMkLst>
          <pc:docMk/>
          <pc:sldMk cId="1120913844" sldId="544"/>
        </pc:sldMkLst>
      </pc:sldChg>
      <pc:sldChg chg="addSp delSp modSp mod">
        <pc:chgData name="Shubhendu Kumar Singh" userId="461b01912b5747a3" providerId="LiveId" clId="{8C8C3555-911D-4968-B035-6E6B9AD04DE2}" dt="2025-03-19T04:22:53.880" v="1038" actId="14100"/>
        <pc:sldMkLst>
          <pc:docMk/>
          <pc:sldMk cId="1260186100" sldId="545"/>
        </pc:sldMkLst>
      </pc:sldChg>
      <pc:sldChg chg="addSp delSp modSp mod">
        <pc:chgData name="Shubhendu Kumar Singh" userId="461b01912b5747a3" providerId="LiveId" clId="{8C8C3555-911D-4968-B035-6E6B9AD04DE2}" dt="2025-03-19T04:26:45.966" v="1056" actId="14100"/>
        <pc:sldMkLst>
          <pc:docMk/>
          <pc:sldMk cId="1983958468" sldId="546"/>
        </pc:sldMkLst>
      </pc:sldChg>
      <pc:sldChg chg="addSp delSp modSp mod">
        <pc:chgData name="Shubhendu Kumar Singh" userId="461b01912b5747a3" providerId="LiveId" clId="{8C8C3555-911D-4968-B035-6E6B9AD04DE2}" dt="2025-03-19T04:27:02.416" v="1061" actId="1076"/>
        <pc:sldMkLst>
          <pc:docMk/>
          <pc:sldMk cId="654524905" sldId="547"/>
        </pc:sldMkLst>
      </pc:sldChg>
      <pc:sldChg chg="modSp mod">
        <pc:chgData name="Shubhendu Kumar Singh" userId="461b01912b5747a3" providerId="LiveId" clId="{8C8C3555-911D-4968-B035-6E6B9AD04DE2}" dt="2025-03-19T06:07:18.190" v="1063"/>
        <pc:sldMkLst>
          <pc:docMk/>
          <pc:sldMk cId="1426987450" sldId="548"/>
        </pc:sldMkLst>
      </pc:sldChg>
      <pc:sldChg chg="modSp mod">
        <pc:chgData name="Shubhendu Kumar Singh" userId="461b01912b5747a3" providerId="LiveId" clId="{8C8C3555-911D-4968-B035-6E6B9AD04DE2}" dt="2025-03-19T06:07:49.823" v="1069" actId="1076"/>
        <pc:sldMkLst>
          <pc:docMk/>
          <pc:sldMk cId="1030066832" sldId="549"/>
        </pc:sldMkLst>
      </pc:sldChg>
      <pc:sldChg chg="addSp delSp modSp mod">
        <pc:chgData name="Shubhendu Kumar Singh" userId="461b01912b5747a3" providerId="LiveId" clId="{8C8C3555-911D-4968-B035-6E6B9AD04DE2}" dt="2025-03-19T06:09:15.448" v="1086" actId="14100"/>
        <pc:sldMkLst>
          <pc:docMk/>
          <pc:sldMk cId="2826894966" sldId="550"/>
        </pc:sldMkLst>
      </pc:sldChg>
      <pc:sldChg chg="addSp delSp modSp mod">
        <pc:chgData name="Shubhendu Kumar Singh" userId="461b01912b5747a3" providerId="LiveId" clId="{8C8C3555-911D-4968-B035-6E6B9AD04DE2}" dt="2025-03-19T06:10:38.336" v="1105" actId="14100"/>
        <pc:sldMkLst>
          <pc:docMk/>
          <pc:sldMk cId="3690349625" sldId="551"/>
        </pc:sldMkLst>
      </pc:sldChg>
      <pc:sldChg chg="addSp delSp modSp mod">
        <pc:chgData name="Shubhendu Kumar Singh" userId="461b01912b5747a3" providerId="LiveId" clId="{8C8C3555-911D-4968-B035-6E6B9AD04DE2}" dt="2025-03-19T06:12:00.255" v="1124" actId="14100"/>
        <pc:sldMkLst>
          <pc:docMk/>
          <pc:sldMk cId="2592689829" sldId="552"/>
        </pc:sldMkLst>
      </pc:sldChg>
      <pc:sldChg chg="addSp delSp modSp mod">
        <pc:chgData name="Shubhendu Kumar Singh" userId="461b01912b5747a3" providerId="LiveId" clId="{8C8C3555-911D-4968-B035-6E6B9AD04DE2}" dt="2025-03-19T06:13:21.400" v="1143" actId="14100"/>
        <pc:sldMkLst>
          <pc:docMk/>
          <pc:sldMk cId="3082772533" sldId="553"/>
        </pc:sldMkLst>
      </pc:sldChg>
      <pc:sldChg chg="addSp delSp modSp mod">
        <pc:chgData name="Shubhendu Kumar Singh" userId="461b01912b5747a3" providerId="LiveId" clId="{8C8C3555-911D-4968-B035-6E6B9AD04DE2}" dt="2025-03-19T06:13:54.424" v="1149" actId="1076"/>
        <pc:sldMkLst>
          <pc:docMk/>
          <pc:sldMk cId="1979173084" sldId="554"/>
        </pc:sldMkLst>
      </pc:sldChg>
      <pc:sldChg chg="addSp delSp modSp add mod">
        <pc:chgData name="Shubhendu Kumar Singh" userId="461b01912b5747a3" providerId="LiveId" clId="{8C8C3555-911D-4968-B035-6E6B9AD04DE2}" dt="2025-03-19T06:36:15.846" v="1477" actId="1076"/>
        <pc:sldMkLst>
          <pc:docMk/>
          <pc:sldMk cId="806031015" sldId="555"/>
        </pc:sldMkLst>
      </pc:sldChg>
      <pc:sldChg chg="addSp delSp modSp mod">
        <pc:chgData name="Shubhendu Kumar Singh" userId="461b01912b5747a3" providerId="LiveId" clId="{8C8C3555-911D-4968-B035-6E6B9AD04DE2}" dt="2025-03-19T06:31:14.622" v="1469" actId="20577"/>
        <pc:sldMkLst>
          <pc:docMk/>
          <pc:sldMk cId="322358705" sldId="556"/>
        </pc:sldMkLst>
      </pc:sldChg>
      <pc:sldChg chg="addSp modSp mod">
        <pc:chgData name="Shubhendu Kumar Singh" userId="461b01912b5747a3" providerId="LiveId" clId="{8C8C3555-911D-4968-B035-6E6B9AD04DE2}" dt="2025-03-27T06:27:30.806" v="4105" actId="20577"/>
        <pc:sldMkLst>
          <pc:docMk/>
          <pc:sldMk cId="2052767755" sldId="557"/>
        </pc:sldMkLst>
      </pc:sldChg>
      <pc:sldChg chg="modSp mod">
        <pc:chgData name="Shubhendu Kumar Singh" userId="461b01912b5747a3" providerId="LiveId" clId="{8C8C3555-911D-4968-B035-6E6B9AD04DE2}" dt="2025-03-26T04:44:20.710" v="1567" actId="20577"/>
        <pc:sldMkLst>
          <pc:docMk/>
          <pc:sldMk cId="1784055524" sldId="558"/>
        </pc:sldMkLst>
      </pc:sldChg>
      <pc:sldChg chg="addSp delSp modSp mod">
        <pc:chgData name="Shubhendu Kumar Singh" userId="461b01912b5747a3" providerId="LiveId" clId="{8C8C3555-911D-4968-B035-6E6B9AD04DE2}" dt="2025-03-26T04:46:49.727" v="1574" actId="1076"/>
        <pc:sldMkLst>
          <pc:docMk/>
          <pc:sldMk cId="2379873203" sldId="559"/>
        </pc:sldMkLst>
      </pc:sldChg>
      <pc:sldChg chg="addSp delSp modSp mod">
        <pc:chgData name="Shubhendu Kumar Singh" userId="461b01912b5747a3" providerId="LiveId" clId="{8C8C3555-911D-4968-B035-6E6B9AD04DE2}" dt="2025-03-26T04:47:51.503" v="1590" actId="1076"/>
        <pc:sldMkLst>
          <pc:docMk/>
          <pc:sldMk cId="3152581872" sldId="560"/>
        </pc:sldMkLst>
      </pc:sldChg>
      <pc:sldChg chg="addSp delSp modSp mod">
        <pc:chgData name="Shubhendu Kumar Singh" userId="461b01912b5747a3" providerId="LiveId" clId="{8C8C3555-911D-4968-B035-6E6B9AD04DE2}" dt="2025-03-26T04:49:16.426" v="1611" actId="14100"/>
        <pc:sldMkLst>
          <pc:docMk/>
          <pc:sldMk cId="4108737074" sldId="561"/>
        </pc:sldMkLst>
      </pc:sldChg>
      <pc:sldChg chg="addSp delSp modSp mod">
        <pc:chgData name="Shubhendu Kumar Singh" userId="461b01912b5747a3" providerId="LiveId" clId="{8C8C3555-911D-4968-B035-6E6B9AD04DE2}" dt="2025-03-26T04:50:37.619" v="1633" actId="14100"/>
        <pc:sldMkLst>
          <pc:docMk/>
          <pc:sldMk cId="2844384939" sldId="562"/>
        </pc:sldMkLst>
      </pc:sldChg>
      <pc:sldChg chg="addSp delSp modSp mod">
        <pc:chgData name="Shubhendu Kumar Singh" userId="461b01912b5747a3" providerId="LiveId" clId="{8C8C3555-911D-4968-B035-6E6B9AD04DE2}" dt="2025-03-26T04:51:18.503" v="1639" actId="1076"/>
        <pc:sldMkLst>
          <pc:docMk/>
          <pc:sldMk cId="3374289179" sldId="563"/>
        </pc:sldMkLst>
      </pc:sldChg>
      <pc:sldChg chg="addSp delSp modSp add mod">
        <pc:chgData name="Shubhendu Kumar Singh" userId="461b01912b5747a3" providerId="LiveId" clId="{8C8C3555-911D-4968-B035-6E6B9AD04DE2}" dt="2025-03-26T04:53:00.038" v="1828" actId="14100"/>
        <pc:sldMkLst>
          <pc:docMk/>
          <pc:sldMk cId="124608724" sldId="564"/>
        </pc:sldMkLst>
      </pc:sldChg>
      <pc:sldChg chg="del">
        <pc:chgData name="Shubhendu Kumar Singh" userId="461b01912b5747a3" providerId="LiveId" clId="{8C8C3555-911D-4968-B035-6E6B9AD04DE2}" dt="2025-03-26T04:51:31.957" v="1640" actId="2696"/>
        <pc:sldMkLst>
          <pc:docMk/>
          <pc:sldMk cId="1486564851" sldId="564"/>
        </pc:sldMkLst>
      </pc:sldChg>
      <pc:sldChg chg="modSp mod">
        <pc:chgData name="Shubhendu Kumar Singh" userId="461b01912b5747a3" providerId="LiveId" clId="{8C8C3555-911D-4968-B035-6E6B9AD04DE2}" dt="2025-03-27T04:37:00.915" v="3885" actId="20577"/>
        <pc:sldMkLst>
          <pc:docMk/>
          <pc:sldMk cId="3231085288" sldId="565"/>
        </pc:sldMkLst>
      </pc:sldChg>
      <pc:sldChg chg="modSp mod">
        <pc:chgData name="Shubhendu Kumar Singh" userId="461b01912b5747a3" providerId="LiveId" clId="{8C8C3555-911D-4968-B035-6E6B9AD04DE2}" dt="2025-03-26T04:53:32.650" v="1834" actId="20577"/>
        <pc:sldMkLst>
          <pc:docMk/>
          <pc:sldMk cId="4193934356" sldId="566"/>
        </pc:sldMkLst>
      </pc:sldChg>
      <pc:sldChg chg="addSp delSp modSp mod">
        <pc:chgData name="Shubhendu Kumar Singh" userId="461b01912b5747a3" providerId="LiveId" clId="{8C8C3555-911D-4968-B035-6E6B9AD04DE2}" dt="2025-03-26T04:55:06.769" v="1845" actId="1076"/>
        <pc:sldMkLst>
          <pc:docMk/>
          <pc:sldMk cId="4134748325" sldId="567"/>
        </pc:sldMkLst>
      </pc:sldChg>
      <pc:sldChg chg="addSp delSp modSp mod">
        <pc:chgData name="Shubhendu Kumar Singh" userId="461b01912b5747a3" providerId="LiveId" clId="{8C8C3555-911D-4968-B035-6E6B9AD04DE2}" dt="2025-03-26T04:56:14.190" v="1864" actId="14100"/>
        <pc:sldMkLst>
          <pc:docMk/>
          <pc:sldMk cId="1515682339" sldId="568"/>
        </pc:sldMkLst>
      </pc:sldChg>
      <pc:sldChg chg="addSp delSp modSp mod">
        <pc:chgData name="Shubhendu Kumar Singh" userId="461b01912b5747a3" providerId="LiveId" clId="{8C8C3555-911D-4968-B035-6E6B9AD04DE2}" dt="2025-03-26T04:56:54.096" v="1876" actId="14100"/>
        <pc:sldMkLst>
          <pc:docMk/>
          <pc:sldMk cId="1990949341" sldId="569"/>
        </pc:sldMkLst>
      </pc:sldChg>
      <pc:sldChg chg="addSp delSp modSp mod">
        <pc:chgData name="Shubhendu Kumar Singh" userId="461b01912b5747a3" providerId="LiveId" clId="{8C8C3555-911D-4968-B035-6E6B9AD04DE2}" dt="2025-03-26T04:57:52.683" v="1891" actId="14100"/>
        <pc:sldMkLst>
          <pc:docMk/>
          <pc:sldMk cId="2627814909" sldId="570"/>
        </pc:sldMkLst>
      </pc:sldChg>
      <pc:sldChg chg="addSp delSp modSp mod">
        <pc:chgData name="Shubhendu Kumar Singh" userId="461b01912b5747a3" providerId="LiveId" clId="{8C8C3555-911D-4968-B035-6E6B9AD04DE2}" dt="2025-03-26T04:58:36.433" v="1906" actId="14100"/>
        <pc:sldMkLst>
          <pc:docMk/>
          <pc:sldMk cId="599124232" sldId="571"/>
        </pc:sldMkLst>
      </pc:sldChg>
      <pc:sldChg chg="addSp delSp modSp mod">
        <pc:chgData name="Shubhendu Kumar Singh" userId="461b01912b5747a3" providerId="LiveId" clId="{8C8C3555-911D-4968-B035-6E6B9AD04DE2}" dt="2025-03-26T05:12:45.251" v="1913" actId="1076"/>
        <pc:sldMkLst>
          <pc:docMk/>
          <pc:sldMk cId="490832104" sldId="572"/>
        </pc:sldMkLst>
      </pc:sldChg>
      <pc:sldChg chg="delSp del mod">
        <pc:chgData name="Shubhendu Kumar Singh" userId="461b01912b5747a3" providerId="LiveId" clId="{8C8C3555-911D-4968-B035-6E6B9AD04DE2}" dt="2025-03-26T04:59:36.060" v="1908" actId="47"/>
        <pc:sldMkLst>
          <pc:docMk/>
          <pc:sldMk cId="2084037283" sldId="572"/>
        </pc:sldMkLst>
      </pc:sldChg>
      <pc:sldChg chg="modSp mod">
        <pc:chgData name="Shubhendu Kumar Singh" userId="461b01912b5747a3" providerId="LiveId" clId="{8C8C3555-911D-4968-B035-6E6B9AD04DE2}" dt="2025-03-27T04:36:51.761" v="3873" actId="20577"/>
        <pc:sldMkLst>
          <pc:docMk/>
          <pc:sldMk cId="3467874996" sldId="573"/>
        </pc:sldMkLst>
      </pc:sldChg>
      <pc:sldChg chg="modSp mod">
        <pc:chgData name="Shubhendu Kumar Singh" userId="461b01912b5747a3" providerId="LiveId" clId="{8C8C3555-911D-4968-B035-6E6B9AD04DE2}" dt="2025-03-26T06:28:05.361" v="1923" actId="20577"/>
        <pc:sldMkLst>
          <pc:docMk/>
          <pc:sldMk cId="1945601082" sldId="574"/>
        </pc:sldMkLst>
      </pc:sldChg>
      <pc:sldChg chg="addSp delSp modSp mod">
        <pc:chgData name="Shubhendu Kumar Singh" userId="461b01912b5747a3" providerId="LiveId" clId="{8C8C3555-911D-4968-B035-6E6B9AD04DE2}" dt="2025-03-26T06:28:35.149" v="1932" actId="14100"/>
        <pc:sldMkLst>
          <pc:docMk/>
          <pc:sldMk cId="3597657504" sldId="575"/>
        </pc:sldMkLst>
      </pc:sldChg>
      <pc:sldChg chg="addSp delSp modSp mod">
        <pc:chgData name="Shubhendu Kumar Singh" userId="461b01912b5747a3" providerId="LiveId" clId="{8C8C3555-911D-4968-B035-6E6B9AD04DE2}" dt="2025-03-26T06:30:26.600" v="1953" actId="14100"/>
        <pc:sldMkLst>
          <pc:docMk/>
          <pc:sldMk cId="3465399646" sldId="576"/>
        </pc:sldMkLst>
      </pc:sldChg>
      <pc:sldChg chg="addSp delSp modSp mod">
        <pc:chgData name="Shubhendu Kumar Singh" userId="461b01912b5747a3" providerId="LiveId" clId="{8C8C3555-911D-4968-B035-6E6B9AD04DE2}" dt="2025-03-26T06:31:18.484" v="1968" actId="14100"/>
        <pc:sldMkLst>
          <pc:docMk/>
          <pc:sldMk cId="4238623388" sldId="577"/>
        </pc:sldMkLst>
      </pc:sldChg>
      <pc:sldChg chg="addSp delSp modSp mod">
        <pc:chgData name="Shubhendu Kumar Singh" userId="461b01912b5747a3" providerId="LiveId" clId="{8C8C3555-911D-4968-B035-6E6B9AD04DE2}" dt="2025-03-26T06:32:16.111" v="1985" actId="14100"/>
        <pc:sldMkLst>
          <pc:docMk/>
          <pc:sldMk cId="3899465770" sldId="578"/>
        </pc:sldMkLst>
      </pc:sldChg>
      <pc:sldChg chg="addSp delSp modSp mod">
        <pc:chgData name="Shubhendu Kumar Singh" userId="461b01912b5747a3" providerId="LiveId" clId="{8C8C3555-911D-4968-B035-6E6B9AD04DE2}" dt="2025-03-26T06:33:09.426" v="1998" actId="14100"/>
        <pc:sldMkLst>
          <pc:docMk/>
          <pc:sldMk cId="2742675472" sldId="579"/>
        </pc:sldMkLst>
      </pc:sldChg>
      <pc:sldChg chg="addSp delSp modSp mod">
        <pc:chgData name="Shubhendu Kumar Singh" userId="461b01912b5747a3" providerId="LiveId" clId="{8C8C3555-911D-4968-B035-6E6B9AD04DE2}" dt="2025-03-26T06:33:28.508" v="2003" actId="1076"/>
        <pc:sldMkLst>
          <pc:docMk/>
          <pc:sldMk cId="4259463273" sldId="580"/>
        </pc:sldMkLst>
      </pc:sldChg>
      <pc:sldChg chg="addSp delSp modSp add mod">
        <pc:chgData name="Shubhendu Kumar Singh" userId="461b01912b5747a3" providerId="LiveId" clId="{8C8C3555-911D-4968-B035-6E6B9AD04DE2}" dt="2025-03-26T09:34:26.258" v="3061" actId="14100"/>
        <pc:sldMkLst>
          <pc:docMk/>
          <pc:sldMk cId="2082546649" sldId="581"/>
        </pc:sldMkLst>
      </pc:sldChg>
      <pc:sldChg chg="addSp modSp add mod">
        <pc:chgData name="Shubhendu Kumar Singh" userId="461b01912b5747a3" providerId="LiveId" clId="{8C8C3555-911D-4968-B035-6E6B9AD04DE2}" dt="2025-03-26T09:36:40.364" v="3069" actId="14100"/>
        <pc:sldMkLst>
          <pc:docMk/>
          <pc:sldMk cId="997456330" sldId="582"/>
        </pc:sldMkLst>
      </pc:sldChg>
      <pc:sldChg chg="add del">
        <pc:chgData name="Shubhendu Kumar Singh" userId="461b01912b5747a3" providerId="LiveId" clId="{8C8C3555-911D-4968-B035-6E6B9AD04DE2}" dt="2025-03-26T07:38:36.824" v="2865" actId="47"/>
        <pc:sldMkLst>
          <pc:docMk/>
          <pc:sldMk cId="1534677710" sldId="583"/>
        </pc:sldMkLst>
      </pc:sldChg>
      <pc:sldChg chg="addSp delSp modSp add mod">
        <pc:chgData name="Shubhendu Kumar Singh" userId="461b01912b5747a3" providerId="LiveId" clId="{8C8C3555-911D-4968-B035-6E6B9AD04DE2}" dt="2025-03-26T07:58:55.424" v="3027" actId="1076"/>
        <pc:sldMkLst>
          <pc:docMk/>
          <pc:sldMk cId="2664983052" sldId="583"/>
        </pc:sldMkLst>
      </pc:sldChg>
      <pc:sldChg chg="modSp mod">
        <pc:chgData name="Shubhendu Kumar Singh" userId="461b01912b5747a3" providerId="LiveId" clId="{8C8C3555-911D-4968-B035-6E6B9AD04DE2}" dt="2025-03-26T20:17:45.414" v="3124" actId="20577"/>
        <pc:sldMkLst>
          <pc:docMk/>
          <pc:sldMk cId="1431441255" sldId="584"/>
        </pc:sldMkLst>
      </pc:sldChg>
      <pc:sldChg chg="modSp mod">
        <pc:chgData name="Shubhendu Kumar Singh" userId="461b01912b5747a3" providerId="LiveId" clId="{8C8C3555-911D-4968-B035-6E6B9AD04DE2}" dt="2025-03-26T20:19:46.949" v="3165" actId="255"/>
        <pc:sldMkLst>
          <pc:docMk/>
          <pc:sldMk cId="1136502162" sldId="585"/>
        </pc:sldMkLst>
      </pc:sldChg>
      <pc:sldChg chg="addSp delSp modSp mod">
        <pc:chgData name="Shubhendu Kumar Singh" userId="461b01912b5747a3" providerId="LiveId" clId="{8C8C3555-911D-4968-B035-6E6B9AD04DE2}" dt="2025-03-26T20:20:43.961" v="3185" actId="1076"/>
        <pc:sldMkLst>
          <pc:docMk/>
          <pc:sldMk cId="3104309099" sldId="586"/>
        </pc:sldMkLst>
      </pc:sldChg>
      <pc:sldChg chg="addSp delSp modSp mod">
        <pc:chgData name="Shubhendu Kumar Singh" userId="461b01912b5747a3" providerId="LiveId" clId="{8C8C3555-911D-4968-B035-6E6B9AD04DE2}" dt="2025-03-26T20:21:47.870" v="3198" actId="14100"/>
        <pc:sldMkLst>
          <pc:docMk/>
          <pc:sldMk cId="25318555" sldId="587"/>
        </pc:sldMkLst>
      </pc:sldChg>
      <pc:sldChg chg="addSp delSp modSp mod">
        <pc:chgData name="Shubhendu Kumar Singh" userId="461b01912b5747a3" providerId="LiveId" clId="{8C8C3555-911D-4968-B035-6E6B9AD04DE2}" dt="2025-03-26T20:23:31.487" v="3225" actId="14100"/>
        <pc:sldMkLst>
          <pc:docMk/>
          <pc:sldMk cId="1508552219" sldId="588"/>
        </pc:sldMkLst>
      </pc:sldChg>
      <pc:sldChg chg="addSp delSp modSp mod">
        <pc:chgData name="Shubhendu Kumar Singh" userId="461b01912b5747a3" providerId="LiveId" clId="{8C8C3555-911D-4968-B035-6E6B9AD04DE2}" dt="2025-03-26T20:24:27.640" v="3242" actId="1076"/>
        <pc:sldMkLst>
          <pc:docMk/>
          <pc:sldMk cId="1770575004" sldId="589"/>
        </pc:sldMkLst>
      </pc:sldChg>
      <pc:sldChg chg="addSp delSp modSp mod">
        <pc:chgData name="Shubhendu Kumar Singh" userId="461b01912b5747a3" providerId="LiveId" clId="{8C8C3555-911D-4968-B035-6E6B9AD04DE2}" dt="2025-03-26T20:24:49.297" v="3248" actId="1076"/>
        <pc:sldMkLst>
          <pc:docMk/>
          <pc:sldMk cId="1256009622" sldId="590"/>
        </pc:sldMkLst>
      </pc:sldChg>
      <pc:sldChg chg="addSp delSp modSp add mod">
        <pc:chgData name="Shubhendu Kumar Singh" userId="461b01912b5747a3" providerId="LiveId" clId="{8C8C3555-911D-4968-B035-6E6B9AD04DE2}" dt="2025-03-26T20:22:18.189" v="3209" actId="1076"/>
        <pc:sldMkLst>
          <pc:docMk/>
          <pc:sldMk cId="3497610677" sldId="591"/>
        </pc:sldMkLst>
      </pc:sldChg>
      <pc:sldChg chg="modSp mod">
        <pc:chgData name="Shubhendu Kumar Singh" userId="461b01912b5747a3" providerId="LiveId" clId="{8C8C3555-911D-4968-B035-6E6B9AD04DE2}" dt="2025-03-27T06:12:12.748" v="3924" actId="20577"/>
        <pc:sldMkLst>
          <pc:docMk/>
          <pc:sldMk cId="212739339" sldId="592"/>
        </pc:sldMkLst>
      </pc:sldChg>
      <pc:sldChg chg="modSp del mod">
        <pc:chgData name="Shubhendu Kumar Singh" userId="461b01912b5747a3" providerId="LiveId" clId="{8C8C3555-911D-4968-B035-6E6B9AD04DE2}" dt="2025-03-27T03:15:40.778" v="3601" actId="2696"/>
        <pc:sldMkLst>
          <pc:docMk/>
          <pc:sldMk cId="1741504502" sldId="592"/>
        </pc:sldMkLst>
      </pc:sldChg>
      <pc:sldChg chg="modSp del mod">
        <pc:chgData name="Shubhendu Kumar Singh" userId="461b01912b5747a3" providerId="LiveId" clId="{8C8C3555-911D-4968-B035-6E6B9AD04DE2}" dt="2025-03-27T03:15:40.778" v="3601" actId="2696"/>
        <pc:sldMkLst>
          <pc:docMk/>
          <pc:sldMk cId="1171412783" sldId="593"/>
        </pc:sldMkLst>
      </pc:sldChg>
      <pc:sldChg chg="addSp delSp modSp del mod">
        <pc:chgData name="Shubhendu Kumar Singh" userId="461b01912b5747a3" providerId="LiveId" clId="{8C8C3555-911D-4968-B035-6E6B9AD04DE2}" dt="2025-03-27T03:15:40.778" v="3601" actId="2696"/>
        <pc:sldMkLst>
          <pc:docMk/>
          <pc:sldMk cId="2121974229" sldId="594"/>
        </pc:sldMkLst>
      </pc:sldChg>
      <pc:sldChg chg="addSp delSp modSp del mod">
        <pc:chgData name="Shubhendu Kumar Singh" userId="461b01912b5747a3" providerId="LiveId" clId="{8C8C3555-911D-4968-B035-6E6B9AD04DE2}" dt="2025-03-27T03:15:40.778" v="3601" actId="2696"/>
        <pc:sldMkLst>
          <pc:docMk/>
          <pc:sldMk cId="98710750" sldId="595"/>
        </pc:sldMkLst>
      </pc:sldChg>
      <pc:sldChg chg="addSp delSp modSp del mod">
        <pc:chgData name="Shubhendu Kumar Singh" userId="461b01912b5747a3" providerId="LiveId" clId="{8C8C3555-911D-4968-B035-6E6B9AD04DE2}" dt="2025-03-27T03:15:40.778" v="3601" actId="2696"/>
        <pc:sldMkLst>
          <pc:docMk/>
          <pc:sldMk cId="25289604" sldId="596"/>
        </pc:sldMkLst>
      </pc:sldChg>
      <pc:sldChg chg="addSp delSp modSp del mod ord">
        <pc:chgData name="Shubhendu Kumar Singh" userId="461b01912b5747a3" providerId="LiveId" clId="{8C8C3555-911D-4968-B035-6E6B9AD04DE2}" dt="2025-03-27T03:15:40.778" v="3601" actId="2696"/>
        <pc:sldMkLst>
          <pc:docMk/>
          <pc:sldMk cId="1661677486" sldId="597"/>
        </pc:sldMkLst>
      </pc:sldChg>
      <pc:sldChg chg="addSp delSp modSp del mod">
        <pc:chgData name="Shubhendu Kumar Singh" userId="461b01912b5747a3" providerId="LiveId" clId="{8C8C3555-911D-4968-B035-6E6B9AD04DE2}" dt="2025-03-27T03:15:40.778" v="3601" actId="2696"/>
        <pc:sldMkLst>
          <pc:docMk/>
          <pc:sldMk cId="4200366679" sldId="598"/>
        </pc:sldMkLst>
      </pc:sldChg>
      <pc:sldChg chg="addSp delSp modSp del mod">
        <pc:chgData name="Shubhendu Kumar Singh" userId="461b01912b5747a3" providerId="LiveId" clId="{8C8C3555-911D-4968-B035-6E6B9AD04DE2}" dt="2025-03-27T03:15:40.778" v="3601" actId="2696"/>
        <pc:sldMkLst>
          <pc:docMk/>
          <pc:sldMk cId="132010277" sldId="599"/>
        </pc:sldMkLst>
      </pc:sldChg>
      <pc:sldChg chg="modSp mod">
        <pc:chgData name="Shubhendu Kumar Singh" userId="461b01912b5747a3" providerId="LiveId" clId="{8C8C3555-911D-4968-B035-6E6B9AD04DE2}" dt="2025-03-27T06:12:23.595" v="3936" actId="20577"/>
        <pc:sldMkLst>
          <pc:docMk/>
          <pc:sldMk cId="1880959403" sldId="600"/>
        </pc:sldMkLst>
      </pc:sldChg>
      <pc:sldChg chg="modSp mod">
        <pc:chgData name="Shubhendu Kumar Singh" userId="461b01912b5747a3" providerId="LiveId" clId="{8C8C3555-911D-4968-B035-6E6B9AD04DE2}" dt="2025-03-27T04:26:17.016" v="3621" actId="20577"/>
        <pc:sldMkLst>
          <pc:docMk/>
          <pc:sldMk cId="3107239677" sldId="601"/>
        </pc:sldMkLst>
      </pc:sldChg>
      <pc:sldChg chg="addSp delSp modSp mod">
        <pc:chgData name="Shubhendu Kumar Singh" userId="461b01912b5747a3" providerId="LiveId" clId="{8C8C3555-911D-4968-B035-6E6B9AD04DE2}" dt="2025-03-27T04:27:08.802" v="3635" actId="1076"/>
        <pc:sldMkLst>
          <pc:docMk/>
          <pc:sldMk cId="3649928126" sldId="602"/>
        </pc:sldMkLst>
      </pc:sldChg>
      <pc:sldChg chg="addSp delSp modSp mod">
        <pc:chgData name="Shubhendu Kumar Singh" userId="461b01912b5747a3" providerId="LiveId" clId="{8C8C3555-911D-4968-B035-6E6B9AD04DE2}" dt="2025-03-27T04:27:57.622" v="3651" actId="14100"/>
        <pc:sldMkLst>
          <pc:docMk/>
          <pc:sldMk cId="2664772912" sldId="603"/>
        </pc:sldMkLst>
      </pc:sldChg>
      <pc:sldChg chg="addSp delSp modSp mod">
        <pc:chgData name="Shubhendu Kumar Singh" userId="461b01912b5747a3" providerId="LiveId" clId="{8C8C3555-911D-4968-B035-6E6B9AD04DE2}" dt="2025-03-27T04:28:54.506" v="3666" actId="14100"/>
        <pc:sldMkLst>
          <pc:docMk/>
          <pc:sldMk cId="1039545812" sldId="604"/>
        </pc:sldMkLst>
      </pc:sldChg>
      <pc:sldChg chg="addSp delSp modSp mod">
        <pc:chgData name="Shubhendu Kumar Singh" userId="461b01912b5747a3" providerId="LiveId" clId="{8C8C3555-911D-4968-B035-6E6B9AD04DE2}" dt="2025-03-27T04:29:43.186" v="3682" actId="14100"/>
        <pc:sldMkLst>
          <pc:docMk/>
          <pc:sldMk cId="4293725492" sldId="605"/>
        </pc:sldMkLst>
      </pc:sldChg>
      <pc:sldChg chg="addSp delSp modSp mod">
        <pc:chgData name="Shubhendu Kumar Singh" userId="461b01912b5747a3" providerId="LiveId" clId="{8C8C3555-911D-4968-B035-6E6B9AD04DE2}" dt="2025-03-27T04:30:37.486" v="3700" actId="1076"/>
        <pc:sldMkLst>
          <pc:docMk/>
          <pc:sldMk cId="2869386217" sldId="606"/>
        </pc:sldMkLst>
      </pc:sldChg>
      <pc:sldChg chg="addSp delSp modSp mod">
        <pc:chgData name="Shubhendu Kumar Singh" userId="461b01912b5747a3" providerId="LiveId" clId="{8C8C3555-911D-4968-B035-6E6B9AD04DE2}" dt="2025-03-27T04:30:58.583" v="3707" actId="14100"/>
        <pc:sldMkLst>
          <pc:docMk/>
          <pc:sldMk cId="1075985926" sldId="607"/>
        </pc:sldMkLst>
      </pc:sldChg>
      <pc:sldChg chg="addSp delSp modSp mod">
        <pc:chgData name="Shubhendu Kumar Singh" userId="461b01912b5747a3" providerId="LiveId" clId="{8C8C3555-911D-4968-B035-6E6B9AD04DE2}" dt="2025-03-27T06:20:14.631" v="4087" actId="14100"/>
        <pc:sldMkLst>
          <pc:docMk/>
          <pc:sldMk cId="2905270859" sldId="608"/>
        </pc:sldMkLst>
      </pc:sldChg>
      <pc:sldChg chg="modSp mod">
        <pc:chgData name="Shubhendu Kumar Singh" userId="461b01912b5747a3" providerId="LiveId" clId="{8C8C3555-911D-4968-B035-6E6B9AD04DE2}" dt="2025-03-27T06:12:35.819" v="3950" actId="20577"/>
        <pc:sldMkLst>
          <pc:docMk/>
          <pc:sldMk cId="938109257" sldId="609"/>
        </pc:sldMkLst>
      </pc:sldChg>
      <pc:sldChg chg="modSp mod">
        <pc:chgData name="Shubhendu Kumar Singh" userId="461b01912b5747a3" providerId="LiveId" clId="{8C8C3555-911D-4968-B035-6E6B9AD04DE2}" dt="2025-03-27T06:12:51.210" v="3956" actId="20577"/>
        <pc:sldMkLst>
          <pc:docMk/>
          <pc:sldMk cId="243323558" sldId="610"/>
        </pc:sldMkLst>
      </pc:sldChg>
      <pc:sldChg chg="addSp delSp modSp mod">
        <pc:chgData name="Shubhendu Kumar Singh" userId="461b01912b5747a3" providerId="LiveId" clId="{8C8C3555-911D-4968-B035-6E6B9AD04DE2}" dt="2025-03-27T06:13:31.413" v="3968" actId="1076"/>
        <pc:sldMkLst>
          <pc:docMk/>
          <pc:sldMk cId="138625400" sldId="611"/>
        </pc:sldMkLst>
      </pc:sldChg>
      <pc:sldChg chg="addSp delSp modSp mod">
        <pc:chgData name="Shubhendu Kumar Singh" userId="461b01912b5747a3" providerId="LiveId" clId="{8C8C3555-911D-4968-B035-6E6B9AD04DE2}" dt="2025-03-27T06:14:43.973" v="3987" actId="1076"/>
        <pc:sldMkLst>
          <pc:docMk/>
          <pc:sldMk cId="504087359" sldId="612"/>
        </pc:sldMkLst>
      </pc:sldChg>
      <pc:sldChg chg="addSp delSp modSp mod">
        <pc:chgData name="Shubhendu Kumar Singh" userId="461b01912b5747a3" providerId="LiveId" clId="{8C8C3555-911D-4968-B035-6E6B9AD04DE2}" dt="2025-03-27T06:15:13.821" v="3997" actId="14100"/>
        <pc:sldMkLst>
          <pc:docMk/>
          <pc:sldMk cId="3777200194" sldId="613"/>
        </pc:sldMkLst>
      </pc:sldChg>
      <pc:sldChg chg="addSp delSp modSp mod">
        <pc:chgData name="Shubhendu Kumar Singh" userId="461b01912b5747a3" providerId="LiveId" clId="{8C8C3555-911D-4968-B035-6E6B9AD04DE2}" dt="2025-03-27T06:16:24.506" v="4016" actId="14100"/>
        <pc:sldMkLst>
          <pc:docMk/>
          <pc:sldMk cId="3219000281" sldId="614"/>
        </pc:sldMkLst>
      </pc:sldChg>
      <pc:sldChg chg="addSp delSp modSp mod">
        <pc:chgData name="Shubhendu Kumar Singh" userId="461b01912b5747a3" providerId="LiveId" clId="{8C8C3555-911D-4968-B035-6E6B9AD04DE2}" dt="2025-03-27T06:17:19.247" v="4036" actId="1076"/>
        <pc:sldMkLst>
          <pc:docMk/>
          <pc:sldMk cId="3583288549" sldId="615"/>
        </pc:sldMkLst>
      </pc:sldChg>
      <pc:sldChg chg="addSp delSp modSp mod">
        <pc:chgData name="Shubhendu Kumar Singh" userId="461b01912b5747a3" providerId="LiveId" clId="{8C8C3555-911D-4968-B035-6E6B9AD04DE2}" dt="2025-03-27T06:17:49.294" v="4043" actId="1076"/>
        <pc:sldMkLst>
          <pc:docMk/>
          <pc:sldMk cId="863623652" sldId="616"/>
        </pc:sldMkLst>
      </pc:sldChg>
    </pc:docChg>
  </pc:docChgLst>
  <pc:docChgLst>
    <pc:chgData name="Shubhendu Kumar Singh" userId="461b01912b5747a3" providerId="LiveId" clId="{33F03114-2625-4F5E-B549-E1F85336BEB9}"/>
    <pc:docChg chg="undo custSel addSld delSld modSld sldOrd">
      <pc:chgData name="Shubhendu Kumar Singh" userId="461b01912b5747a3" providerId="LiveId" clId="{33F03114-2625-4F5E-B549-E1F85336BEB9}" dt="2025-04-15T07:14:25.212" v="1294" actId="14100"/>
      <pc:docMkLst>
        <pc:docMk/>
      </pc:docMkLst>
      <pc:sldChg chg="modSp mod">
        <pc:chgData name="Shubhendu Kumar Singh" userId="461b01912b5747a3" providerId="LiveId" clId="{33F03114-2625-4F5E-B549-E1F85336BEB9}" dt="2025-04-15T00:29:18.541" v="12" actId="20577"/>
        <pc:sldMkLst>
          <pc:docMk/>
          <pc:sldMk cId="734630831" sldId="365"/>
        </pc:sldMkLst>
        <pc:spChg chg="mod">
          <ac:chgData name="Shubhendu Kumar Singh" userId="461b01912b5747a3" providerId="LiveId" clId="{33F03114-2625-4F5E-B549-E1F85336BEB9}" dt="2025-04-15T00:29:18.541" v="12" actId="20577"/>
          <ac:spMkLst>
            <pc:docMk/>
            <pc:sldMk cId="734630831" sldId="365"/>
            <ac:spMk id="2" creationId="{0C0BE678-E0CC-CA40-A743-BD01E3D36058}"/>
          </ac:spMkLst>
        </pc:spChg>
      </pc:sldChg>
      <pc:sldChg chg="del">
        <pc:chgData name="Shubhendu Kumar Singh" userId="461b01912b5747a3" providerId="LiveId" clId="{33F03114-2625-4F5E-B549-E1F85336BEB9}" dt="2025-04-15T00:28:24.352" v="0" actId="47"/>
        <pc:sldMkLst>
          <pc:docMk/>
          <pc:sldMk cId="3725155999" sldId="427"/>
        </pc:sldMkLst>
      </pc:sldChg>
      <pc:sldChg chg="del">
        <pc:chgData name="Shubhendu Kumar Singh" userId="461b01912b5747a3" providerId="LiveId" clId="{33F03114-2625-4F5E-B549-E1F85336BEB9}" dt="2025-04-15T00:28:24.352" v="0" actId="47"/>
        <pc:sldMkLst>
          <pc:docMk/>
          <pc:sldMk cId="4292739304" sldId="430"/>
        </pc:sldMkLst>
      </pc:sldChg>
      <pc:sldChg chg="del">
        <pc:chgData name="Shubhendu Kumar Singh" userId="461b01912b5747a3" providerId="LiveId" clId="{33F03114-2625-4F5E-B549-E1F85336BEB9}" dt="2025-04-15T00:28:24.352" v="0" actId="47"/>
        <pc:sldMkLst>
          <pc:docMk/>
          <pc:sldMk cId="495320295" sldId="443"/>
        </pc:sldMkLst>
      </pc:sldChg>
      <pc:sldChg chg="modSp add del mod">
        <pc:chgData name="Shubhendu Kumar Singh" userId="461b01912b5747a3" providerId="LiveId" clId="{33F03114-2625-4F5E-B549-E1F85336BEB9}" dt="2025-04-15T05:34:46.588" v="887" actId="47"/>
        <pc:sldMkLst>
          <pc:docMk/>
          <pc:sldMk cId="4145754570" sldId="444"/>
        </pc:sldMkLst>
        <pc:spChg chg="mod">
          <ac:chgData name="Shubhendu Kumar Singh" userId="461b01912b5747a3" providerId="LiveId" clId="{33F03114-2625-4F5E-B549-E1F85336BEB9}" dt="2025-04-15T01:24:10.026" v="111" actId="20577"/>
          <ac:spMkLst>
            <pc:docMk/>
            <pc:sldMk cId="4145754570" sldId="444"/>
            <ac:spMk id="2" creationId="{37982B7A-96D7-B34E-A658-8B9A0101A71C}"/>
          </ac:spMkLst>
        </pc:spChg>
      </pc:sldChg>
      <pc:sldChg chg="addSp delSp modSp add del mod">
        <pc:chgData name="Shubhendu Kumar Singh" userId="461b01912b5747a3" providerId="LiveId" clId="{33F03114-2625-4F5E-B549-E1F85336BEB9}" dt="2025-04-15T01:38:22.850" v="387" actId="1076"/>
        <pc:sldMkLst>
          <pc:docMk/>
          <pc:sldMk cId="2885965486" sldId="445"/>
        </pc:sldMkLst>
        <pc:spChg chg="mod">
          <ac:chgData name="Shubhendu Kumar Singh" userId="461b01912b5747a3" providerId="LiveId" clId="{33F03114-2625-4F5E-B549-E1F85336BEB9}" dt="2025-04-15T01:37:57.483" v="384" actId="1076"/>
          <ac:spMkLst>
            <pc:docMk/>
            <pc:sldMk cId="2885965486" sldId="445"/>
            <ac:spMk id="2" creationId="{B90C7E18-3E57-D4A9-5A5D-46B951692547}"/>
          </ac:spMkLst>
        </pc:spChg>
        <pc:spChg chg="del mod">
          <ac:chgData name="Shubhendu Kumar Singh" userId="461b01912b5747a3" providerId="LiveId" clId="{33F03114-2625-4F5E-B549-E1F85336BEB9}" dt="2025-04-15T01:38:01.359" v="385" actId="478"/>
          <ac:spMkLst>
            <pc:docMk/>
            <pc:sldMk cId="2885965486" sldId="445"/>
            <ac:spMk id="3" creationId="{03C3AD46-1E73-3FA9-5512-FC80C8A46EF8}"/>
          </ac:spMkLst>
        </pc:spChg>
        <pc:spChg chg="del mod">
          <ac:chgData name="Shubhendu Kumar Singh" userId="461b01912b5747a3" providerId="LiveId" clId="{33F03114-2625-4F5E-B549-E1F85336BEB9}" dt="2025-04-15T01:38:01.359" v="385" actId="478"/>
          <ac:spMkLst>
            <pc:docMk/>
            <pc:sldMk cId="2885965486" sldId="445"/>
            <ac:spMk id="4" creationId="{84E1C51A-25D5-D4D8-8601-42531189414D}"/>
          </ac:spMkLst>
        </pc:spChg>
        <pc:spChg chg="del mod">
          <ac:chgData name="Shubhendu Kumar Singh" userId="461b01912b5747a3" providerId="LiveId" clId="{33F03114-2625-4F5E-B549-E1F85336BEB9}" dt="2025-04-15T01:38:01.359" v="385" actId="478"/>
          <ac:spMkLst>
            <pc:docMk/>
            <pc:sldMk cId="2885965486" sldId="445"/>
            <ac:spMk id="5" creationId="{6B712E52-D0BE-278A-A0D5-EE05E854B08D}"/>
          </ac:spMkLst>
        </pc:spChg>
        <pc:spChg chg="mod">
          <ac:chgData name="Shubhendu Kumar Singh" userId="461b01912b5747a3" providerId="LiveId" clId="{33F03114-2625-4F5E-B549-E1F85336BEB9}" dt="2025-04-15T01:22:27.194" v="57" actId="20577"/>
          <ac:spMkLst>
            <pc:docMk/>
            <pc:sldMk cId="2885965486" sldId="445"/>
            <ac:spMk id="7" creationId="{797ACDC1-652D-4D99-04D9-3A0492598407}"/>
          </ac:spMkLst>
        </pc:spChg>
        <pc:spChg chg="add">
          <ac:chgData name="Shubhendu Kumar Singh" userId="461b01912b5747a3" providerId="LiveId" clId="{33F03114-2625-4F5E-B549-E1F85336BEB9}" dt="2025-04-15T01:26:51.611" v="149"/>
          <ac:spMkLst>
            <pc:docMk/>
            <pc:sldMk cId="2885965486" sldId="445"/>
            <ac:spMk id="8" creationId="{0A31F83E-205C-AA43-A872-1991E5FDD746}"/>
          </ac:spMkLst>
        </pc:spChg>
        <pc:spChg chg="add">
          <ac:chgData name="Shubhendu Kumar Singh" userId="461b01912b5747a3" providerId="LiveId" clId="{33F03114-2625-4F5E-B549-E1F85336BEB9}" dt="2025-04-15T01:35:35.819" v="331"/>
          <ac:spMkLst>
            <pc:docMk/>
            <pc:sldMk cId="2885965486" sldId="445"/>
            <ac:spMk id="10" creationId="{88AEA60C-7F02-B563-9B60-441DFDF0729A}"/>
          </ac:spMkLst>
        </pc:spChg>
        <pc:picChg chg="del mod">
          <ac:chgData name="Shubhendu Kumar Singh" userId="461b01912b5747a3" providerId="LiveId" clId="{33F03114-2625-4F5E-B549-E1F85336BEB9}" dt="2025-04-15T01:37:52.886" v="382" actId="478"/>
          <ac:picMkLst>
            <pc:docMk/>
            <pc:sldMk cId="2885965486" sldId="445"/>
            <ac:picMk id="6" creationId="{33320ACA-36FF-073F-6B92-AB45B2E29280}"/>
          </ac:picMkLst>
        </pc:picChg>
        <pc:picChg chg="add mod">
          <ac:chgData name="Shubhendu Kumar Singh" userId="461b01912b5747a3" providerId="LiveId" clId="{33F03114-2625-4F5E-B549-E1F85336BEB9}" dt="2025-04-15T01:38:22.850" v="387" actId="1076"/>
          <ac:picMkLst>
            <pc:docMk/>
            <pc:sldMk cId="2885965486" sldId="445"/>
            <ac:picMk id="11" creationId="{D1EC33F8-3FE6-F3BF-2DE0-E6BBB9A9F048}"/>
          </ac:picMkLst>
        </pc:picChg>
        <pc:picChg chg="add mod">
          <ac:chgData name="Shubhendu Kumar Singh" userId="461b01912b5747a3" providerId="LiveId" clId="{33F03114-2625-4F5E-B549-E1F85336BEB9}" dt="2025-04-15T01:33:37.948" v="330" actId="14100"/>
          <ac:picMkLst>
            <pc:docMk/>
            <pc:sldMk cId="2885965486" sldId="445"/>
            <ac:picMk id="1027" creationId="{3E3210A4-D753-A940-9BD4-3B545AC8D2FF}"/>
          </ac:picMkLst>
        </pc:picChg>
      </pc:sldChg>
      <pc:sldChg chg="del">
        <pc:chgData name="Shubhendu Kumar Singh" userId="461b01912b5747a3" providerId="LiveId" clId="{33F03114-2625-4F5E-B549-E1F85336BEB9}" dt="2025-04-15T00:28:24.352" v="0" actId="47"/>
        <pc:sldMkLst>
          <pc:docMk/>
          <pc:sldMk cId="4212799720" sldId="450"/>
        </pc:sldMkLst>
      </pc:sldChg>
      <pc:sldChg chg="del">
        <pc:chgData name="Shubhendu Kumar Singh" userId="461b01912b5747a3" providerId="LiveId" clId="{33F03114-2625-4F5E-B549-E1F85336BEB9}" dt="2025-04-15T00:28:24.352" v="0" actId="47"/>
        <pc:sldMkLst>
          <pc:docMk/>
          <pc:sldMk cId="596389320" sldId="470"/>
        </pc:sldMkLst>
      </pc:sldChg>
      <pc:sldChg chg="del">
        <pc:chgData name="Shubhendu Kumar Singh" userId="461b01912b5747a3" providerId="LiveId" clId="{33F03114-2625-4F5E-B549-E1F85336BEB9}" dt="2025-04-15T00:28:24.352" v="0" actId="47"/>
        <pc:sldMkLst>
          <pc:docMk/>
          <pc:sldMk cId="2485660261" sldId="471"/>
        </pc:sldMkLst>
      </pc:sldChg>
      <pc:sldChg chg="del">
        <pc:chgData name="Shubhendu Kumar Singh" userId="461b01912b5747a3" providerId="LiveId" clId="{33F03114-2625-4F5E-B549-E1F85336BEB9}" dt="2025-04-15T00:29:02.398" v="3" actId="47"/>
        <pc:sldMkLst>
          <pc:docMk/>
          <pc:sldMk cId="3736331534" sldId="472"/>
        </pc:sldMkLst>
      </pc:sldChg>
      <pc:sldChg chg="del">
        <pc:chgData name="Shubhendu Kumar Singh" userId="461b01912b5747a3" providerId="LiveId" clId="{33F03114-2625-4F5E-B549-E1F85336BEB9}" dt="2025-04-15T00:29:02.398" v="3" actId="47"/>
        <pc:sldMkLst>
          <pc:docMk/>
          <pc:sldMk cId="2252476784" sldId="473"/>
        </pc:sldMkLst>
      </pc:sldChg>
      <pc:sldChg chg="del">
        <pc:chgData name="Shubhendu Kumar Singh" userId="461b01912b5747a3" providerId="LiveId" clId="{33F03114-2625-4F5E-B549-E1F85336BEB9}" dt="2025-04-15T00:28:35.132" v="2" actId="47"/>
        <pc:sldMkLst>
          <pc:docMk/>
          <pc:sldMk cId="2673879803" sldId="474"/>
        </pc:sldMkLst>
      </pc:sldChg>
      <pc:sldChg chg="modSp mod">
        <pc:chgData name="Shubhendu Kumar Singh" userId="461b01912b5747a3" providerId="LiveId" clId="{33F03114-2625-4F5E-B549-E1F85336BEB9}" dt="2025-04-15T00:30:07.445" v="15" actId="20577"/>
        <pc:sldMkLst>
          <pc:docMk/>
          <pc:sldMk cId="124658276" sldId="475"/>
        </pc:sldMkLst>
        <pc:spChg chg="mod">
          <ac:chgData name="Shubhendu Kumar Singh" userId="461b01912b5747a3" providerId="LiveId" clId="{33F03114-2625-4F5E-B549-E1F85336BEB9}" dt="2025-04-15T00:30:02.260" v="14" actId="20577"/>
          <ac:spMkLst>
            <pc:docMk/>
            <pc:sldMk cId="124658276" sldId="475"/>
            <ac:spMk id="363" creationId="{3994CF0F-991D-CBC1-B8A2-4C3F6338926B}"/>
          </ac:spMkLst>
        </pc:spChg>
        <pc:spChg chg="mod">
          <ac:chgData name="Shubhendu Kumar Singh" userId="461b01912b5747a3" providerId="LiveId" clId="{33F03114-2625-4F5E-B549-E1F85336BEB9}" dt="2025-04-15T00:30:07.445" v="15" actId="20577"/>
          <ac:spMkLst>
            <pc:docMk/>
            <pc:sldMk cId="124658276" sldId="475"/>
            <ac:spMk id="374" creationId="{88AFCFBF-0678-8743-7D9F-BCA7480E36C8}"/>
          </ac:spMkLst>
        </pc:spChg>
        <pc:spChg chg="mod">
          <ac:chgData name="Shubhendu Kumar Singh" userId="461b01912b5747a3" providerId="LiveId" clId="{33F03114-2625-4F5E-B549-E1F85336BEB9}" dt="2025-04-15T00:29:56.092" v="13" actId="20577"/>
          <ac:spMkLst>
            <pc:docMk/>
            <pc:sldMk cId="124658276" sldId="475"/>
            <ac:spMk id="375" creationId="{4D41A700-F8AC-F7B5-8B7C-27419BA8629C}"/>
          </ac:spMkLst>
        </pc:spChg>
      </pc:sldChg>
      <pc:sldChg chg="addSp delSp modSp add del mod">
        <pc:chgData name="Shubhendu Kumar Singh" userId="461b01912b5747a3" providerId="LiveId" clId="{33F03114-2625-4F5E-B549-E1F85336BEB9}" dt="2025-04-15T06:55:46.255" v="1123" actId="47"/>
        <pc:sldMkLst>
          <pc:docMk/>
          <pc:sldMk cId="2403403576" sldId="476"/>
        </pc:sldMkLst>
        <pc:spChg chg="del">
          <ac:chgData name="Shubhendu Kumar Singh" userId="461b01912b5747a3" providerId="LiveId" clId="{33F03114-2625-4F5E-B549-E1F85336BEB9}" dt="2025-04-15T01:19:36.993" v="17" actId="478"/>
          <ac:spMkLst>
            <pc:docMk/>
            <pc:sldMk cId="2403403576" sldId="476"/>
            <ac:spMk id="362" creationId="{5131343D-8EE7-E090-B10E-F1B3AEA819A2}"/>
          </ac:spMkLst>
        </pc:spChg>
        <pc:spChg chg="del">
          <ac:chgData name="Shubhendu Kumar Singh" userId="461b01912b5747a3" providerId="LiveId" clId="{33F03114-2625-4F5E-B549-E1F85336BEB9}" dt="2025-04-15T01:19:51.325" v="20" actId="478"/>
          <ac:spMkLst>
            <pc:docMk/>
            <pc:sldMk cId="2403403576" sldId="476"/>
            <ac:spMk id="363" creationId="{D8D4036F-22AF-BC20-9750-480D49346FC6}"/>
          </ac:spMkLst>
        </pc:spChg>
        <pc:spChg chg="del">
          <ac:chgData name="Shubhendu Kumar Singh" userId="461b01912b5747a3" providerId="LiveId" clId="{33F03114-2625-4F5E-B549-E1F85336BEB9}" dt="2025-04-15T01:19:51.325" v="20" actId="478"/>
          <ac:spMkLst>
            <pc:docMk/>
            <pc:sldMk cId="2403403576" sldId="476"/>
            <ac:spMk id="364" creationId="{F25C636B-A8DB-3F0B-D8D8-3765F5D2FED5}"/>
          </ac:spMkLst>
        </pc:spChg>
        <pc:spChg chg="del">
          <ac:chgData name="Shubhendu Kumar Singh" userId="461b01912b5747a3" providerId="LiveId" clId="{33F03114-2625-4F5E-B549-E1F85336BEB9}" dt="2025-04-15T01:19:51.325" v="20" actId="478"/>
          <ac:spMkLst>
            <pc:docMk/>
            <pc:sldMk cId="2403403576" sldId="476"/>
            <ac:spMk id="365" creationId="{93E8C2F5-D5C5-AC63-DF4F-5335DA52CEC4}"/>
          </ac:spMkLst>
        </pc:spChg>
        <pc:spChg chg="del">
          <ac:chgData name="Shubhendu Kumar Singh" userId="461b01912b5747a3" providerId="LiveId" clId="{33F03114-2625-4F5E-B549-E1F85336BEB9}" dt="2025-04-15T01:19:51.325" v="20" actId="478"/>
          <ac:spMkLst>
            <pc:docMk/>
            <pc:sldMk cId="2403403576" sldId="476"/>
            <ac:spMk id="366" creationId="{1EA59F6B-2BBE-4684-EBE5-13B92158C68F}"/>
          </ac:spMkLst>
        </pc:spChg>
        <pc:spChg chg="del">
          <ac:chgData name="Shubhendu Kumar Singh" userId="461b01912b5747a3" providerId="LiveId" clId="{33F03114-2625-4F5E-B549-E1F85336BEB9}" dt="2025-04-15T01:19:51.325" v="20" actId="478"/>
          <ac:spMkLst>
            <pc:docMk/>
            <pc:sldMk cId="2403403576" sldId="476"/>
            <ac:spMk id="367" creationId="{B574E481-1324-E1CD-F226-E4EC49F29770}"/>
          </ac:spMkLst>
        </pc:spChg>
        <pc:spChg chg="del">
          <ac:chgData name="Shubhendu Kumar Singh" userId="461b01912b5747a3" providerId="LiveId" clId="{33F03114-2625-4F5E-B549-E1F85336BEB9}" dt="2025-04-15T01:19:36.993" v="17" actId="478"/>
          <ac:spMkLst>
            <pc:docMk/>
            <pc:sldMk cId="2403403576" sldId="476"/>
            <ac:spMk id="368" creationId="{38991F64-C2B8-5259-7CB4-AB53D1574960}"/>
          </ac:spMkLst>
        </pc:spChg>
        <pc:spChg chg="del">
          <ac:chgData name="Shubhendu Kumar Singh" userId="461b01912b5747a3" providerId="LiveId" clId="{33F03114-2625-4F5E-B549-E1F85336BEB9}" dt="2025-04-15T01:19:36.993" v="17" actId="478"/>
          <ac:spMkLst>
            <pc:docMk/>
            <pc:sldMk cId="2403403576" sldId="476"/>
            <ac:spMk id="369" creationId="{55F612ED-2A7D-448E-939F-BAD06A1B0451}"/>
          </ac:spMkLst>
        </pc:spChg>
        <pc:spChg chg="del">
          <ac:chgData name="Shubhendu Kumar Singh" userId="461b01912b5747a3" providerId="LiveId" clId="{33F03114-2625-4F5E-B549-E1F85336BEB9}" dt="2025-04-15T01:19:36.993" v="17" actId="478"/>
          <ac:spMkLst>
            <pc:docMk/>
            <pc:sldMk cId="2403403576" sldId="476"/>
            <ac:spMk id="370" creationId="{D29D9437-371E-03F7-1CF3-F7039EF7782E}"/>
          </ac:spMkLst>
        </pc:spChg>
        <pc:spChg chg="del">
          <ac:chgData name="Shubhendu Kumar Singh" userId="461b01912b5747a3" providerId="LiveId" clId="{33F03114-2625-4F5E-B549-E1F85336BEB9}" dt="2025-04-15T01:19:36.993" v="17" actId="478"/>
          <ac:spMkLst>
            <pc:docMk/>
            <pc:sldMk cId="2403403576" sldId="476"/>
            <ac:spMk id="371" creationId="{569831EB-1E4E-9F7F-B616-582AEA8AC6B4}"/>
          </ac:spMkLst>
        </pc:spChg>
        <pc:spChg chg="del">
          <ac:chgData name="Shubhendu Kumar Singh" userId="461b01912b5747a3" providerId="LiveId" clId="{33F03114-2625-4F5E-B549-E1F85336BEB9}" dt="2025-04-15T01:19:36.993" v="17" actId="478"/>
          <ac:spMkLst>
            <pc:docMk/>
            <pc:sldMk cId="2403403576" sldId="476"/>
            <ac:spMk id="372" creationId="{F80F0774-0735-18C8-2BD0-B79D9D2B9C02}"/>
          </ac:spMkLst>
        </pc:spChg>
        <pc:spChg chg="del">
          <ac:chgData name="Shubhendu Kumar Singh" userId="461b01912b5747a3" providerId="LiveId" clId="{33F03114-2625-4F5E-B549-E1F85336BEB9}" dt="2025-04-15T01:19:36.993" v="17" actId="478"/>
          <ac:spMkLst>
            <pc:docMk/>
            <pc:sldMk cId="2403403576" sldId="476"/>
            <ac:spMk id="373" creationId="{2658221D-15A6-F7DD-FFD5-10A93A068EEC}"/>
          </ac:spMkLst>
        </pc:spChg>
        <pc:spChg chg="del">
          <ac:chgData name="Shubhendu Kumar Singh" userId="461b01912b5747a3" providerId="LiveId" clId="{33F03114-2625-4F5E-B549-E1F85336BEB9}" dt="2025-04-15T01:19:36.993" v="17" actId="478"/>
          <ac:spMkLst>
            <pc:docMk/>
            <pc:sldMk cId="2403403576" sldId="476"/>
            <ac:spMk id="374" creationId="{E7F47311-0D5B-D2CE-0CE2-4A21EA49BDAC}"/>
          </ac:spMkLst>
        </pc:spChg>
        <pc:spChg chg="del mod">
          <ac:chgData name="Shubhendu Kumar Singh" userId="461b01912b5747a3" providerId="LiveId" clId="{33F03114-2625-4F5E-B549-E1F85336BEB9}" dt="2025-04-15T01:19:54.516" v="21" actId="478"/>
          <ac:spMkLst>
            <pc:docMk/>
            <pc:sldMk cId="2403403576" sldId="476"/>
            <ac:spMk id="375" creationId="{2AAEF203-0842-7159-A7C3-A0E36F1DB079}"/>
          </ac:spMkLst>
        </pc:spChg>
        <pc:spChg chg="del">
          <ac:chgData name="Shubhendu Kumar Singh" userId="461b01912b5747a3" providerId="LiveId" clId="{33F03114-2625-4F5E-B549-E1F85336BEB9}" dt="2025-04-15T01:19:45.254" v="18" actId="478"/>
          <ac:spMkLst>
            <pc:docMk/>
            <pc:sldMk cId="2403403576" sldId="476"/>
            <ac:spMk id="376" creationId="{4CBAE79B-D3E9-26F9-118B-2373E7070AE9}"/>
          </ac:spMkLst>
        </pc:spChg>
        <pc:spChg chg="del">
          <ac:chgData name="Shubhendu Kumar Singh" userId="461b01912b5747a3" providerId="LiveId" clId="{33F03114-2625-4F5E-B549-E1F85336BEB9}" dt="2025-04-15T01:19:45.254" v="18" actId="478"/>
          <ac:spMkLst>
            <pc:docMk/>
            <pc:sldMk cId="2403403576" sldId="476"/>
            <ac:spMk id="377" creationId="{93CC76C1-C9BB-95F4-C7DE-15F8030CDFCF}"/>
          </ac:spMkLst>
        </pc:spChg>
        <pc:spChg chg="del">
          <ac:chgData name="Shubhendu Kumar Singh" userId="461b01912b5747a3" providerId="LiveId" clId="{33F03114-2625-4F5E-B549-E1F85336BEB9}" dt="2025-04-15T01:19:36.993" v="17" actId="478"/>
          <ac:spMkLst>
            <pc:docMk/>
            <pc:sldMk cId="2403403576" sldId="476"/>
            <ac:spMk id="382" creationId="{71A7CACB-B8EC-041B-34A6-30E905C83DB5}"/>
          </ac:spMkLst>
        </pc:spChg>
        <pc:spChg chg="mod">
          <ac:chgData name="Shubhendu Kumar Singh" userId="461b01912b5747a3" providerId="LiveId" clId="{33F03114-2625-4F5E-B549-E1F85336BEB9}" dt="2025-04-15T01:19:58.403" v="25" actId="20577"/>
          <ac:spMkLst>
            <pc:docMk/>
            <pc:sldMk cId="2403403576" sldId="476"/>
            <ac:spMk id="383" creationId="{7FAAC17A-58D6-83CD-2A9E-AB5BE33D3C6F}"/>
          </ac:spMkLst>
        </pc:spChg>
        <pc:picChg chg="add mod">
          <ac:chgData name="Shubhendu Kumar Singh" userId="461b01912b5747a3" providerId="LiveId" clId="{33F03114-2625-4F5E-B549-E1F85336BEB9}" dt="2025-04-15T01:20:59.386" v="32" actId="1076"/>
          <ac:picMkLst>
            <pc:docMk/>
            <pc:sldMk cId="2403403576" sldId="476"/>
            <ac:picMk id="3" creationId="{4EDD9628-2ECC-5B56-AD75-54CEC2EEE02F}"/>
          </ac:picMkLst>
        </pc:picChg>
        <pc:picChg chg="del">
          <ac:chgData name="Shubhendu Kumar Singh" userId="461b01912b5747a3" providerId="LiveId" clId="{33F03114-2625-4F5E-B549-E1F85336BEB9}" dt="2025-04-15T01:19:36.993" v="17" actId="478"/>
          <ac:picMkLst>
            <pc:docMk/>
            <pc:sldMk cId="2403403576" sldId="476"/>
            <ac:picMk id="360" creationId="{4D453BD2-FCF8-52EE-EC39-7F46A9B612DD}"/>
          </ac:picMkLst>
        </pc:picChg>
      </pc:sldChg>
      <pc:sldChg chg="del">
        <pc:chgData name="Shubhendu Kumar Singh" userId="461b01912b5747a3" providerId="LiveId" clId="{33F03114-2625-4F5E-B549-E1F85336BEB9}" dt="2025-04-15T00:29:02.398" v="3" actId="47"/>
        <pc:sldMkLst>
          <pc:docMk/>
          <pc:sldMk cId="3307596543" sldId="476"/>
        </pc:sldMkLst>
      </pc:sldChg>
      <pc:sldChg chg="delSp modSp add mod">
        <pc:chgData name="Shubhendu Kumar Singh" userId="461b01912b5747a3" providerId="LiveId" clId="{33F03114-2625-4F5E-B549-E1F85336BEB9}" dt="2025-04-15T04:06:05.947" v="618" actId="114"/>
        <pc:sldMkLst>
          <pc:docMk/>
          <pc:sldMk cId="306311041" sldId="477"/>
        </pc:sldMkLst>
        <pc:spChg chg="mod">
          <ac:chgData name="Shubhendu Kumar Singh" userId="461b01912b5747a3" providerId="LiveId" clId="{33F03114-2625-4F5E-B549-E1F85336BEB9}" dt="2025-04-15T04:06:05.947" v="618" actId="114"/>
          <ac:spMkLst>
            <pc:docMk/>
            <pc:sldMk cId="306311041" sldId="477"/>
            <ac:spMk id="2" creationId="{875EC065-0B28-E8E5-A029-FDBCBC95D684}"/>
          </ac:spMkLst>
        </pc:spChg>
        <pc:spChg chg="mod">
          <ac:chgData name="Shubhendu Kumar Singh" userId="461b01912b5747a3" providerId="LiveId" clId="{33F03114-2625-4F5E-B549-E1F85336BEB9}" dt="2025-04-15T03:46:59.089" v="452" actId="20577"/>
          <ac:spMkLst>
            <pc:docMk/>
            <pc:sldMk cId="306311041" sldId="477"/>
            <ac:spMk id="7" creationId="{607CCA2E-E83D-5B1E-8AF8-F27A8E42863E}"/>
          </ac:spMkLst>
        </pc:spChg>
        <pc:picChg chg="del">
          <ac:chgData name="Shubhendu Kumar Singh" userId="461b01912b5747a3" providerId="LiveId" clId="{33F03114-2625-4F5E-B549-E1F85336BEB9}" dt="2025-04-15T01:38:51.070" v="389" actId="478"/>
          <ac:picMkLst>
            <pc:docMk/>
            <pc:sldMk cId="306311041" sldId="477"/>
            <ac:picMk id="11" creationId="{C9E45F8E-BA6B-7229-551A-0D29CFF72913}"/>
          </ac:picMkLst>
        </pc:picChg>
        <pc:picChg chg="del">
          <ac:chgData name="Shubhendu Kumar Singh" userId="461b01912b5747a3" providerId="LiveId" clId="{33F03114-2625-4F5E-B549-E1F85336BEB9}" dt="2025-04-15T03:51:13.993" v="529" actId="478"/>
          <ac:picMkLst>
            <pc:docMk/>
            <pc:sldMk cId="306311041" sldId="477"/>
            <ac:picMk id="1027" creationId="{11F16CE7-94A6-D71F-454E-0677C8483D81}"/>
          </ac:picMkLst>
        </pc:picChg>
      </pc:sldChg>
      <pc:sldChg chg="del">
        <pc:chgData name="Shubhendu Kumar Singh" userId="461b01912b5747a3" providerId="LiveId" clId="{33F03114-2625-4F5E-B549-E1F85336BEB9}" dt="2025-04-15T00:29:02.398" v="3" actId="47"/>
        <pc:sldMkLst>
          <pc:docMk/>
          <pc:sldMk cId="2718492323" sldId="477"/>
        </pc:sldMkLst>
      </pc:sldChg>
      <pc:sldChg chg="del">
        <pc:chgData name="Shubhendu Kumar Singh" userId="461b01912b5747a3" providerId="LiveId" clId="{33F03114-2625-4F5E-B549-E1F85336BEB9}" dt="2025-04-15T00:29:02.398" v="3" actId="47"/>
        <pc:sldMkLst>
          <pc:docMk/>
          <pc:sldMk cId="965329366" sldId="478"/>
        </pc:sldMkLst>
      </pc:sldChg>
      <pc:sldChg chg="addSp modSp add mod">
        <pc:chgData name="Shubhendu Kumar Singh" userId="461b01912b5747a3" providerId="LiveId" clId="{33F03114-2625-4F5E-B549-E1F85336BEB9}" dt="2025-04-15T06:35:28.615" v="924" actId="20577"/>
        <pc:sldMkLst>
          <pc:docMk/>
          <pc:sldMk cId="2562455753" sldId="478"/>
        </pc:sldMkLst>
        <pc:spChg chg="mod">
          <ac:chgData name="Shubhendu Kumar Singh" userId="461b01912b5747a3" providerId="LiveId" clId="{33F03114-2625-4F5E-B549-E1F85336BEB9}" dt="2025-04-15T05:17:20.125" v="865" actId="113"/>
          <ac:spMkLst>
            <pc:docMk/>
            <pc:sldMk cId="2562455753" sldId="478"/>
            <ac:spMk id="2" creationId="{E1BB95E4-C98C-FDA4-D12E-2B76F12A2F29}"/>
          </ac:spMkLst>
        </pc:spChg>
        <pc:spChg chg="add mod">
          <ac:chgData name="Shubhendu Kumar Singh" userId="461b01912b5747a3" providerId="LiveId" clId="{33F03114-2625-4F5E-B549-E1F85336BEB9}" dt="2025-04-15T04:37:58.604" v="716"/>
          <ac:spMkLst>
            <pc:docMk/>
            <pc:sldMk cId="2562455753" sldId="478"/>
            <ac:spMk id="3" creationId="{E9899508-B72E-D76B-01CF-B9AAD53BACF7}"/>
          </ac:spMkLst>
        </pc:spChg>
        <pc:spChg chg="add mod">
          <ac:chgData name="Shubhendu Kumar Singh" userId="461b01912b5747a3" providerId="LiveId" clId="{33F03114-2625-4F5E-B549-E1F85336BEB9}" dt="2025-04-15T04:37:58.604" v="716"/>
          <ac:spMkLst>
            <pc:docMk/>
            <pc:sldMk cId="2562455753" sldId="478"/>
            <ac:spMk id="4" creationId="{D3299EF6-CD70-2091-183C-FD4C2304177C}"/>
          </ac:spMkLst>
        </pc:spChg>
        <pc:spChg chg="add mod">
          <ac:chgData name="Shubhendu Kumar Singh" userId="461b01912b5747a3" providerId="LiveId" clId="{33F03114-2625-4F5E-B549-E1F85336BEB9}" dt="2025-04-15T04:37:58.604" v="716"/>
          <ac:spMkLst>
            <pc:docMk/>
            <pc:sldMk cId="2562455753" sldId="478"/>
            <ac:spMk id="5" creationId="{BD9F561C-EC42-4F15-5A37-B7460F7134BC}"/>
          </ac:spMkLst>
        </pc:spChg>
        <pc:spChg chg="add mod">
          <ac:chgData name="Shubhendu Kumar Singh" userId="461b01912b5747a3" providerId="LiveId" clId="{33F03114-2625-4F5E-B549-E1F85336BEB9}" dt="2025-04-15T04:37:58.604" v="716"/>
          <ac:spMkLst>
            <pc:docMk/>
            <pc:sldMk cId="2562455753" sldId="478"/>
            <ac:spMk id="6" creationId="{D1A91CF0-9C01-4169-53F1-885FFE047A92}"/>
          </ac:spMkLst>
        </pc:spChg>
        <pc:spChg chg="add mod">
          <ac:chgData name="Shubhendu Kumar Singh" userId="461b01912b5747a3" providerId="LiveId" clId="{33F03114-2625-4F5E-B549-E1F85336BEB9}" dt="2025-04-15T04:37:58.604" v="716"/>
          <ac:spMkLst>
            <pc:docMk/>
            <pc:sldMk cId="2562455753" sldId="478"/>
            <ac:spMk id="8" creationId="{D21AEC1E-DE79-068F-7F85-E51C7F7FB15C}"/>
          </ac:spMkLst>
        </pc:spChg>
        <pc:spChg chg="add mod">
          <ac:chgData name="Shubhendu Kumar Singh" userId="461b01912b5747a3" providerId="LiveId" clId="{33F03114-2625-4F5E-B549-E1F85336BEB9}" dt="2025-04-15T04:37:58.604" v="716"/>
          <ac:spMkLst>
            <pc:docMk/>
            <pc:sldMk cId="2562455753" sldId="478"/>
            <ac:spMk id="10" creationId="{3C8200C6-4C17-4BDD-7914-252EEAB8ACA1}"/>
          </ac:spMkLst>
        </pc:spChg>
        <pc:spChg chg="add mod">
          <ac:chgData name="Shubhendu Kumar Singh" userId="461b01912b5747a3" providerId="LiveId" clId="{33F03114-2625-4F5E-B549-E1F85336BEB9}" dt="2025-04-15T04:37:58.604" v="716"/>
          <ac:spMkLst>
            <pc:docMk/>
            <pc:sldMk cId="2562455753" sldId="478"/>
            <ac:spMk id="11" creationId="{E7B82082-5789-9D78-DAA5-6B87765A7B07}"/>
          </ac:spMkLst>
        </pc:spChg>
        <pc:spChg chg="add mod">
          <ac:chgData name="Shubhendu Kumar Singh" userId="461b01912b5747a3" providerId="LiveId" clId="{33F03114-2625-4F5E-B549-E1F85336BEB9}" dt="2025-04-15T04:38:18.143" v="718" actId="1076"/>
          <ac:spMkLst>
            <pc:docMk/>
            <pc:sldMk cId="2562455753" sldId="478"/>
            <ac:spMk id="12" creationId="{A3311FAF-AAE9-68B6-4F14-9C65B3E1F53B}"/>
          </ac:spMkLst>
        </pc:spChg>
        <pc:spChg chg="add mod">
          <ac:chgData name="Shubhendu Kumar Singh" userId="461b01912b5747a3" providerId="LiveId" clId="{33F03114-2625-4F5E-B549-E1F85336BEB9}" dt="2025-04-15T06:35:15.056" v="916" actId="20577"/>
          <ac:spMkLst>
            <pc:docMk/>
            <pc:sldMk cId="2562455753" sldId="478"/>
            <ac:spMk id="13" creationId="{32CB0DBA-7F67-2B4E-1DDA-9D3AA64D694C}"/>
          </ac:spMkLst>
        </pc:spChg>
        <pc:spChg chg="add mod">
          <ac:chgData name="Shubhendu Kumar Singh" userId="461b01912b5747a3" providerId="LiveId" clId="{33F03114-2625-4F5E-B549-E1F85336BEB9}" dt="2025-04-15T06:35:28.615" v="924" actId="20577"/>
          <ac:spMkLst>
            <pc:docMk/>
            <pc:sldMk cId="2562455753" sldId="478"/>
            <ac:spMk id="14" creationId="{ADD942E5-539A-8D38-10D0-96E74A2BCF15}"/>
          </ac:spMkLst>
        </pc:spChg>
        <pc:spChg chg="add mod">
          <ac:chgData name="Shubhendu Kumar Singh" userId="461b01912b5747a3" providerId="LiveId" clId="{33F03114-2625-4F5E-B549-E1F85336BEB9}" dt="2025-04-15T04:39:28.469" v="747"/>
          <ac:spMkLst>
            <pc:docMk/>
            <pc:sldMk cId="2562455753" sldId="478"/>
            <ac:spMk id="15" creationId="{CCE07A49-5334-6E67-4214-05C495818AC2}"/>
          </ac:spMkLst>
        </pc:spChg>
        <pc:spChg chg="add mod">
          <ac:chgData name="Shubhendu Kumar Singh" userId="461b01912b5747a3" providerId="LiveId" clId="{33F03114-2625-4F5E-B549-E1F85336BEB9}" dt="2025-04-15T04:38:18.143" v="718" actId="1076"/>
          <ac:spMkLst>
            <pc:docMk/>
            <pc:sldMk cId="2562455753" sldId="478"/>
            <ac:spMk id="16" creationId="{3F7F3C58-DFB4-0C79-8826-0826EF08EFF8}"/>
          </ac:spMkLst>
        </pc:spChg>
        <pc:spChg chg="add mod">
          <ac:chgData name="Shubhendu Kumar Singh" userId="461b01912b5747a3" providerId="LiveId" clId="{33F03114-2625-4F5E-B549-E1F85336BEB9}" dt="2025-04-15T04:38:18.143" v="718" actId="1076"/>
          <ac:spMkLst>
            <pc:docMk/>
            <pc:sldMk cId="2562455753" sldId="478"/>
            <ac:spMk id="17" creationId="{1F003EFD-F291-7758-3E0C-75D03F7337DB}"/>
          </ac:spMkLst>
        </pc:spChg>
        <pc:spChg chg="add mod">
          <ac:chgData name="Shubhendu Kumar Singh" userId="461b01912b5747a3" providerId="LiveId" clId="{33F03114-2625-4F5E-B549-E1F85336BEB9}" dt="2025-04-15T04:38:18.143" v="718" actId="1076"/>
          <ac:spMkLst>
            <pc:docMk/>
            <pc:sldMk cId="2562455753" sldId="478"/>
            <ac:spMk id="18" creationId="{4BDBD82A-C954-1D60-CAE9-F27479332511}"/>
          </ac:spMkLst>
        </pc:spChg>
      </pc:sldChg>
      <pc:sldChg chg="del">
        <pc:chgData name="Shubhendu Kumar Singh" userId="461b01912b5747a3" providerId="LiveId" clId="{33F03114-2625-4F5E-B549-E1F85336BEB9}" dt="2025-04-15T00:29:02.398" v="3" actId="47"/>
        <pc:sldMkLst>
          <pc:docMk/>
          <pc:sldMk cId="651636018" sldId="479"/>
        </pc:sldMkLst>
      </pc:sldChg>
      <pc:sldChg chg="addSp delSp modSp add mod ord">
        <pc:chgData name="Shubhendu Kumar Singh" userId="461b01912b5747a3" providerId="LiveId" clId="{33F03114-2625-4F5E-B549-E1F85336BEB9}" dt="2025-04-15T07:14:25.212" v="1294" actId="14100"/>
        <pc:sldMkLst>
          <pc:docMk/>
          <pc:sldMk cId="2707848037" sldId="479"/>
        </pc:sldMkLst>
        <pc:spChg chg="add mod">
          <ac:chgData name="Shubhendu Kumar Singh" userId="461b01912b5747a3" providerId="LiveId" clId="{33F03114-2625-4F5E-B549-E1F85336BEB9}" dt="2025-04-15T05:28:28.635" v="877"/>
          <ac:spMkLst>
            <pc:docMk/>
            <pc:sldMk cId="2707848037" sldId="479"/>
            <ac:spMk id="2" creationId="{C3503EBB-15A1-64AF-700A-0B7B4D923188}"/>
          </ac:spMkLst>
        </pc:spChg>
        <pc:spChg chg="add mod">
          <ac:chgData name="Shubhendu Kumar Singh" userId="461b01912b5747a3" providerId="LiveId" clId="{33F03114-2625-4F5E-B549-E1F85336BEB9}" dt="2025-04-15T05:28:28.635" v="877"/>
          <ac:spMkLst>
            <pc:docMk/>
            <pc:sldMk cId="2707848037" sldId="479"/>
            <ac:spMk id="3" creationId="{BEE28CD5-2D0E-AC5E-EB4B-1CD9B673DBC5}"/>
          </ac:spMkLst>
        </pc:spChg>
        <pc:spChg chg="add mod">
          <ac:chgData name="Shubhendu Kumar Singh" userId="461b01912b5747a3" providerId="LiveId" clId="{33F03114-2625-4F5E-B549-E1F85336BEB9}" dt="2025-04-15T05:28:28.635" v="877"/>
          <ac:spMkLst>
            <pc:docMk/>
            <pc:sldMk cId="2707848037" sldId="479"/>
            <ac:spMk id="4" creationId="{CBF3E38A-6C69-0BD5-AFB3-FEAC485FD14F}"/>
          </ac:spMkLst>
        </pc:spChg>
        <pc:spChg chg="add mod">
          <ac:chgData name="Shubhendu Kumar Singh" userId="461b01912b5747a3" providerId="LiveId" clId="{33F03114-2625-4F5E-B549-E1F85336BEB9}" dt="2025-04-15T05:28:28.635" v="877"/>
          <ac:spMkLst>
            <pc:docMk/>
            <pc:sldMk cId="2707848037" sldId="479"/>
            <ac:spMk id="5" creationId="{FE92D630-B825-AE23-3F92-BC3AC1BB7EA1}"/>
          </ac:spMkLst>
        </pc:spChg>
        <pc:spChg chg="add mod">
          <ac:chgData name="Shubhendu Kumar Singh" userId="461b01912b5747a3" providerId="LiveId" clId="{33F03114-2625-4F5E-B549-E1F85336BEB9}" dt="2025-04-15T05:28:28.635" v="877"/>
          <ac:spMkLst>
            <pc:docMk/>
            <pc:sldMk cId="2707848037" sldId="479"/>
            <ac:spMk id="6" creationId="{69C8EBD9-2650-C6BF-0D12-70073AB72DAE}"/>
          </ac:spMkLst>
        </pc:spChg>
        <pc:spChg chg="add mod">
          <ac:chgData name="Shubhendu Kumar Singh" userId="461b01912b5747a3" providerId="LiveId" clId="{33F03114-2625-4F5E-B549-E1F85336BEB9}" dt="2025-04-15T05:28:28.635" v="877"/>
          <ac:spMkLst>
            <pc:docMk/>
            <pc:sldMk cId="2707848037" sldId="479"/>
            <ac:spMk id="7" creationId="{CDB9AC06-B3AE-2B74-B409-3304C5B2754F}"/>
          </ac:spMkLst>
        </pc:spChg>
        <pc:spChg chg="add mod">
          <ac:chgData name="Shubhendu Kumar Singh" userId="461b01912b5747a3" providerId="LiveId" clId="{33F03114-2625-4F5E-B549-E1F85336BEB9}" dt="2025-04-15T05:28:28.635" v="877"/>
          <ac:spMkLst>
            <pc:docMk/>
            <pc:sldMk cId="2707848037" sldId="479"/>
            <ac:spMk id="8" creationId="{19E5561E-329A-B8A8-10EE-B5EF67C43A24}"/>
          </ac:spMkLst>
        </pc:spChg>
        <pc:spChg chg="add mod">
          <ac:chgData name="Shubhendu Kumar Singh" userId="461b01912b5747a3" providerId="LiveId" clId="{33F03114-2625-4F5E-B549-E1F85336BEB9}" dt="2025-04-15T05:28:28.635" v="877"/>
          <ac:spMkLst>
            <pc:docMk/>
            <pc:sldMk cId="2707848037" sldId="479"/>
            <ac:spMk id="9" creationId="{3D0CCD5F-78F8-76CF-3DDF-5E198CC2F38F}"/>
          </ac:spMkLst>
        </pc:spChg>
        <pc:spChg chg="add mod">
          <ac:chgData name="Shubhendu Kumar Singh" userId="461b01912b5747a3" providerId="LiveId" clId="{33F03114-2625-4F5E-B549-E1F85336BEB9}" dt="2025-04-15T06:46:23.711" v="1010" actId="14100"/>
          <ac:spMkLst>
            <pc:docMk/>
            <pc:sldMk cId="2707848037" sldId="479"/>
            <ac:spMk id="10" creationId="{B462B0E6-9DFA-8117-6706-1368383D1F60}"/>
          </ac:spMkLst>
        </pc:spChg>
        <pc:spChg chg="add mod">
          <ac:chgData name="Shubhendu Kumar Singh" userId="461b01912b5747a3" providerId="LiveId" clId="{33F03114-2625-4F5E-B549-E1F85336BEB9}" dt="2025-04-15T06:45:48.358" v="999" actId="1076"/>
          <ac:spMkLst>
            <pc:docMk/>
            <pc:sldMk cId="2707848037" sldId="479"/>
            <ac:spMk id="11" creationId="{D2638989-D683-3002-99FB-055CB28853D6}"/>
          </ac:spMkLst>
        </pc:spChg>
        <pc:spChg chg="add mod">
          <ac:chgData name="Shubhendu Kumar Singh" userId="461b01912b5747a3" providerId="LiveId" clId="{33F03114-2625-4F5E-B549-E1F85336BEB9}" dt="2025-04-15T06:45:48.358" v="999" actId="1076"/>
          <ac:spMkLst>
            <pc:docMk/>
            <pc:sldMk cId="2707848037" sldId="479"/>
            <ac:spMk id="12" creationId="{177D8FEC-4D4B-BBC5-C3DD-9F1484ABE326}"/>
          </ac:spMkLst>
        </pc:spChg>
        <pc:spChg chg="add mod">
          <ac:chgData name="Shubhendu Kumar Singh" userId="461b01912b5747a3" providerId="LiveId" clId="{33F03114-2625-4F5E-B549-E1F85336BEB9}" dt="2025-04-15T06:46:05.449" v="1005" actId="20577"/>
          <ac:spMkLst>
            <pc:docMk/>
            <pc:sldMk cId="2707848037" sldId="479"/>
            <ac:spMk id="13" creationId="{F8D4F1DD-4491-9066-EFF3-7672BBA28D38}"/>
          </ac:spMkLst>
        </pc:spChg>
        <pc:spChg chg="add del mod">
          <ac:chgData name="Shubhendu Kumar Singh" userId="461b01912b5747a3" providerId="LiveId" clId="{33F03114-2625-4F5E-B549-E1F85336BEB9}" dt="2025-04-15T06:46:16.020" v="1008" actId="478"/>
          <ac:spMkLst>
            <pc:docMk/>
            <pc:sldMk cId="2707848037" sldId="479"/>
            <ac:spMk id="14" creationId="{CAC095AF-77DC-D685-A5B5-BB4EACFC6736}"/>
          </ac:spMkLst>
        </pc:spChg>
        <pc:spChg chg="add del mod">
          <ac:chgData name="Shubhendu Kumar Singh" userId="461b01912b5747a3" providerId="LiveId" clId="{33F03114-2625-4F5E-B549-E1F85336BEB9}" dt="2025-04-15T06:46:09.625" v="1006" actId="478"/>
          <ac:spMkLst>
            <pc:docMk/>
            <pc:sldMk cId="2707848037" sldId="479"/>
            <ac:spMk id="15" creationId="{D935ED8E-97E5-7ED1-5105-7655C2BAAAFF}"/>
          </ac:spMkLst>
        </pc:spChg>
        <pc:spChg chg="add mod">
          <ac:chgData name="Shubhendu Kumar Singh" userId="461b01912b5747a3" providerId="LiveId" clId="{33F03114-2625-4F5E-B549-E1F85336BEB9}" dt="2025-04-15T06:45:28.960" v="998" actId="1076"/>
          <ac:spMkLst>
            <pc:docMk/>
            <pc:sldMk cId="2707848037" sldId="479"/>
            <ac:spMk id="16" creationId="{C4B612D4-1C3B-104C-39C3-C221F9107BE2}"/>
          </ac:spMkLst>
        </pc:spChg>
        <pc:spChg chg="add del mod">
          <ac:chgData name="Shubhendu Kumar Singh" userId="461b01912b5747a3" providerId="LiveId" clId="{33F03114-2625-4F5E-B549-E1F85336BEB9}" dt="2025-04-15T06:51:29.344" v="1063" actId="478"/>
          <ac:spMkLst>
            <pc:docMk/>
            <pc:sldMk cId="2707848037" sldId="479"/>
            <ac:spMk id="18" creationId="{E8EE5F0B-FC8D-5FF9-479B-AE68D54B899F}"/>
          </ac:spMkLst>
        </pc:spChg>
        <pc:spChg chg="add del mod">
          <ac:chgData name="Shubhendu Kumar Singh" userId="461b01912b5747a3" providerId="LiveId" clId="{33F03114-2625-4F5E-B549-E1F85336BEB9}" dt="2025-04-15T06:51:25.574" v="1062" actId="478"/>
          <ac:spMkLst>
            <pc:docMk/>
            <pc:sldMk cId="2707848037" sldId="479"/>
            <ac:spMk id="19" creationId="{5BD26A21-7F5C-7771-2756-D5E1280C8EF9}"/>
          </ac:spMkLst>
        </pc:spChg>
        <pc:spChg chg="add mod">
          <ac:chgData name="Shubhendu Kumar Singh" userId="461b01912b5747a3" providerId="LiveId" clId="{33F03114-2625-4F5E-B549-E1F85336BEB9}" dt="2025-04-15T06:37:19.730" v="973" actId="1076"/>
          <ac:spMkLst>
            <pc:docMk/>
            <pc:sldMk cId="2707848037" sldId="479"/>
            <ac:spMk id="20" creationId="{09F5E8EA-1CB8-D309-CF83-457E290EBE96}"/>
          </ac:spMkLst>
        </pc:spChg>
        <pc:spChg chg="add del mod">
          <ac:chgData name="Shubhendu Kumar Singh" userId="461b01912b5747a3" providerId="LiveId" clId="{33F03114-2625-4F5E-B549-E1F85336BEB9}" dt="2025-04-15T06:50:55.457" v="1055" actId="478"/>
          <ac:spMkLst>
            <pc:docMk/>
            <pc:sldMk cId="2707848037" sldId="479"/>
            <ac:spMk id="21" creationId="{250D2DDA-96EC-31C0-855B-D5448B575DF9}"/>
          </ac:spMkLst>
        </pc:spChg>
        <pc:spChg chg="add del mod">
          <ac:chgData name="Shubhendu Kumar Singh" userId="461b01912b5747a3" providerId="LiveId" clId="{33F03114-2625-4F5E-B549-E1F85336BEB9}" dt="2025-04-15T06:51:25.574" v="1062" actId="478"/>
          <ac:spMkLst>
            <pc:docMk/>
            <pc:sldMk cId="2707848037" sldId="479"/>
            <ac:spMk id="22" creationId="{3C27B93B-F3FE-7AB4-C8E4-6065DA130DEA}"/>
          </ac:spMkLst>
        </pc:spChg>
        <pc:spChg chg="add mod">
          <ac:chgData name="Shubhendu Kumar Singh" userId="461b01912b5747a3" providerId="LiveId" clId="{33F03114-2625-4F5E-B549-E1F85336BEB9}" dt="2025-04-15T06:44:40.515" v="991" actId="571"/>
          <ac:spMkLst>
            <pc:docMk/>
            <pc:sldMk cId="2707848037" sldId="479"/>
            <ac:spMk id="27" creationId="{B4EC50C5-A0E4-EDFE-756B-5151EFE79E75}"/>
          </ac:spMkLst>
        </pc:spChg>
        <pc:spChg chg="add mod">
          <ac:chgData name="Shubhendu Kumar Singh" userId="461b01912b5747a3" providerId="LiveId" clId="{33F03114-2625-4F5E-B549-E1F85336BEB9}" dt="2025-04-15T06:44:40.515" v="991" actId="571"/>
          <ac:spMkLst>
            <pc:docMk/>
            <pc:sldMk cId="2707848037" sldId="479"/>
            <ac:spMk id="28" creationId="{3F39A193-3519-B476-549A-F9737341A8D7}"/>
          </ac:spMkLst>
        </pc:spChg>
        <pc:spChg chg="add mod">
          <ac:chgData name="Shubhendu Kumar Singh" userId="461b01912b5747a3" providerId="LiveId" clId="{33F03114-2625-4F5E-B549-E1F85336BEB9}" dt="2025-04-15T06:44:40.515" v="991" actId="571"/>
          <ac:spMkLst>
            <pc:docMk/>
            <pc:sldMk cId="2707848037" sldId="479"/>
            <ac:spMk id="29" creationId="{6FA6F3B0-010B-F37A-E993-6E54CF582E22}"/>
          </ac:spMkLst>
        </pc:spChg>
        <pc:spChg chg="add mod">
          <ac:chgData name="Shubhendu Kumar Singh" userId="461b01912b5747a3" providerId="LiveId" clId="{33F03114-2625-4F5E-B549-E1F85336BEB9}" dt="2025-04-15T06:45:20.263" v="996" actId="571"/>
          <ac:spMkLst>
            <pc:docMk/>
            <pc:sldMk cId="2707848037" sldId="479"/>
            <ac:spMk id="30" creationId="{FAB0AF28-8561-035F-7DA4-0E2182D6D1FA}"/>
          </ac:spMkLst>
        </pc:spChg>
        <pc:spChg chg="add mod">
          <ac:chgData name="Shubhendu Kumar Singh" userId="461b01912b5747a3" providerId="LiveId" clId="{33F03114-2625-4F5E-B549-E1F85336BEB9}" dt="2025-04-15T06:45:20.263" v="996" actId="571"/>
          <ac:spMkLst>
            <pc:docMk/>
            <pc:sldMk cId="2707848037" sldId="479"/>
            <ac:spMk id="31" creationId="{E03E2E88-BD90-0F73-AC97-F216D107F31A}"/>
          </ac:spMkLst>
        </pc:spChg>
        <pc:spChg chg="add mod">
          <ac:chgData name="Shubhendu Kumar Singh" userId="461b01912b5747a3" providerId="LiveId" clId="{33F03114-2625-4F5E-B549-E1F85336BEB9}" dt="2025-04-15T06:45:20.263" v="996" actId="571"/>
          <ac:spMkLst>
            <pc:docMk/>
            <pc:sldMk cId="2707848037" sldId="479"/>
            <ac:spMk id="32" creationId="{65F0C68D-4642-9A5B-24FE-9ED9FFD858B7}"/>
          </ac:spMkLst>
        </pc:spChg>
        <pc:spChg chg="add mod">
          <ac:chgData name="Shubhendu Kumar Singh" userId="461b01912b5747a3" providerId="LiveId" clId="{33F03114-2625-4F5E-B549-E1F85336BEB9}" dt="2025-04-15T06:45:20.263" v="996" actId="571"/>
          <ac:spMkLst>
            <pc:docMk/>
            <pc:sldMk cId="2707848037" sldId="479"/>
            <ac:spMk id="33" creationId="{DD4170E6-10CE-8964-65F8-28DF52DBD12A}"/>
          </ac:spMkLst>
        </pc:spChg>
        <pc:spChg chg="add mod">
          <ac:chgData name="Shubhendu Kumar Singh" userId="461b01912b5747a3" providerId="LiveId" clId="{33F03114-2625-4F5E-B549-E1F85336BEB9}" dt="2025-04-15T06:46:20.073" v="1009" actId="571"/>
          <ac:spMkLst>
            <pc:docMk/>
            <pc:sldMk cId="2707848037" sldId="479"/>
            <ac:spMk id="34" creationId="{0B9DEA7E-71C2-5312-284C-DF8F07876371}"/>
          </ac:spMkLst>
        </pc:spChg>
        <pc:spChg chg="add del mod">
          <ac:chgData name="Shubhendu Kumar Singh" userId="461b01912b5747a3" providerId="LiveId" clId="{33F03114-2625-4F5E-B549-E1F85336BEB9}" dt="2025-04-15T06:54:59.384" v="1116" actId="478"/>
          <ac:spMkLst>
            <pc:docMk/>
            <pc:sldMk cId="2707848037" sldId="479"/>
            <ac:spMk id="36" creationId="{EFA551EA-CA9E-33C9-3F6E-55B4231D49E7}"/>
          </ac:spMkLst>
        </pc:spChg>
        <pc:spChg chg="add del mod">
          <ac:chgData name="Shubhendu Kumar Singh" userId="461b01912b5747a3" providerId="LiveId" clId="{33F03114-2625-4F5E-B549-E1F85336BEB9}" dt="2025-04-15T06:54:59.384" v="1116" actId="478"/>
          <ac:spMkLst>
            <pc:docMk/>
            <pc:sldMk cId="2707848037" sldId="479"/>
            <ac:spMk id="37" creationId="{47D2B936-5D52-2CDB-08F4-22A2E1AF0892}"/>
          </ac:spMkLst>
        </pc:spChg>
        <pc:spChg chg="add del mod">
          <ac:chgData name="Shubhendu Kumar Singh" userId="461b01912b5747a3" providerId="LiveId" clId="{33F03114-2625-4F5E-B549-E1F85336BEB9}" dt="2025-04-15T06:54:59.384" v="1116" actId="478"/>
          <ac:spMkLst>
            <pc:docMk/>
            <pc:sldMk cId="2707848037" sldId="479"/>
            <ac:spMk id="38" creationId="{0AF396E6-95EC-99C3-4CC6-FFBF689CE1B2}"/>
          </ac:spMkLst>
        </pc:spChg>
        <pc:spChg chg="add mod">
          <ac:chgData name="Shubhendu Kumar Singh" userId="461b01912b5747a3" providerId="LiveId" clId="{33F03114-2625-4F5E-B549-E1F85336BEB9}" dt="2025-04-15T06:50:18.538" v="1050" actId="571"/>
          <ac:spMkLst>
            <pc:docMk/>
            <pc:sldMk cId="2707848037" sldId="479"/>
            <ac:spMk id="42" creationId="{283DAE4C-C386-CC74-23B5-25C957A8D5D0}"/>
          </ac:spMkLst>
        </pc:spChg>
        <pc:spChg chg="add mod">
          <ac:chgData name="Shubhendu Kumar Singh" userId="461b01912b5747a3" providerId="LiveId" clId="{33F03114-2625-4F5E-B549-E1F85336BEB9}" dt="2025-04-15T06:50:18.538" v="1050" actId="571"/>
          <ac:spMkLst>
            <pc:docMk/>
            <pc:sldMk cId="2707848037" sldId="479"/>
            <ac:spMk id="43" creationId="{56A58382-580D-2A54-E322-D3FA7AE9A2DE}"/>
          </ac:spMkLst>
        </pc:spChg>
        <pc:spChg chg="add mod">
          <ac:chgData name="Shubhendu Kumar Singh" userId="461b01912b5747a3" providerId="LiveId" clId="{33F03114-2625-4F5E-B549-E1F85336BEB9}" dt="2025-04-15T06:50:18.538" v="1050" actId="571"/>
          <ac:spMkLst>
            <pc:docMk/>
            <pc:sldMk cId="2707848037" sldId="479"/>
            <ac:spMk id="44" creationId="{03CFA22E-F44D-1C09-3692-46FD6E475D9A}"/>
          </ac:spMkLst>
        </pc:spChg>
        <pc:spChg chg="add del mod">
          <ac:chgData name="Shubhendu Kumar Singh" userId="461b01912b5747a3" providerId="LiveId" clId="{33F03114-2625-4F5E-B549-E1F85336BEB9}" dt="2025-04-15T07:06:08.179" v="1217" actId="478"/>
          <ac:spMkLst>
            <pc:docMk/>
            <pc:sldMk cId="2707848037" sldId="479"/>
            <ac:spMk id="53" creationId="{A1F6BBB1-E2FC-C432-8E1C-AF38D55045AB}"/>
          </ac:spMkLst>
        </pc:spChg>
        <pc:spChg chg="add del mod">
          <ac:chgData name="Shubhendu Kumar Singh" userId="461b01912b5747a3" providerId="LiveId" clId="{33F03114-2625-4F5E-B549-E1F85336BEB9}" dt="2025-04-15T07:03:01.386" v="1153" actId="478"/>
          <ac:spMkLst>
            <pc:docMk/>
            <pc:sldMk cId="2707848037" sldId="479"/>
            <ac:spMk id="54" creationId="{0C34012F-E445-D4A8-CBCB-8A9DDF75A08C}"/>
          </ac:spMkLst>
        </pc:spChg>
        <pc:spChg chg="add del mod">
          <ac:chgData name="Shubhendu Kumar Singh" userId="461b01912b5747a3" providerId="LiveId" clId="{33F03114-2625-4F5E-B549-E1F85336BEB9}" dt="2025-04-15T07:06:08.179" v="1217" actId="478"/>
          <ac:spMkLst>
            <pc:docMk/>
            <pc:sldMk cId="2707848037" sldId="479"/>
            <ac:spMk id="55" creationId="{7DD52809-43E8-DAE4-FA27-6224BA7B757C}"/>
          </ac:spMkLst>
        </pc:spChg>
        <pc:spChg chg="add del mod">
          <ac:chgData name="Shubhendu Kumar Singh" userId="461b01912b5747a3" providerId="LiveId" clId="{33F03114-2625-4F5E-B549-E1F85336BEB9}" dt="2025-04-15T07:06:08.179" v="1217" actId="478"/>
          <ac:spMkLst>
            <pc:docMk/>
            <pc:sldMk cId="2707848037" sldId="479"/>
            <ac:spMk id="56" creationId="{E2539ED7-758B-941A-FD58-B60A7A72CDF9}"/>
          </ac:spMkLst>
        </pc:spChg>
        <pc:spChg chg="add mod">
          <ac:chgData name="Shubhendu Kumar Singh" userId="461b01912b5747a3" providerId="LiveId" clId="{33F03114-2625-4F5E-B549-E1F85336BEB9}" dt="2025-04-15T07:08:05.816" v="1226" actId="113"/>
          <ac:spMkLst>
            <pc:docMk/>
            <pc:sldMk cId="2707848037" sldId="479"/>
            <ac:spMk id="61" creationId="{C95D3261-DE47-65D3-2DD0-BB020DA5AD25}"/>
          </ac:spMkLst>
        </pc:spChg>
        <pc:spChg chg="add mod">
          <ac:chgData name="Shubhendu Kumar Singh" userId="461b01912b5747a3" providerId="LiveId" clId="{33F03114-2625-4F5E-B549-E1F85336BEB9}" dt="2025-04-15T07:10:02.205" v="1250" actId="1076"/>
          <ac:spMkLst>
            <pc:docMk/>
            <pc:sldMk cId="2707848037" sldId="479"/>
            <ac:spMk id="325" creationId="{E0AE6DCD-3758-46E9-25A6-A3033F3BB211}"/>
          </ac:spMkLst>
        </pc:spChg>
        <pc:spChg chg="add mod">
          <ac:chgData name="Shubhendu Kumar Singh" userId="461b01912b5747a3" providerId="LiveId" clId="{33F03114-2625-4F5E-B549-E1F85336BEB9}" dt="2025-04-15T07:11:22.898" v="1266" actId="1076"/>
          <ac:spMkLst>
            <pc:docMk/>
            <pc:sldMk cId="2707848037" sldId="479"/>
            <ac:spMk id="339" creationId="{F210E4C2-762C-7E34-F1E5-A5A22B0FA50B}"/>
          </ac:spMkLst>
        </pc:spChg>
        <pc:spChg chg="del">
          <ac:chgData name="Shubhendu Kumar Singh" userId="461b01912b5747a3" providerId="LiveId" clId="{33F03114-2625-4F5E-B549-E1F85336BEB9}" dt="2025-04-15T05:27:41.079" v="875" actId="478"/>
          <ac:spMkLst>
            <pc:docMk/>
            <pc:sldMk cId="2707848037" sldId="479"/>
            <ac:spMk id="362" creationId="{8DF5D01A-D578-5D70-D932-DC1AEDC908FF}"/>
          </ac:spMkLst>
        </pc:spChg>
        <pc:spChg chg="del">
          <ac:chgData name="Shubhendu Kumar Singh" userId="461b01912b5747a3" providerId="LiveId" clId="{33F03114-2625-4F5E-B549-E1F85336BEB9}" dt="2025-04-15T05:27:53.730" v="876" actId="478"/>
          <ac:spMkLst>
            <pc:docMk/>
            <pc:sldMk cId="2707848037" sldId="479"/>
            <ac:spMk id="363" creationId="{7508958E-67C4-1483-26F3-6D3EE197EEEC}"/>
          </ac:spMkLst>
        </pc:spChg>
        <pc:spChg chg="del">
          <ac:chgData name="Shubhendu Kumar Singh" userId="461b01912b5747a3" providerId="LiveId" clId="{33F03114-2625-4F5E-B549-E1F85336BEB9}" dt="2025-04-15T05:27:53.730" v="876" actId="478"/>
          <ac:spMkLst>
            <pc:docMk/>
            <pc:sldMk cId="2707848037" sldId="479"/>
            <ac:spMk id="364" creationId="{7C2D9957-7C4E-7513-4269-8E64683F5350}"/>
          </ac:spMkLst>
        </pc:spChg>
        <pc:spChg chg="del">
          <ac:chgData name="Shubhendu Kumar Singh" userId="461b01912b5747a3" providerId="LiveId" clId="{33F03114-2625-4F5E-B549-E1F85336BEB9}" dt="2025-04-15T05:27:53.730" v="876" actId="478"/>
          <ac:spMkLst>
            <pc:docMk/>
            <pc:sldMk cId="2707848037" sldId="479"/>
            <ac:spMk id="365" creationId="{3AF42084-F8B4-7450-9B3B-440BEC59B023}"/>
          </ac:spMkLst>
        </pc:spChg>
        <pc:spChg chg="del">
          <ac:chgData name="Shubhendu Kumar Singh" userId="461b01912b5747a3" providerId="LiveId" clId="{33F03114-2625-4F5E-B549-E1F85336BEB9}" dt="2025-04-15T05:27:53.730" v="876" actId="478"/>
          <ac:spMkLst>
            <pc:docMk/>
            <pc:sldMk cId="2707848037" sldId="479"/>
            <ac:spMk id="366" creationId="{AC90B900-4C2F-5B1E-31E1-D06576083206}"/>
          </ac:spMkLst>
        </pc:spChg>
        <pc:spChg chg="del">
          <ac:chgData name="Shubhendu Kumar Singh" userId="461b01912b5747a3" providerId="LiveId" clId="{33F03114-2625-4F5E-B549-E1F85336BEB9}" dt="2025-04-15T05:27:53.730" v="876" actId="478"/>
          <ac:spMkLst>
            <pc:docMk/>
            <pc:sldMk cId="2707848037" sldId="479"/>
            <ac:spMk id="367" creationId="{82B3A462-EDE4-BB68-DF72-BAE5A33F0ED6}"/>
          </ac:spMkLst>
        </pc:spChg>
        <pc:spChg chg="mod">
          <ac:chgData name="Shubhendu Kumar Singh" userId="461b01912b5747a3" providerId="LiveId" clId="{33F03114-2625-4F5E-B549-E1F85336BEB9}" dt="2025-04-15T06:37:19.730" v="973" actId="1076"/>
          <ac:spMkLst>
            <pc:docMk/>
            <pc:sldMk cId="2707848037" sldId="479"/>
            <ac:spMk id="368" creationId="{0B789D83-72C7-50FA-75B0-D71D7E7AB099}"/>
          </ac:spMkLst>
        </pc:spChg>
        <pc:spChg chg="del mod">
          <ac:chgData name="Shubhendu Kumar Singh" userId="461b01912b5747a3" providerId="LiveId" clId="{33F03114-2625-4F5E-B549-E1F85336BEB9}" dt="2025-04-15T06:33:36.510" v="888" actId="478"/>
          <ac:spMkLst>
            <pc:docMk/>
            <pc:sldMk cId="2707848037" sldId="479"/>
            <ac:spMk id="369" creationId="{DC2C34C5-422A-FFA9-C944-F64901112AF6}"/>
          </ac:spMkLst>
        </pc:spChg>
        <pc:spChg chg="del">
          <ac:chgData name="Shubhendu Kumar Singh" userId="461b01912b5747a3" providerId="LiveId" clId="{33F03114-2625-4F5E-B549-E1F85336BEB9}" dt="2025-04-15T06:33:36.510" v="888" actId="478"/>
          <ac:spMkLst>
            <pc:docMk/>
            <pc:sldMk cId="2707848037" sldId="479"/>
            <ac:spMk id="370" creationId="{5256D164-20D0-C780-A307-4CA9D5612FD9}"/>
          </ac:spMkLst>
        </pc:spChg>
        <pc:spChg chg="del">
          <ac:chgData name="Shubhendu Kumar Singh" userId="461b01912b5747a3" providerId="LiveId" clId="{33F03114-2625-4F5E-B549-E1F85336BEB9}" dt="2025-04-15T06:33:36.510" v="888" actId="478"/>
          <ac:spMkLst>
            <pc:docMk/>
            <pc:sldMk cId="2707848037" sldId="479"/>
            <ac:spMk id="371" creationId="{05EB09F6-4A1A-FBB4-A335-39AB3899EDD4}"/>
          </ac:spMkLst>
        </pc:spChg>
        <pc:spChg chg="del mod">
          <ac:chgData name="Shubhendu Kumar Singh" userId="461b01912b5747a3" providerId="LiveId" clId="{33F03114-2625-4F5E-B549-E1F85336BEB9}" dt="2025-04-15T06:50:59.365" v="1056" actId="478"/>
          <ac:spMkLst>
            <pc:docMk/>
            <pc:sldMk cId="2707848037" sldId="479"/>
            <ac:spMk id="372" creationId="{4FF128DC-0CE8-55AD-16DB-18A0FC9927FB}"/>
          </ac:spMkLst>
        </pc:spChg>
        <pc:spChg chg="del">
          <ac:chgData name="Shubhendu Kumar Singh" userId="461b01912b5747a3" providerId="LiveId" clId="{33F03114-2625-4F5E-B549-E1F85336BEB9}" dt="2025-04-15T06:33:36.510" v="888" actId="478"/>
          <ac:spMkLst>
            <pc:docMk/>
            <pc:sldMk cId="2707848037" sldId="479"/>
            <ac:spMk id="373" creationId="{3B5BC9A2-B0AB-4AD0-5100-091657DB7E5C}"/>
          </ac:spMkLst>
        </pc:spChg>
        <pc:spChg chg="mod">
          <ac:chgData name="Shubhendu Kumar Singh" userId="461b01912b5747a3" providerId="LiveId" clId="{33F03114-2625-4F5E-B549-E1F85336BEB9}" dt="2025-04-15T07:14:03.698" v="1291" actId="20577"/>
          <ac:spMkLst>
            <pc:docMk/>
            <pc:sldMk cId="2707848037" sldId="479"/>
            <ac:spMk id="374" creationId="{F8DE1141-806D-EE18-0A60-381EAD8EBB61}"/>
          </ac:spMkLst>
        </pc:spChg>
        <pc:spChg chg="del">
          <ac:chgData name="Shubhendu Kumar Singh" userId="461b01912b5747a3" providerId="LiveId" clId="{33F03114-2625-4F5E-B549-E1F85336BEB9}" dt="2025-04-15T05:27:41.079" v="875" actId="478"/>
          <ac:spMkLst>
            <pc:docMk/>
            <pc:sldMk cId="2707848037" sldId="479"/>
            <ac:spMk id="375" creationId="{D5C0585A-89BE-186D-9B07-9557FA28A781}"/>
          </ac:spMkLst>
        </pc:spChg>
        <pc:spChg chg="mod">
          <ac:chgData name="Shubhendu Kumar Singh" userId="461b01912b5747a3" providerId="LiveId" clId="{33F03114-2625-4F5E-B549-E1F85336BEB9}" dt="2025-04-15T06:37:25.041" v="974" actId="1076"/>
          <ac:spMkLst>
            <pc:docMk/>
            <pc:sldMk cId="2707848037" sldId="479"/>
            <ac:spMk id="376" creationId="{EA3AE5D5-2235-82C2-CED2-85139DD3A7F8}"/>
          </ac:spMkLst>
        </pc:spChg>
        <pc:spChg chg="del mod">
          <ac:chgData name="Shubhendu Kumar Singh" userId="461b01912b5747a3" providerId="LiveId" clId="{33F03114-2625-4F5E-B549-E1F85336BEB9}" dt="2025-04-15T06:50:55.457" v="1055" actId="478"/>
          <ac:spMkLst>
            <pc:docMk/>
            <pc:sldMk cId="2707848037" sldId="479"/>
            <ac:spMk id="377" creationId="{52FA0B1D-7644-9D98-159E-2077CFCC2356}"/>
          </ac:spMkLst>
        </pc:spChg>
        <pc:spChg chg="mod">
          <ac:chgData name="Shubhendu Kumar Singh" userId="461b01912b5747a3" providerId="LiveId" clId="{33F03114-2625-4F5E-B549-E1F85336BEB9}" dt="2025-04-15T06:47:51.145" v="1019" actId="1076"/>
          <ac:spMkLst>
            <pc:docMk/>
            <pc:sldMk cId="2707848037" sldId="479"/>
            <ac:spMk id="382" creationId="{A486EC13-E1EE-E62F-01FC-24A4DDAE807E}"/>
          </ac:spMkLst>
        </pc:spChg>
        <pc:spChg chg="mod">
          <ac:chgData name="Shubhendu Kumar Singh" userId="461b01912b5747a3" providerId="LiveId" clId="{33F03114-2625-4F5E-B549-E1F85336BEB9}" dt="2025-04-15T07:13:36.203" v="1283" actId="14100"/>
          <ac:spMkLst>
            <pc:docMk/>
            <pc:sldMk cId="2707848037" sldId="479"/>
            <ac:spMk id="383" creationId="{5BF52873-6585-9809-F1BD-27333770D6E0}"/>
          </ac:spMkLst>
        </pc:spChg>
        <pc:picChg chg="add del mod">
          <ac:chgData name="Shubhendu Kumar Singh" userId="461b01912b5747a3" providerId="LiveId" clId="{33F03114-2625-4F5E-B549-E1F85336BEB9}" dt="2025-04-15T06:51:25.574" v="1062" actId="478"/>
          <ac:picMkLst>
            <pc:docMk/>
            <pc:sldMk cId="2707848037" sldId="479"/>
            <ac:picMk id="17" creationId="{96DB40CA-4390-E85F-FD5A-35E7BF1E1C57}"/>
          </ac:picMkLst>
        </pc:picChg>
        <pc:picChg chg="add mod">
          <ac:chgData name="Shubhendu Kumar Singh" userId="461b01912b5747a3" providerId="LiveId" clId="{33F03114-2625-4F5E-B549-E1F85336BEB9}" dt="2025-04-15T06:44:40.515" v="991" actId="571"/>
          <ac:picMkLst>
            <pc:docMk/>
            <pc:sldMk cId="2707848037" sldId="479"/>
            <ac:picMk id="26" creationId="{DBF90D11-72C9-0AF2-661A-DAA2D8FD9DDE}"/>
          </ac:picMkLst>
        </pc:picChg>
        <pc:picChg chg="add del mod">
          <ac:chgData name="Shubhendu Kumar Singh" userId="461b01912b5747a3" providerId="LiveId" clId="{33F03114-2625-4F5E-B549-E1F85336BEB9}" dt="2025-04-15T06:54:59.384" v="1116" actId="478"/>
          <ac:picMkLst>
            <pc:docMk/>
            <pc:sldMk cId="2707848037" sldId="479"/>
            <ac:picMk id="35" creationId="{F565F9B5-6648-5568-9E86-A52AE8BEDBAE}"/>
          </ac:picMkLst>
        </pc:picChg>
        <pc:picChg chg="add mod">
          <ac:chgData name="Shubhendu Kumar Singh" userId="461b01912b5747a3" providerId="LiveId" clId="{33F03114-2625-4F5E-B549-E1F85336BEB9}" dt="2025-04-15T06:50:18.538" v="1050" actId="571"/>
          <ac:picMkLst>
            <pc:docMk/>
            <pc:sldMk cId="2707848037" sldId="479"/>
            <ac:picMk id="41" creationId="{E0076916-7145-8066-8193-C252EEA515FC}"/>
          </ac:picMkLst>
        </pc:picChg>
        <pc:picChg chg="add del mod">
          <ac:chgData name="Shubhendu Kumar Singh" userId="461b01912b5747a3" providerId="LiveId" clId="{33F03114-2625-4F5E-B549-E1F85336BEB9}" dt="2025-04-15T07:02:57.833" v="1152" actId="478"/>
          <ac:picMkLst>
            <pc:docMk/>
            <pc:sldMk cId="2707848037" sldId="479"/>
            <ac:picMk id="45" creationId="{72F9E0E7-2CF6-DAB9-A3DA-D94F426C5362}"/>
          </ac:picMkLst>
        </pc:picChg>
        <pc:picChg chg="add del mod">
          <ac:chgData name="Shubhendu Kumar Singh" userId="461b01912b5747a3" providerId="LiveId" clId="{33F03114-2625-4F5E-B549-E1F85336BEB9}" dt="2025-04-15T07:02:57.833" v="1152" actId="478"/>
          <ac:picMkLst>
            <pc:docMk/>
            <pc:sldMk cId="2707848037" sldId="479"/>
            <ac:picMk id="46" creationId="{5A1660B0-5EC9-9030-79CE-6CBE6C6162DA}"/>
          </ac:picMkLst>
        </pc:picChg>
        <pc:picChg chg="add del mod">
          <ac:chgData name="Shubhendu Kumar Singh" userId="461b01912b5747a3" providerId="LiveId" clId="{33F03114-2625-4F5E-B549-E1F85336BEB9}" dt="2025-04-15T06:53:59.509" v="1101" actId="478"/>
          <ac:picMkLst>
            <pc:docMk/>
            <pc:sldMk cId="2707848037" sldId="479"/>
            <ac:picMk id="47" creationId="{1D5E0106-200A-ADFD-C355-485EB9ADAC17}"/>
          </ac:picMkLst>
        </pc:picChg>
        <pc:picChg chg="add mod">
          <ac:chgData name="Shubhendu Kumar Singh" userId="461b01912b5747a3" providerId="LiveId" clId="{33F03114-2625-4F5E-B549-E1F85336BEB9}" dt="2025-04-15T06:53:49.510" v="1096" actId="1076"/>
          <ac:picMkLst>
            <pc:docMk/>
            <pc:sldMk cId="2707848037" sldId="479"/>
            <ac:picMk id="48" creationId="{6E4A08D3-94A8-B214-684A-6DBE14E979F9}"/>
          </ac:picMkLst>
        </pc:picChg>
        <pc:picChg chg="add del mod">
          <ac:chgData name="Shubhendu Kumar Singh" userId="461b01912b5747a3" providerId="LiveId" clId="{33F03114-2625-4F5E-B549-E1F85336BEB9}" dt="2025-04-15T07:02:57.833" v="1152" actId="478"/>
          <ac:picMkLst>
            <pc:docMk/>
            <pc:sldMk cId="2707848037" sldId="479"/>
            <ac:picMk id="49" creationId="{3F13A73D-C66B-E93B-BD63-156B8F0DDC25}"/>
          </ac:picMkLst>
        </pc:picChg>
        <pc:picChg chg="add del mod">
          <ac:chgData name="Shubhendu Kumar Singh" userId="461b01912b5747a3" providerId="LiveId" clId="{33F03114-2625-4F5E-B549-E1F85336BEB9}" dt="2025-04-15T06:54:32.814" v="1109" actId="478"/>
          <ac:picMkLst>
            <pc:docMk/>
            <pc:sldMk cId="2707848037" sldId="479"/>
            <ac:picMk id="50" creationId="{AFAC8BF7-2201-2E86-1DD1-E6E535BADAC2}"/>
          </ac:picMkLst>
        </pc:picChg>
        <pc:picChg chg="add del mod">
          <ac:chgData name="Shubhendu Kumar Singh" userId="461b01912b5747a3" providerId="LiveId" clId="{33F03114-2625-4F5E-B549-E1F85336BEB9}" dt="2025-04-15T07:02:57.833" v="1152" actId="478"/>
          <ac:picMkLst>
            <pc:docMk/>
            <pc:sldMk cId="2707848037" sldId="479"/>
            <ac:picMk id="51" creationId="{E3D300C0-002C-DEAC-5A6D-E9DE5A10A0F2}"/>
          </ac:picMkLst>
        </pc:picChg>
        <pc:picChg chg="add del mod">
          <ac:chgData name="Shubhendu Kumar Singh" userId="461b01912b5747a3" providerId="LiveId" clId="{33F03114-2625-4F5E-B549-E1F85336BEB9}" dt="2025-04-15T07:06:08.179" v="1217" actId="478"/>
          <ac:picMkLst>
            <pc:docMk/>
            <pc:sldMk cId="2707848037" sldId="479"/>
            <ac:picMk id="52" creationId="{5C5371B2-9672-A01D-E53E-F0E4E434E427}"/>
          </ac:picMkLst>
        </pc:picChg>
        <pc:picChg chg="add mod">
          <ac:chgData name="Shubhendu Kumar Singh" userId="461b01912b5747a3" providerId="LiveId" clId="{33F03114-2625-4F5E-B549-E1F85336BEB9}" dt="2025-04-15T07:03:52.735" v="1168" actId="1076"/>
          <ac:picMkLst>
            <pc:docMk/>
            <pc:sldMk cId="2707848037" sldId="479"/>
            <ac:picMk id="57" creationId="{FF45D4E3-3A22-3232-686E-E1413765CC52}"/>
          </ac:picMkLst>
        </pc:picChg>
        <pc:picChg chg="add mod">
          <ac:chgData name="Shubhendu Kumar Singh" userId="461b01912b5747a3" providerId="LiveId" clId="{33F03114-2625-4F5E-B549-E1F85336BEB9}" dt="2025-04-15T07:04:11.073" v="1174" actId="1076"/>
          <ac:picMkLst>
            <pc:docMk/>
            <pc:sldMk cId="2707848037" sldId="479"/>
            <ac:picMk id="58" creationId="{11954911-3154-10DB-ECDE-4DD6B0A6B959}"/>
          </ac:picMkLst>
        </pc:picChg>
        <pc:picChg chg="add mod">
          <ac:chgData name="Shubhendu Kumar Singh" userId="461b01912b5747a3" providerId="LiveId" clId="{33F03114-2625-4F5E-B549-E1F85336BEB9}" dt="2025-04-15T07:05:03.178" v="1203" actId="1076"/>
          <ac:picMkLst>
            <pc:docMk/>
            <pc:sldMk cId="2707848037" sldId="479"/>
            <ac:picMk id="59" creationId="{104CB724-AB67-222E-F30C-A7693193AF3D}"/>
          </ac:picMkLst>
        </pc:picChg>
        <pc:picChg chg="add mod">
          <ac:chgData name="Shubhendu Kumar Singh" userId="461b01912b5747a3" providerId="LiveId" clId="{33F03114-2625-4F5E-B549-E1F85336BEB9}" dt="2025-04-15T07:05:48.438" v="1215" actId="14100"/>
          <ac:picMkLst>
            <pc:docMk/>
            <pc:sldMk cId="2707848037" sldId="479"/>
            <ac:picMk id="60" creationId="{D18492F2-73C3-E804-6D1F-06282D528A3D}"/>
          </ac:picMkLst>
        </pc:picChg>
        <pc:picChg chg="del mod">
          <ac:chgData name="Shubhendu Kumar Singh" userId="461b01912b5747a3" providerId="LiveId" clId="{33F03114-2625-4F5E-B549-E1F85336BEB9}" dt="2025-04-15T06:50:55.457" v="1055" actId="478"/>
          <ac:picMkLst>
            <pc:docMk/>
            <pc:sldMk cId="2707848037" sldId="479"/>
            <ac:picMk id="360" creationId="{D5D9834E-0948-E906-6410-82B769E89631}"/>
          </ac:picMkLst>
        </pc:picChg>
        <pc:picChg chg="mod">
          <ac:chgData name="Shubhendu Kumar Singh" userId="461b01912b5747a3" providerId="LiveId" clId="{33F03114-2625-4F5E-B549-E1F85336BEB9}" dt="2025-04-15T06:37:19.730" v="973" actId="1076"/>
          <ac:picMkLst>
            <pc:docMk/>
            <pc:sldMk cId="2707848037" sldId="479"/>
            <ac:picMk id="361" creationId="{376FBA7E-52A2-54A8-53DD-57CD8F84AF3C}"/>
          </ac:picMkLst>
        </pc:picChg>
        <pc:cxnChg chg="add mod">
          <ac:chgData name="Shubhendu Kumar Singh" userId="461b01912b5747a3" providerId="LiveId" clId="{33F03114-2625-4F5E-B549-E1F85336BEB9}" dt="2025-04-15T07:14:03.698" v="1291" actId="20577"/>
          <ac:cxnSpMkLst>
            <pc:docMk/>
            <pc:sldMk cId="2707848037" sldId="479"/>
            <ac:cxnSpMk id="23" creationId="{8C00754B-7812-DC08-00EE-6477CCDD6F53}"/>
          </ac:cxnSpMkLst>
        </pc:cxnChg>
        <pc:cxnChg chg="add mod">
          <ac:chgData name="Shubhendu Kumar Singh" userId="461b01912b5747a3" providerId="LiveId" clId="{33F03114-2625-4F5E-B549-E1F85336BEB9}" dt="2025-04-15T07:09:01.347" v="1234" actId="14100"/>
          <ac:cxnSpMkLst>
            <pc:docMk/>
            <pc:sldMk cId="2707848037" sldId="479"/>
            <ac:cxnSpMk id="62" creationId="{CCF55181-C2FB-BD32-8D94-0E349ADE56C2}"/>
          </ac:cxnSpMkLst>
        </pc:cxnChg>
        <pc:cxnChg chg="add mod">
          <ac:chgData name="Shubhendu Kumar Singh" userId="461b01912b5747a3" providerId="LiveId" clId="{33F03114-2625-4F5E-B549-E1F85336BEB9}" dt="2025-04-15T07:14:25.212" v="1294" actId="14100"/>
          <ac:cxnSpMkLst>
            <pc:docMk/>
            <pc:sldMk cId="2707848037" sldId="479"/>
            <ac:cxnSpMk id="320" creationId="{D625CE44-44C2-EDDF-4260-B49304FF3F91}"/>
          </ac:cxnSpMkLst>
        </pc:cxnChg>
        <pc:cxnChg chg="add mod">
          <ac:chgData name="Shubhendu Kumar Singh" userId="461b01912b5747a3" providerId="LiveId" clId="{33F03114-2625-4F5E-B549-E1F85336BEB9}" dt="2025-04-15T07:10:13.055" v="1253" actId="14100"/>
          <ac:cxnSpMkLst>
            <pc:docMk/>
            <pc:sldMk cId="2707848037" sldId="479"/>
            <ac:cxnSpMk id="326" creationId="{F8CAE6D7-CA59-61AD-DD93-BB496F9DA2E4}"/>
          </ac:cxnSpMkLst>
        </pc:cxnChg>
        <pc:cxnChg chg="add mod">
          <ac:chgData name="Shubhendu Kumar Singh" userId="461b01912b5747a3" providerId="LiveId" clId="{33F03114-2625-4F5E-B549-E1F85336BEB9}" dt="2025-04-15T07:11:02.623" v="1264" actId="14100"/>
          <ac:cxnSpMkLst>
            <pc:docMk/>
            <pc:sldMk cId="2707848037" sldId="479"/>
            <ac:cxnSpMk id="329" creationId="{1ABC5A9E-B320-356E-9979-E6F7601F3BA2}"/>
          </ac:cxnSpMkLst>
        </pc:cxnChg>
        <pc:cxnChg chg="add mod">
          <ac:chgData name="Shubhendu Kumar Singh" userId="461b01912b5747a3" providerId="LiveId" clId="{33F03114-2625-4F5E-B549-E1F85336BEB9}" dt="2025-04-15T07:10:47.703" v="1262" actId="14100"/>
          <ac:cxnSpMkLst>
            <pc:docMk/>
            <pc:sldMk cId="2707848037" sldId="479"/>
            <ac:cxnSpMk id="334" creationId="{0750CC03-C71B-BCCE-95FC-4AD29FBF0843}"/>
          </ac:cxnSpMkLst>
        </pc:cxnChg>
        <pc:cxnChg chg="del mod">
          <ac:chgData name="Shubhendu Kumar Singh" userId="461b01912b5747a3" providerId="LiveId" clId="{33F03114-2625-4F5E-B549-E1F85336BEB9}" dt="2025-04-15T06:33:36.510" v="888" actId="478"/>
          <ac:cxnSpMkLst>
            <pc:docMk/>
            <pc:sldMk cId="2707848037" sldId="479"/>
            <ac:cxnSpMk id="379" creationId="{D84C0165-752D-784B-BBAB-EDC1519DDF15}"/>
          </ac:cxnSpMkLst>
        </pc:cxnChg>
      </pc:sldChg>
      <pc:sldChg chg="add del">
        <pc:chgData name="Shubhendu Kumar Singh" userId="461b01912b5747a3" providerId="LiveId" clId="{33F03114-2625-4F5E-B549-E1F85336BEB9}" dt="2025-04-15T07:12:21.289" v="1267" actId="47"/>
        <pc:sldMkLst>
          <pc:docMk/>
          <pc:sldMk cId="539770075" sldId="480"/>
        </pc:sldMkLst>
      </pc:sldChg>
      <pc:sldChg chg="del">
        <pc:chgData name="Shubhendu Kumar Singh" userId="461b01912b5747a3" providerId="LiveId" clId="{33F03114-2625-4F5E-B549-E1F85336BEB9}" dt="2025-04-15T00:29:02.398" v="3" actId="47"/>
        <pc:sldMkLst>
          <pc:docMk/>
          <pc:sldMk cId="662154574" sldId="480"/>
        </pc:sldMkLst>
      </pc:sldChg>
      <pc:sldChg chg="del">
        <pc:chgData name="Shubhendu Kumar Singh" userId="461b01912b5747a3" providerId="LiveId" clId="{33F03114-2625-4F5E-B549-E1F85336BEB9}" dt="2025-04-15T00:29:02.398" v="3" actId="47"/>
        <pc:sldMkLst>
          <pc:docMk/>
          <pc:sldMk cId="1333068890" sldId="481"/>
        </pc:sldMkLst>
      </pc:sldChg>
      <pc:sldChg chg="del">
        <pc:chgData name="Shubhendu Kumar Singh" userId="461b01912b5747a3" providerId="LiveId" clId="{33F03114-2625-4F5E-B549-E1F85336BEB9}" dt="2025-04-15T00:29:02.398" v="3" actId="47"/>
        <pc:sldMkLst>
          <pc:docMk/>
          <pc:sldMk cId="770894705" sldId="482"/>
        </pc:sldMkLst>
      </pc:sldChg>
      <pc:sldChg chg="del">
        <pc:chgData name="Shubhendu Kumar Singh" userId="461b01912b5747a3" providerId="LiveId" clId="{33F03114-2625-4F5E-B549-E1F85336BEB9}" dt="2025-04-15T00:29:02.398" v="3" actId="47"/>
        <pc:sldMkLst>
          <pc:docMk/>
          <pc:sldMk cId="1190723556" sldId="483"/>
        </pc:sldMkLst>
      </pc:sldChg>
      <pc:sldChg chg="del">
        <pc:chgData name="Shubhendu Kumar Singh" userId="461b01912b5747a3" providerId="LiveId" clId="{33F03114-2625-4F5E-B549-E1F85336BEB9}" dt="2025-04-15T00:29:02.398" v="3" actId="47"/>
        <pc:sldMkLst>
          <pc:docMk/>
          <pc:sldMk cId="2741357865" sldId="484"/>
        </pc:sldMkLst>
      </pc:sldChg>
      <pc:sldChg chg="del">
        <pc:chgData name="Shubhendu Kumar Singh" userId="461b01912b5747a3" providerId="LiveId" clId="{33F03114-2625-4F5E-B549-E1F85336BEB9}" dt="2025-04-15T00:29:02.398" v="3" actId="47"/>
        <pc:sldMkLst>
          <pc:docMk/>
          <pc:sldMk cId="1973616441" sldId="485"/>
        </pc:sldMkLst>
      </pc:sldChg>
      <pc:sldChg chg="del">
        <pc:chgData name="Shubhendu Kumar Singh" userId="461b01912b5747a3" providerId="LiveId" clId="{33F03114-2625-4F5E-B549-E1F85336BEB9}" dt="2025-04-15T00:29:02.398" v="3" actId="47"/>
        <pc:sldMkLst>
          <pc:docMk/>
          <pc:sldMk cId="3724649546" sldId="486"/>
        </pc:sldMkLst>
      </pc:sldChg>
      <pc:sldChg chg="del">
        <pc:chgData name="Shubhendu Kumar Singh" userId="461b01912b5747a3" providerId="LiveId" clId="{33F03114-2625-4F5E-B549-E1F85336BEB9}" dt="2025-04-15T00:29:02.398" v="3" actId="47"/>
        <pc:sldMkLst>
          <pc:docMk/>
          <pc:sldMk cId="2407164125" sldId="487"/>
        </pc:sldMkLst>
      </pc:sldChg>
      <pc:sldChg chg="del">
        <pc:chgData name="Shubhendu Kumar Singh" userId="461b01912b5747a3" providerId="LiveId" clId="{33F03114-2625-4F5E-B549-E1F85336BEB9}" dt="2025-04-15T00:29:02.398" v="3" actId="47"/>
        <pc:sldMkLst>
          <pc:docMk/>
          <pc:sldMk cId="905870507" sldId="488"/>
        </pc:sldMkLst>
      </pc:sldChg>
      <pc:sldChg chg="del">
        <pc:chgData name="Shubhendu Kumar Singh" userId="461b01912b5747a3" providerId="LiveId" clId="{33F03114-2625-4F5E-B549-E1F85336BEB9}" dt="2025-04-15T00:29:02.398" v="3" actId="47"/>
        <pc:sldMkLst>
          <pc:docMk/>
          <pc:sldMk cId="960601251" sldId="489"/>
        </pc:sldMkLst>
      </pc:sldChg>
      <pc:sldChg chg="del">
        <pc:chgData name="Shubhendu Kumar Singh" userId="461b01912b5747a3" providerId="LiveId" clId="{33F03114-2625-4F5E-B549-E1F85336BEB9}" dt="2025-04-15T00:29:02.398" v="3" actId="47"/>
        <pc:sldMkLst>
          <pc:docMk/>
          <pc:sldMk cId="337668144" sldId="490"/>
        </pc:sldMkLst>
      </pc:sldChg>
      <pc:sldChg chg="del">
        <pc:chgData name="Shubhendu Kumar Singh" userId="461b01912b5747a3" providerId="LiveId" clId="{33F03114-2625-4F5E-B549-E1F85336BEB9}" dt="2025-04-15T00:29:02.398" v="3" actId="47"/>
        <pc:sldMkLst>
          <pc:docMk/>
          <pc:sldMk cId="2596275230" sldId="491"/>
        </pc:sldMkLst>
      </pc:sldChg>
      <pc:sldChg chg="del">
        <pc:chgData name="Shubhendu Kumar Singh" userId="461b01912b5747a3" providerId="LiveId" clId="{33F03114-2625-4F5E-B549-E1F85336BEB9}" dt="2025-04-15T00:29:02.398" v="3" actId="47"/>
        <pc:sldMkLst>
          <pc:docMk/>
          <pc:sldMk cId="4177591811" sldId="492"/>
        </pc:sldMkLst>
      </pc:sldChg>
      <pc:sldChg chg="del">
        <pc:chgData name="Shubhendu Kumar Singh" userId="461b01912b5747a3" providerId="LiveId" clId="{33F03114-2625-4F5E-B549-E1F85336BEB9}" dt="2025-04-15T00:29:02.398" v="3" actId="47"/>
        <pc:sldMkLst>
          <pc:docMk/>
          <pc:sldMk cId="132447576" sldId="493"/>
        </pc:sldMkLst>
      </pc:sldChg>
      <pc:sldChg chg="del">
        <pc:chgData name="Shubhendu Kumar Singh" userId="461b01912b5747a3" providerId="LiveId" clId="{33F03114-2625-4F5E-B549-E1F85336BEB9}" dt="2025-04-15T00:29:02.398" v="3" actId="47"/>
        <pc:sldMkLst>
          <pc:docMk/>
          <pc:sldMk cId="4189656730" sldId="494"/>
        </pc:sldMkLst>
      </pc:sldChg>
      <pc:sldChg chg="del">
        <pc:chgData name="Shubhendu Kumar Singh" userId="461b01912b5747a3" providerId="LiveId" clId="{33F03114-2625-4F5E-B549-E1F85336BEB9}" dt="2025-04-15T00:29:02.398" v="3" actId="47"/>
        <pc:sldMkLst>
          <pc:docMk/>
          <pc:sldMk cId="2446986940" sldId="495"/>
        </pc:sldMkLst>
      </pc:sldChg>
      <pc:sldChg chg="del">
        <pc:chgData name="Shubhendu Kumar Singh" userId="461b01912b5747a3" providerId="LiveId" clId="{33F03114-2625-4F5E-B549-E1F85336BEB9}" dt="2025-04-15T00:29:02.398" v="3" actId="47"/>
        <pc:sldMkLst>
          <pc:docMk/>
          <pc:sldMk cId="2758232143" sldId="496"/>
        </pc:sldMkLst>
      </pc:sldChg>
      <pc:sldChg chg="del">
        <pc:chgData name="Shubhendu Kumar Singh" userId="461b01912b5747a3" providerId="LiveId" clId="{33F03114-2625-4F5E-B549-E1F85336BEB9}" dt="2025-04-15T00:29:02.398" v="3" actId="47"/>
        <pc:sldMkLst>
          <pc:docMk/>
          <pc:sldMk cId="4183076438" sldId="497"/>
        </pc:sldMkLst>
      </pc:sldChg>
      <pc:sldChg chg="del">
        <pc:chgData name="Shubhendu Kumar Singh" userId="461b01912b5747a3" providerId="LiveId" clId="{33F03114-2625-4F5E-B549-E1F85336BEB9}" dt="2025-04-15T00:29:02.398" v="3" actId="47"/>
        <pc:sldMkLst>
          <pc:docMk/>
          <pc:sldMk cId="1174174292" sldId="498"/>
        </pc:sldMkLst>
      </pc:sldChg>
      <pc:sldChg chg="del">
        <pc:chgData name="Shubhendu Kumar Singh" userId="461b01912b5747a3" providerId="LiveId" clId="{33F03114-2625-4F5E-B549-E1F85336BEB9}" dt="2025-04-15T00:29:02.398" v="3" actId="47"/>
        <pc:sldMkLst>
          <pc:docMk/>
          <pc:sldMk cId="129257836" sldId="499"/>
        </pc:sldMkLst>
      </pc:sldChg>
      <pc:sldChg chg="del">
        <pc:chgData name="Shubhendu Kumar Singh" userId="461b01912b5747a3" providerId="LiveId" clId="{33F03114-2625-4F5E-B549-E1F85336BEB9}" dt="2025-04-15T00:29:02.398" v="3" actId="47"/>
        <pc:sldMkLst>
          <pc:docMk/>
          <pc:sldMk cId="3766261312" sldId="500"/>
        </pc:sldMkLst>
      </pc:sldChg>
      <pc:sldChg chg="del">
        <pc:chgData name="Shubhendu Kumar Singh" userId="461b01912b5747a3" providerId="LiveId" clId="{33F03114-2625-4F5E-B549-E1F85336BEB9}" dt="2025-04-15T00:29:02.398" v="3" actId="47"/>
        <pc:sldMkLst>
          <pc:docMk/>
          <pc:sldMk cId="2750098351" sldId="502"/>
        </pc:sldMkLst>
      </pc:sldChg>
      <pc:sldChg chg="del">
        <pc:chgData name="Shubhendu Kumar Singh" userId="461b01912b5747a3" providerId="LiveId" clId="{33F03114-2625-4F5E-B549-E1F85336BEB9}" dt="2025-04-15T00:29:02.398" v="3" actId="47"/>
        <pc:sldMkLst>
          <pc:docMk/>
          <pc:sldMk cId="2454117047" sldId="503"/>
        </pc:sldMkLst>
      </pc:sldChg>
      <pc:sldChg chg="del">
        <pc:chgData name="Shubhendu Kumar Singh" userId="461b01912b5747a3" providerId="LiveId" clId="{33F03114-2625-4F5E-B549-E1F85336BEB9}" dt="2025-04-15T00:29:02.398" v="3" actId="47"/>
        <pc:sldMkLst>
          <pc:docMk/>
          <pc:sldMk cId="2406215322" sldId="504"/>
        </pc:sldMkLst>
      </pc:sldChg>
      <pc:sldChg chg="del">
        <pc:chgData name="Shubhendu Kumar Singh" userId="461b01912b5747a3" providerId="LiveId" clId="{33F03114-2625-4F5E-B549-E1F85336BEB9}" dt="2025-04-15T00:29:02.398" v="3" actId="47"/>
        <pc:sldMkLst>
          <pc:docMk/>
          <pc:sldMk cId="3063743399" sldId="505"/>
        </pc:sldMkLst>
      </pc:sldChg>
      <pc:sldChg chg="del">
        <pc:chgData name="Shubhendu Kumar Singh" userId="461b01912b5747a3" providerId="LiveId" clId="{33F03114-2625-4F5E-B549-E1F85336BEB9}" dt="2025-04-15T00:29:02.398" v="3" actId="47"/>
        <pc:sldMkLst>
          <pc:docMk/>
          <pc:sldMk cId="2309935997" sldId="506"/>
        </pc:sldMkLst>
      </pc:sldChg>
      <pc:sldChg chg="del">
        <pc:chgData name="Shubhendu Kumar Singh" userId="461b01912b5747a3" providerId="LiveId" clId="{33F03114-2625-4F5E-B549-E1F85336BEB9}" dt="2025-04-15T00:29:02.398" v="3" actId="47"/>
        <pc:sldMkLst>
          <pc:docMk/>
          <pc:sldMk cId="3347600924" sldId="507"/>
        </pc:sldMkLst>
      </pc:sldChg>
      <pc:sldChg chg="del">
        <pc:chgData name="Shubhendu Kumar Singh" userId="461b01912b5747a3" providerId="LiveId" clId="{33F03114-2625-4F5E-B549-E1F85336BEB9}" dt="2025-04-15T00:29:02.398" v="3" actId="47"/>
        <pc:sldMkLst>
          <pc:docMk/>
          <pc:sldMk cId="2438895522" sldId="508"/>
        </pc:sldMkLst>
      </pc:sldChg>
      <pc:sldChg chg="del">
        <pc:chgData name="Shubhendu Kumar Singh" userId="461b01912b5747a3" providerId="LiveId" clId="{33F03114-2625-4F5E-B549-E1F85336BEB9}" dt="2025-04-15T00:29:02.398" v="3" actId="47"/>
        <pc:sldMkLst>
          <pc:docMk/>
          <pc:sldMk cId="3346972684" sldId="509"/>
        </pc:sldMkLst>
      </pc:sldChg>
      <pc:sldChg chg="del">
        <pc:chgData name="Shubhendu Kumar Singh" userId="461b01912b5747a3" providerId="LiveId" clId="{33F03114-2625-4F5E-B549-E1F85336BEB9}" dt="2025-04-15T00:29:02.398" v="3" actId="47"/>
        <pc:sldMkLst>
          <pc:docMk/>
          <pc:sldMk cId="1893429320" sldId="510"/>
        </pc:sldMkLst>
      </pc:sldChg>
      <pc:sldChg chg="del">
        <pc:chgData name="Shubhendu Kumar Singh" userId="461b01912b5747a3" providerId="LiveId" clId="{33F03114-2625-4F5E-B549-E1F85336BEB9}" dt="2025-04-15T00:29:02.398" v="3" actId="47"/>
        <pc:sldMkLst>
          <pc:docMk/>
          <pc:sldMk cId="1203119408" sldId="511"/>
        </pc:sldMkLst>
      </pc:sldChg>
      <pc:sldChg chg="del">
        <pc:chgData name="Shubhendu Kumar Singh" userId="461b01912b5747a3" providerId="LiveId" clId="{33F03114-2625-4F5E-B549-E1F85336BEB9}" dt="2025-04-15T00:29:02.398" v="3" actId="47"/>
        <pc:sldMkLst>
          <pc:docMk/>
          <pc:sldMk cId="3904822695" sldId="512"/>
        </pc:sldMkLst>
      </pc:sldChg>
      <pc:sldChg chg="del">
        <pc:chgData name="Shubhendu Kumar Singh" userId="461b01912b5747a3" providerId="LiveId" clId="{33F03114-2625-4F5E-B549-E1F85336BEB9}" dt="2025-04-15T00:29:02.398" v="3" actId="47"/>
        <pc:sldMkLst>
          <pc:docMk/>
          <pc:sldMk cId="3740521590" sldId="513"/>
        </pc:sldMkLst>
      </pc:sldChg>
      <pc:sldChg chg="del">
        <pc:chgData name="Shubhendu Kumar Singh" userId="461b01912b5747a3" providerId="LiveId" clId="{33F03114-2625-4F5E-B549-E1F85336BEB9}" dt="2025-04-15T00:29:02.398" v="3" actId="47"/>
        <pc:sldMkLst>
          <pc:docMk/>
          <pc:sldMk cId="1148029737" sldId="514"/>
        </pc:sldMkLst>
      </pc:sldChg>
      <pc:sldChg chg="del">
        <pc:chgData name="Shubhendu Kumar Singh" userId="461b01912b5747a3" providerId="LiveId" clId="{33F03114-2625-4F5E-B549-E1F85336BEB9}" dt="2025-04-15T00:29:02.398" v="3" actId="47"/>
        <pc:sldMkLst>
          <pc:docMk/>
          <pc:sldMk cId="2389770654" sldId="515"/>
        </pc:sldMkLst>
      </pc:sldChg>
      <pc:sldChg chg="del">
        <pc:chgData name="Shubhendu Kumar Singh" userId="461b01912b5747a3" providerId="LiveId" clId="{33F03114-2625-4F5E-B549-E1F85336BEB9}" dt="2025-04-15T00:29:02.398" v="3" actId="47"/>
        <pc:sldMkLst>
          <pc:docMk/>
          <pc:sldMk cId="1131296145" sldId="516"/>
        </pc:sldMkLst>
      </pc:sldChg>
      <pc:sldChg chg="del">
        <pc:chgData name="Shubhendu Kumar Singh" userId="461b01912b5747a3" providerId="LiveId" clId="{33F03114-2625-4F5E-B549-E1F85336BEB9}" dt="2025-04-15T00:29:02.398" v="3" actId="47"/>
        <pc:sldMkLst>
          <pc:docMk/>
          <pc:sldMk cId="2596716300" sldId="517"/>
        </pc:sldMkLst>
      </pc:sldChg>
      <pc:sldChg chg="del">
        <pc:chgData name="Shubhendu Kumar Singh" userId="461b01912b5747a3" providerId="LiveId" clId="{33F03114-2625-4F5E-B549-E1F85336BEB9}" dt="2025-04-15T00:29:02.398" v="3" actId="47"/>
        <pc:sldMkLst>
          <pc:docMk/>
          <pc:sldMk cId="2480954452" sldId="518"/>
        </pc:sldMkLst>
      </pc:sldChg>
      <pc:sldChg chg="del">
        <pc:chgData name="Shubhendu Kumar Singh" userId="461b01912b5747a3" providerId="LiveId" clId="{33F03114-2625-4F5E-B549-E1F85336BEB9}" dt="2025-04-15T00:29:02.398" v="3" actId="47"/>
        <pc:sldMkLst>
          <pc:docMk/>
          <pc:sldMk cId="2939457405" sldId="519"/>
        </pc:sldMkLst>
      </pc:sldChg>
      <pc:sldChg chg="del">
        <pc:chgData name="Shubhendu Kumar Singh" userId="461b01912b5747a3" providerId="LiveId" clId="{33F03114-2625-4F5E-B549-E1F85336BEB9}" dt="2025-04-15T00:29:02.398" v="3" actId="47"/>
        <pc:sldMkLst>
          <pc:docMk/>
          <pc:sldMk cId="4008981139" sldId="520"/>
        </pc:sldMkLst>
      </pc:sldChg>
      <pc:sldChg chg="del">
        <pc:chgData name="Shubhendu Kumar Singh" userId="461b01912b5747a3" providerId="LiveId" clId="{33F03114-2625-4F5E-B549-E1F85336BEB9}" dt="2025-04-15T00:29:02.398" v="3" actId="47"/>
        <pc:sldMkLst>
          <pc:docMk/>
          <pc:sldMk cId="1294647914" sldId="521"/>
        </pc:sldMkLst>
      </pc:sldChg>
      <pc:sldChg chg="del">
        <pc:chgData name="Shubhendu Kumar Singh" userId="461b01912b5747a3" providerId="LiveId" clId="{33F03114-2625-4F5E-B549-E1F85336BEB9}" dt="2025-04-15T00:29:02.398" v="3" actId="47"/>
        <pc:sldMkLst>
          <pc:docMk/>
          <pc:sldMk cId="4015657172" sldId="522"/>
        </pc:sldMkLst>
      </pc:sldChg>
      <pc:sldChg chg="del">
        <pc:chgData name="Shubhendu Kumar Singh" userId="461b01912b5747a3" providerId="LiveId" clId="{33F03114-2625-4F5E-B549-E1F85336BEB9}" dt="2025-04-15T00:29:02.398" v="3" actId="47"/>
        <pc:sldMkLst>
          <pc:docMk/>
          <pc:sldMk cId="2806121313" sldId="523"/>
        </pc:sldMkLst>
      </pc:sldChg>
      <pc:sldChg chg="del">
        <pc:chgData name="Shubhendu Kumar Singh" userId="461b01912b5747a3" providerId="LiveId" clId="{33F03114-2625-4F5E-B549-E1F85336BEB9}" dt="2025-04-15T00:29:02.398" v="3" actId="47"/>
        <pc:sldMkLst>
          <pc:docMk/>
          <pc:sldMk cId="4145048812" sldId="524"/>
        </pc:sldMkLst>
      </pc:sldChg>
      <pc:sldChg chg="del">
        <pc:chgData name="Shubhendu Kumar Singh" userId="461b01912b5747a3" providerId="LiveId" clId="{33F03114-2625-4F5E-B549-E1F85336BEB9}" dt="2025-04-15T00:29:02.398" v="3" actId="47"/>
        <pc:sldMkLst>
          <pc:docMk/>
          <pc:sldMk cId="3618562573" sldId="525"/>
        </pc:sldMkLst>
      </pc:sldChg>
      <pc:sldChg chg="del">
        <pc:chgData name="Shubhendu Kumar Singh" userId="461b01912b5747a3" providerId="LiveId" clId="{33F03114-2625-4F5E-B549-E1F85336BEB9}" dt="2025-04-15T00:29:02.398" v="3" actId="47"/>
        <pc:sldMkLst>
          <pc:docMk/>
          <pc:sldMk cId="4152916311" sldId="526"/>
        </pc:sldMkLst>
      </pc:sldChg>
      <pc:sldChg chg="del">
        <pc:chgData name="Shubhendu Kumar Singh" userId="461b01912b5747a3" providerId="LiveId" clId="{33F03114-2625-4F5E-B549-E1F85336BEB9}" dt="2025-04-15T00:29:02.398" v="3" actId="47"/>
        <pc:sldMkLst>
          <pc:docMk/>
          <pc:sldMk cId="626621858" sldId="527"/>
        </pc:sldMkLst>
      </pc:sldChg>
      <pc:sldChg chg="del">
        <pc:chgData name="Shubhendu Kumar Singh" userId="461b01912b5747a3" providerId="LiveId" clId="{33F03114-2625-4F5E-B549-E1F85336BEB9}" dt="2025-04-15T00:29:02.398" v="3" actId="47"/>
        <pc:sldMkLst>
          <pc:docMk/>
          <pc:sldMk cId="176299571" sldId="528"/>
        </pc:sldMkLst>
      </pc:sldChg>
      <pc:sldChg chg="del">
        <pc:chgData name="Shubhendu Kumar Singh" userId="461b01912b5747a3" providerId="LiveId" clId="{33F03114-2625-4F5E-B549-E1F85336BEB9}" dt="2025-04-15T00:29:02.398" v="3" actId="47"/>
        <pc:sldMkLst>
          <pc:docMk/>
          <pc:sldMk cId="600455981" sldId="529"/>
        </pc:sldMkLst>
      </pc:sldChg>
      <pc:sldChg chg="del">
        <pc:chgData name="Shubhendu Kumar Singh" userId="461b01912b5747a3" providerId="LiveId" clId="{33F03114-2625-4F5E-B549-E1F85336BEB9}" dt="2025-04-15T00:29:02.398" v="3" actId="47"/>
        <pc:sldMkLst>
          <pc:docMk/>
          <pc:sldMk cId="838004329" sldId="530"/>
        </pc:sldMkLst>
      </pc:sldChg>
      <pc:sldChg chg="del">
        <pc:chgData name="Shubhendu Kumar Singh" userId="461b01912b5747a3" providerId="LiveId" clId="{33F03114-2625-4F5E-B549-E1F85336BEB9}" dt="2025-04-15T00:29:02.398" v="3" actId="47"/>
        <pc:sldMkLst>
          <pc:docMk/>
          <pc:sldMk cId="2578069428" sldId="531"/>
        </pc:sldMkLst>
      </pc:sldChg>
      <pc:sldChg chg="del">
        <pc:chgData name="Shubhendu Kumar Singh" userId="461b01912b5747a3" providerId="LiveId" clId="{33F03114-2625-4F5E-B549-E1F85336BEB9}" dt="2025-04-15T00:29:02.398" v="3" actId="47"/>
        <pc:sldMkLst>
          <pc:docMk/>
          <pc:sldMk cId="2212187432" sldId="532"/>
        </pc:sldMkLst>
      </pc:sldChg>
      <pc:sldChg chg="del">
        <pc:chgData name="Shubhendu Kumar Singh" userId="461b01912b5747a3" providerId="LiveId" clId="{33F03114-2625-4F5E-B549-E1F85336BEB9}" dt="2025-04-15T00:29:02.398" v="3" actId="47"/>
        <pc:sldMkLst>
          <pc:docMk/>
          <pc:sldMk cId="1917721118" sldId="533"/>
        </pc:sldMkLst>
      </pc:sldChg>
      <pc:sldChg chg="del">
        <pc:chgData name="Shubhendu Kumar Singh" userId="461b01912b5747a3" providerId="LiveId" clId="{33F03114-2625-4F5E-B549-E1F85336BEB9}" dt="2025-04-15T00:29:02.398" v="3" actId="47"/>
        <pc:sldMkLst>
          <pc:docMk/>
          <pc:sldMk cId="1580462527" sldId="534"/>
        </pc:sldMkLst>
      </pc:sldChg>
      <pc:sldChg chg="del">
        <pc:chgData name="Shubhendu Kumar Singh" userId="461b01912b5747a3" providerId="LiveId" clId="{33F03114-2625-4F5E-B549-E1F85336BEB9}" dt="2025-04-15T00:29:02.398" v="3" actId="47"/>
        <pc:sldMkLst>
          <pc:docMk/>
          <pc:sldMk cId="4018077994" sldId="535"/>
        </pc:sldMkLst>
      </pc:sldChg>
      <pc:sldChg chg="del">
        <pc:chgData name="Shubhendu Kumar Singh" userId="461b01912b5747a3" providerId="LiveId" clId="{33F03114-2625-4F5E-B549-E1F85336BEB9}" dt="2025-04-15T00:29:02.398" v="3" actId="47"/>
        <pc:sldMkLst>
          <pc:docMk/>
          <pc:sldMk cId="537236632" sldId="536"/>
        </pc:sldMkLst>
      </pc:sldChg>
      <pc:sldChg chg="del">
        <pc:chgData name="Shubhendu Kumar Singh" userId="461b01912b5747a3" providerId="LiveId" clId="{33F03114-2625-4F5E-B549-E1F85336BEB9}" dt="2025-04-15T00:29:02.398" v="3" actId="47"/>
        <pc:sldMkLst>
          <pc:docMk/>
          <pc:sldMk cId="964081689" sldId="537"/>
        </pc:sldMkLst>
      </pc:sldChg>
      <pc:sldChg chg="del">
        <pc:chgData name="Shubhendu Kumar Singh" userId="461b01912b5747a3" providerId="LiveId" clId="{33F03114-2625-4F5E-B549-E1F85336BEB9}" dt="2025-04-15T00:29:02.398" v="3" actId="47"/>
        <pc:sldMkLst>
          <pc:docMk/>
          <pc:sldMk cId="2453169502" sldId="538"/>
        </pc:sldMkLst>
      </pc:sldChg>
      <pc:sldChg chg="del">
        <pc:chgData name="Shubhendu Kumar Singh" userId="461b01912b5747a3" providerId="LiveId" clId="{33F03114-2625-4F5E-B549-E1F85336BEB9}" dt="2025-04-15T00:29:02.398" v="3" actId="47"/>
        <pc:sldMkLst>
          <pc:docMk/>
          <pc:sldMk cId="925992092" sldId="539"/>
        </pc:sldMkLst>
      </pc:sldChg>
      <pc:sldChg chg="del">
        <pc:chgData name="Shubhendu Kumar Singh" userId="461b01912b5747a3" providerId="LiveId" clId="{33F03114-2625-4F5E-B549-E1F85336BEB9}" dt="2025-04-15T00:29:02.398" v="3" actId="47"/>
        <pc:sldMkLst>
          <pc:docMk/>
          <pc:sldMk cId="2928702767" sldId="540"/>
        </pc:sldMkLst>
      </pc:sldChg>
      <pc:sldChg chg="del">
        <pc:chgData name="Shubhendu Kumar Singh" userId="461b01912b5747a3" providerId="LiveId" clId="{33F03114-2625-4F5E-B549-E1F85336BEB9}" dt="2025-04-15T00:29:02.398" v="3" actId="47"/>
        <pc:sldMkLst>
          <pc:docMk/>
          <pc:sldMk cId="2519350574" sldId="541"/>
        </pc:sldMkLst>
      </pc:sldChg>
      <pc:sldChg chg="del">
        <pc:chgData name="Shubhendu Kumar Singh" userId="461b01912b5747a3" providerId="LiveId" clId="{33F03114-2625-4F5E-B549-E1F85336BEB9}" dt="2025-04-15T00:29:02.398" v="3" actId="47"/>
        <pc:sldMkLst>
          <pc:docMk/>
          <pc:sldMk cId="2650304793" sldId="542"/>
        </pc:sldMkLst>
      </pc:sldChg>
      <pc:sldChg chg="del">
        <pc:chgData name="Shubhendu Kumar Singh" userId="461b01912b5747a3" providerId="LiveId" clId="{33F03114-2625-4F5E-B549-E1F85336BEB9}" dt="2025-04-15T00:29:02.398" v="3" actId="47"/>
        <pc:sldMkLst>
          <pc:docMk/>
          <pc:sldMk cId="1398072141" sldId="543"/>
        </pc:sldMkLst>
      </pc:sldChg>
      <pc:sldChg chg="del">
        <pc:chgData name="Shubhendu Kumar Singh" userId="461b01912b5747a3" providerId="LiveId" clId="{33F03114-2625-4F5E-B549-E1F85336BEB9}" dt="2025-04-15T00:29:02.398" v="3" actId="47"/>
        <pc:sldMkLst>
          <pc:docMk/>
          <pc:sldMk cId="1120913844" sldId="544"/>
        </pc:sldMkLst>
      </pc:sldChg>
      <pc:sldChg chg="del">
        <pc:chgData name="Shubhendu Kumar Singh" userId="461b01912b5747a3" providerId="LiveId" clId="{33F03114-2625-4F5E-B549-E1F85336BEB9}" dt="2025-04-15T00:29:02.398" v="3" actId="47"/>
        <pc:sldMkLst>
          <pc:docMk/>
          <pc:sldMk cId="1260186100" sldId="545"/>
        </pc:sldMkLst>
      </pc:sldChg>
      <pc:sldChg chg="del">
        <pc:chgData name="Shubhendu Kumar Singh" userId="461b01912b5747a3" providerId="LiveId" clId="{33F03114-2625-4F5E-B549-E1F85336BEB9}" dt="2025-04-15T00:29:02.398" v="3" actId="47"/>
        <pc:sldMkLst>
          <pc:docMk/>
          <pc:sldMk cId="1983958468" sldId="546"/>
        </pc:sldMkLst>
      </pc:sldChg>
      <pc:sldChg chg="del">
        <pc:chgData name="Shubhendu Kumar Singh" userId="461b01912b5747a3" providerId="LiveId" clId="{33F03114-2625-4F5E-B549-E1F85336BEB9}" dt="2025-04-15T00:29:02.398" v="3" actId="47"/>
        <pc:sldMkLst>
          <pc:docMk/>
          <pc:sldMk cId="654524905" sldId="547"/>
        </pc:sldMkLst>
      </pc:sldChg>
      <pc:sldChg chg="del">
        <pc:chgData name="Shubhendu Kumar Singh" userId="461b01912b5747a3" providerId="LiveId" clId="{33F03114-2625-4F5E-B549-E1F85336BEB9}" dt="2025-04-15T00:29:02.398" v="3" actId="47"/>
        <pc:sldMkLst>
          <pc:docMk/>
          <pc:sldMk cId="1426987450" sldId="548"/>
        </pc:sldMkLst>
      </pc:sldChg>
      <pc:sldChg chg="del">
        <pc:chgData name="Shubhendu Kumar Singh" userId="461b01912b5747a3" providerId="LiveId" clId="{33F03114-2625-4F5E-B549-E1F85336BEB9}" dt="2025-04-15T00:29:02.398" v="3" actId="47"/>
        <pc:sldMkLst>
          <pc:docMk/>
          <pc:sldMk cId="1030066832" sldId="549"/>
        </pc:sldMkLst>
      </pc:sldChg>
      <pc:sldChg chg="del">
        <pc:chgData name="Shubhendu Kumar Singh" userId="461b01912b5747a3" providerId="LiveId" clId="{33F03114-2625-4F5E-B549-E1F85336BEB9}" dt="2025-04-15T00:29:02.398" v="3" actId="47"/>
        <pc:sldMkLst>
          <pc:docMk/>
          <pc:sldMk cId="2826894966" sldId="550"/>
        </pc:sldMkLst>
      </pc:sldChg>
      <pc:sldChg chg="del">
        <pc:chgData name="Shubhendu Kumar Singh" userId="461b01912b5747a3" providerId="LiveId" clId="{33F03114-2625-4F5E-B549-E1F85336BEB9}" dt="2025-04-15T00:29:02.398" v="3" actId="47"/>
        <pc:sldMkLst>
          <pc:docMk/>
          <pc:sldMk cId="3690349625" sldId="551"/>
        </pc:sldMkLst>
      </pc:sldChg>
      <pc:sldChg chg="del">
        <pc:chgData name="Shubhendu Kumar Singh" userId="461b01912b5747a3" providerId="LiveId" clId="{33F03114-2625-4F5E-B549-E1F85336BEB9}" dt="2025-04-15T00:29:02.398" v="3" actId="47"/>
        <pc:sldMkLst>
          <pc:docMk/>
          <pc:sldMk cId="2592689829" sldId="552"/>
        </pc:sldMkLst>
      </pc:sldChg>
      <pc:sldChg chg="del">
        <pc:chgData name="Shubhendu Kumar Singh" userId="461b01912b5747a3" providerId="LiveId" clId="{33F03114-2625-4F5E-B549-E1F85336BEB9}" dt="2025-04-15T00:29:02.398" v="3" actId="47"/>
        <pc:sldMkLst>
          <pc:docMk/>
          <pc:sldMk cId="3082772533" sldId="553"/>
        </pc:sldMkLst>
      </pc:sldChg>
      <pc:sldChg chg="del">
        <pc:chgData name="Shubhendu Kumar Singh" userId="461b01912b5747a3" providerId="LiveId" clId="{33F03114-2625-4F5E-B549-E1F85336BEB9}" dt="2025-04-15T00:29:02.398" v="3" actId="47"/>
        <pc:sldMkLst>
          <pc:docMk/>
          <pc:sldMk cId="1979173084" sldId="554"/>
        </pc:sldMkLst>
      </pc:sldChg>
      <pc:sldChg chg="del">
        <pc:chgData name="Shubhendu Kumar Singh" userId="461b01912b5747a3" providerId="LiveId" clId="{33F03114-2625-4F5E-B549-E1F85336BEB9}" dt="2025-04-15T00:29:02.398" v="3" actId="47"/>
        <pc:sldMkLst>
          <pc:docMk/>
          <pc:sldMk cId="806031015" sldId="555"/>
        </pc:sldMkLst>
      </pc:sldChg>
      <pc:sldChg chg="del">
        <pc:chgData name="Shubhendu Kumar Singh" userId="461b01912b5747a3" providerId="LiveId" clId="{33F03114-2625-4F5E-B549-E1F85336BEB9}" dt="2025-04-15T00:29:02.398" v="3" actId="47"/>
        <pc:sldMkLst>
          <pc:docMk/>
          <pc:sldMk cId="322358705" sldId="556"/>
        </pc:sldMkLst>
      </pc:sldChg>
      <pc:sldChg chg="del">
        <pc:chgData name="Shubhendu Kumar Singh" userId="461b01912b5747a3" providerId="LiveId" clId="{33F03114-2625-4F5E-B549-E1F85336BEB9}" dt="2025-04-15T00:29:02.398" v="3" actId="47"/>
        <pc:sldMkLst>
          <pc:docMk/>
          <pc:sldMk cId="2052767755" sldId="557"/>
        </pc:sldMkLst>
      </pc:sldChg>
      <pc:sldChg chg="del">
        <pc:chgData name="Shubhendu Kumar Singh" userId="461b01912b5747a3" providerId="LiveId" clId="{33F03114-2625-4F5E-B549-E1F85336BEB9}" dt="2025-04-15T00:29:02.398" v="3" actId="47"/>
        <pc:sldMkLst>
          <pc:docMk/>
          <pc:sldMk cId="1784055524" sldId="558"/>
        </pc:sldMkLst>
      </pc:sldChg>
      <pc:sldChg chg="del">
        <pc:chgData name="Shubhendu Kumar Singh" userId="461b01912b5747a3" providerId="LiveId" clId="{33F03114-2625-4F5E-B549-E1F85336BEB9}" dt="2025-04-15T00:29:02.398" v="3" actId="47"/>
        <pc:sldMkLst>
          <pc:docMk/>
          <pc:sldMk cId="2379873203" sldId="559"/>
        </pc:sldMkLst>
      </pc:sldChg>
      <pc:sldChg chg="del">
        <pc:chgData name="Shubhendu Kumar Singh" userId="461b01912b5747a3" providerId="LiveId" clId="{33F03114-2625-4F5E-B549-E1F85336BEB9}" dt="2025-04-15T00:29:02.398" v="3" actId="47"/>
        <pc:sldMkLst>
          <pc:docMk/>
          <pc:sldMk cId="3152581872" sldId="560"/>
        </pc:sldMkLst>
      </pc:sldChg>
      <pc:sldChg chg="del">
        <pc:chgData name="Shubhendu Kumar Singh" userId="461b01912b5747a3" providerId="LiveId" clId="{33F03114-2625-4F5E-B549-E1F85336BEB9}" dt="2025-04-15T00:29:02.398" v="3" actId="47"/>
        <pc:sldMkLst>
          <pc:docMk/>
          <pc:sldMk cId="4108737074" sldId="561"/>
        </pc:sldMkLst>
      </pc:sldChg>
      <pc:sldChg chg="del">
        <pc:chgData name="Shubhendu Kumar Singh" userId="461b01912b5747a3" providerId="LiveId" clId="{33F03114-2625-4F5E-B549-E1F85336BEB9}" dt="2025-04-15T00:29:02.398" v="3" actId="47"/>
        <pc:sldMkLst>
          <pc:docMk/>
          <pc:sldMk cId="2844384939" sldId="562"/>
        </pc:sldMkLst>
      </pc:sldChg>
      <pc:sldChg chg="del">
        <pc:chgData name="Shubhendu Kumar Singh" userId="461b01912b5747a3" providerId="LiveId" clId="{33F03114-2625-4F5E-B549-E1F85336BEB9}" dt="2025-04-15T00:29:02.398" v="3" actId="47"/>
        <pc:sldMkLst>
          <pc:docMk/>
          <pc:sldMk cId="3374289179" sldId="563"/>
        </pc:sldMkLst>
      </pc:sldChg>
      <pc:sldChg chg="del">
        <pc:chgData name="Shubhendu Kumar Singh" userId="461b01912b5747a3" providerId="LiveId" clId="{33F03114-2625-4F5E-B549-E1F85336BEB9}" dt="2025-04-15T00:29:02.398" v="3" actId="47"/>
        <pc:sldMkLst>
          <pc:docMk/>
          <pc:sldMk cId="124608724" sldId="564"/>
        </pc:sldMkLst>
      </pc:sldChg>
      <pc:sldChg chg="del">
        <pc:chgData name="Shubhendu Kumar Singh" userId="461b01912b5747a3" providerId="LiveId" clId="{33F03114-2625-4F5E-B549-E1F85336BEB9}" dt="2025-04-15T00:29:02.398" v="3" actId="47"/>
        <pc:sldMkLst>
          <pc:docMk/>
          <pc:sldMk cId="3231085288" sldId="565"/>
        </pc:sldMkLst>
      </pc:sldChg>
      <pc:sldChg chg="del">
        <pc:chgData name="Shubhendu Kumar Singh" userId="461b01912b5747a3" providerId="LiveId" clId="{33F03114-2625-4F5E-B549-E1F85336BEB9}" dt="2025-04-15T00:29:02.398" v="3" actId="47"/>
        <pc:sldMkLst>
          <pc:docMk/>
          <pc:sldMk cId="4193934356" sldId="566"/>
        </pc:sldMkLst>
      </pc:sldChg>
      <pc:sldChg chg="del">
        <pc:chgData name="Shubhendu Kumar Singh" userId="461b01912b5747a3" providerId="LiveId" clId="{33F03114-2625-4F5E-B549-E1F85336BEB9}" dt="2025-04-15T00:29:02.398" v="3" actId="47"/>
        <pc:sldMkLst>
          <pc:docMk/>
          <pc:sldMk cId="4134748325" sldId="567"/>
        </pc:sldMkLst>
      </pc:sldChg>
      <pc:sldChg chg="del">
        <pc:chgData name="Shubhendu Kumar Singh" userId="461b01912b5747a3" providerId="LiveId" clId="{33F03114-2625-4F5E-B549-E1F85336BEB9}" dt="2025-04-15T00:29:02.398" v="3" actId="47"/>
        <pc:sldMkLst>
          <pc:docMk/>
          <pc:sldMk cId="1515682339" sldId="568"/>
        </pc:sldMkLst>
      </pc:sldChg>
      <pc:sldChg chg="del">
        <pc:chgData name="Shubhendu Kumar Singh" userId="461b01912b5747a3" providerId="LiveId" clId="{33F03114-2625-4F5E-B549-E1F85336BEB9}" dt="2025-04-15T00:29:02.398" v="3" actId="47"/>
        <pc:sldMkLst>
          <pc:docMk/>
          <pc:sldMk cId="1990949341" sldId="569"/>
        </pc:sldMkLst>
      </pc:sldChg>
      <pc:sldChg chg="del">
        <pc:chgData name="Shubhendu Kumar Singh" userId="461b01912b5747a3" providerId="LiveId" clId="{33F03114-2625-4F5E-B549-E1F85336BEB9}" dt="2025-04-15T00:29:02.398" v="3" actId="47"/>
        <pc:sldMkLst>
          <pc:docMk/>
          <pc:sldMk cId="2627814909" sldId="570"/>
        </pc:sldMkLst>
      </pc:sldChg>
      <pc:sldChg chg="del">
        <pc:chgData name="Shubhendu Kumar Singh" userId="461b01912b5747a3" providerId="LiveId" clId="{33F03114-2625-4F5E-B549-E1F85336BEB9}" dt="2025-04-15T00:29:02.398" v="3" actId="47"/>
        <pc:sldMkLst>
          <pc:docMk/>
          <pc:sldMk cId="599124232" sldId="571"/>
        </pc:sldMkLst>
      </pc:sldChg>
      <pc:sldChg chg="del">
        <pc:chgData name="Shubhendu Kumar Singh" userId="461b01912b5747a3" providerId="LiveId" clId="{33F03114-2625-4F5E-B549-E1F85336BEB9}" dt="2025-04-15T00:29:02.398" v="3" actId="47"/>
        <pc:sldMkLst>
          <pc:docMk/>
          <pc:sldMk cId="490832104" sldId="572"/>
        </pc:sldMkLst>
      </pc:sldChg>
      <pc:sldChg chg="del">
        <pc:chgData name="Shubhendu Kumar Singh" userId="461b01912b5747a3" providerId="LiveId" clId="{33F03114-2625-4F5E-B549-E1F85336BEB9}" dt="2025-04-15T00:29:02.398" v="3" actId="47"/>
        <pc:sldMkLst>
          <pc:docMk/>
          <pc:sldMk cId="3467874996" sldId="573"/>
        </pc:sldMkLst>
      </pc:sldChg>
      <pc:sldChg chg="del">
        <pc:chgData name="Shubhendu Kumar Singh" userId="461b01912b5747a3" providerId="LiveId" clId="{33F03114-2625-4F5E-B549-E1F85336BEB9}" dt="2025-04-15T00:29:02.398" v="3" actId="47"/>
        <pc:sldMkLst>
          <pc:docMk/>
          <pc:sldMk cId="1945601082" sldId="574"/>
        </pc:sldMkLst>
      </pc:sldChg>
      <pc:sldChg chg="del">
        <pc:chgData name="Shubhendu Kumar Singh" userId="461b01912b5747a3" providerId="LiveId" clId="{33F03114-2625-4F5E-B549-E1F85336BEB9}" dt="2025-04-15T00:29:02.398" v="3" actId="47"/>
        <pc:sldMkLst>
          <pc:docMk/>
          <pc:sldMk cId="3597657504" sldId="575"/>
        </pc:sldMkLst>
      </pc:sldChg>
      <pc:sldChg chg="del">
        <pc:chgData name="Shubhendu Kumar Singh" userId="461b01912b5747a3" providerId="LiveId" clId="{33F03114-2625-4F5E-B549-E1F85336BEB9}" dt="2025-04-15T00:29:02.398" v="3" actId="47"/>
        <pc:sldMkLst>
          <pc:docMk/>
          <pc:sldMk cId="3465399646" sldId="576"/>
        </pc:sldMkLst>
      </pc:sldChg>
      <pc:sldChg chg="del">
        <pc:chgData name="Shubhendu Kumar Singh" userId="461b01912b5747a3" providerId="LiveId" clId="{33F03114-2625-4F5E-B549-E1F85336BEB9}" dt="2025-04-15T00:29:02.398" v="3" actId="47"/>
        <pc:sldMkLst>
          <pc:docMk/>
          <pc:sldMk cId="4238623388" sldId="577"/>
        </pc:sldMkLst>
      </pc:sldChg>
      <pc:sldChg chg="del">
        <pc:chgData name="Shubhendu Kumar Singh" userId="461b01912b5747a3" providerId="LiveId" clId="{33F03114-2625-4F5E-B549-E1F85336BEB9}" dt="2025-04-15T00:29:02.398" v="3" actId="47"/>
        <pc:sldMkLst>
          <pc:docMk/>
          <pc:sldMk cId="3899465770" sldId="578"/>
        </pc:sldMkLst>
      </pc:sldChg>
      <pc:sldChg chg="del">
        <pc:chgData name="Shubhendu Kumar Singh" userId="461b01912b5747a3" providerId="LiveId" clId="{33F03114-2625-4F5E-B549-E1F85336BEB9}" dt="2025-04-15T00:29:02.398" v="3" actId="47"/>
        <pc:sldMkLst>
          <pc:docMk/>
          <pc:sldMk cId="2742675472" sldId="579"/>
        </pc:sldMkLst>
      </pc:sldChg>
      <pc:sldChg chg="del">
        <pc:chgData name="Shubhendu Kumar Singh" userId="461b01912b5747a3" providerId="LiveId" clId="{33F03114-2625-4F5E-B549-E1F85336BEB9}" dt="2025-04-15T00:29:02.398" v="3" actId="47"/>
        <pc:sldMkLst>
          <pc:docMk/>
          <pc:sldMk cId="4259463273" sldId="580"/>
        </pc:sldMkLst>
      </pc:sldChg>
      <pc:sldChg chg="del">
        <pc:chgData name="Shubhendu Kumar Singh" userId="461b01912b5747a3" providerId="LiveId" clId="{33F03114-2625-4F5E-B549-E1F85336BEB9}" dt="2025-04-15T00:29:02.398" v="3" actId="47"/>
        <pc:sldMkLst>
          <pc:docMk/>
          <pc:sldMk cId="2082546649" sldId="581"/>
        </pc:sldMkLst>
      </pc:sldChg>
      <pc:sldChg chg="del">
        <pc:chgData name="Shubhendu Kumar Singh" userId="461b01912b5747a3" providerId="LiveId" clId="{33F03114-2625-4F5E-B549-E1F85336BEB9}" dt="2025-04-15T00:29:02.398" v="3" actId="47"/>
        <pc:sldMkLst>
          <pc:docMk/>
          <pc:sldMk cId="997456330" sldId="582"/>
        </pc:sldMkLst>
      </pc:sldChg>
      <pc:sldChg chg="del">
        <pc:chgData name="Shubhendu Kumar Singh" userId="461b01912b5747a3" providerId="LiveId" clId="{33F03114-2625-4F5E-B549-E1F85336BEB9}" dt="2025-04-15T00:29:02.398" v="3" actId="47"/>
        <pc:sldMkLst>
          <pc:docMk/>
          <pc:sldMk cId="2664983052" sldId="583"/>
        </pc:sldMkLst>
      </pc:sldChg>
      <pc:sldChg chg="del">
        <pc:chgData name="Shubhendu Kumar Singh" userId="461b01912b5747a3" providerId="LiveId" clId="{33F03114-2625-4F5E-B549-E1F85336BEB9}" dt="2025-04-15T00:29:02.398" v="3" actId="47"/>
        <pc:sldMkLst>
          <pc:docMk/>
          <pc:sldMk cId="1431441255" sldId="584"/>
        </pc:sldMkLst>
      </pc:sldChg>
      <pc:sldChg chg="del">
        <pc:chgData name="Shubhendu Kumar Singh" userId="461b01912b5747a3" providerId="LiveId" clId="{33F03114-2625-4F5E-B549-E1F85336BEB9}" dt="2025-04-15T00:29:02.398" v="3" actId="47"/>
        <pc:sldMkLst>
          <pc:docMk/>
          <pc:sldMk cId="1136502162" sldId="585"/>
        </pc:sldMkLst>
      </pc:sldChg>
      <pc:sldChg chg="del">
        <pc:chgData name="Shubhendu Kumar Singh" userId="461b01912b5747a3" providerId="LiveId" clId="{33F03114-2625-4F5E-B549-E1F85336BEB9}" dt="2025-04-15T00:29:02.398" v="3" actId="47"/>
        <pc:sldMkLst>
          <pc:docMk/>
          <pc:sldMk cId="3104309099" sldId="586"/>
        </pc:sldMkLst>
      </pc:sldChg>
      <pc:sldChg chg="del">
        <pc:chgData name="Shubhendu Kumar Singh" userId="461b01912b5747a3" providerId="LiveId" clId="{33F03114-2625-4F5E-B549-E1F85336BEB9}" dt="2025-04-15T00:29:02.398" v="3" actId="47"/>
        <pc:sldMkLst>
          <pc:docMk/>
          <pc:sldMk cId="25318555" sldId="587"/>
        </pc:sldMkLst>
      </pc:sldChg>
      <pc:sldChg chg="del">
        <pc:chgData name="Shubhendu Kumar Singh" userId="461b01912b5747a3" providerId="LiveId" clId="{33F03114-2625-4F5E-B549-E1F85336BEB9}" dt="2025-04-15T00:29:02.398" v="3" actId="47"/>
        <pc:sldMkLst>
          <pc:docMk/>
          <pc:sldMk cId="1508552219" sldId="588"/>
        </pc:sldMkLst>
      </pc:sldChg>
      <pc:sldChg chg="del">
        <pc:chgData name="Shubhendu Kumar Singh" userId="461b01912b5747a3" providerId="LiveId" clId="{33F03114-2625-4F5E-B549-E1F85336BEB9}" dt="2025-04-15T00:29:02.398" v="3" actId="47"/>
        <pc:sldMkLst>
          <pc:docMk/>
          <pc:sldMk cId="1770575004" sldId="589"/>
        </pc:sldMkLst>
      </pc:sldChg>
      <pc:sldChg chg="del">
        <pc:chgData name="Shubhendu Kumar Singh" userId="461b01912b5747a3" providerId="LiveId" clId="{33F03114-2625-4F5E-B549-E1F85336BEB9}" dt="2025-04-15T00:29:02.398" v="3" actId="47"/>
        <pc:sldMkLst>
          <pc:docMk/>
          <pc:sldMk cId="1256009622" sldId="590"/>
        </pc:sldMkLst>
      </pc:sldChg>
      <pc:sldChg chg="del">
        <pc:chgData name="Shubhendu Kumar Singh" userId="461b01912b5747a3" providerId="LiveId" clId="{33F03114-2625-4F5E-B549-E1F85336BEB9}" dt="2025-04-15T00:29:02.398" v="3" actId="47"/>
        <pc:sldMkLst>
          <pc:docMk/>
          <pc:sldMk cId="3497610677" sldId="591"/>
        </pc:sldMkLst>
      </pc:sldChg>
      <pc:sldChg chg="del">
        <pc:chgData name="Shubhendu Kumar Singh" userId="461b01912b5747a3" providerId="LiveId" clId="{33F03114-2625-4F5E-B549-E1F85336BEB9}" dt="2025-04-15T00:29:02.398" v="3" actId="47"/>
        <pc:sldMkLst>
          <pc:docMk/>
          <pc:sldMk cId="212739339" sldId="592"/>
        </pc:sldMkLst>
      </pc:sldChg>
      <pc:sldChg chg="del">
        <pc:chgData name="Shubhendu Kumar Singh" userId="461b01912b5747a3" providerId="LiveId" clId="{33F03114-2625-4F5E-B549-E1F85336BEB9}" dt="2025-04-15T00:29:02.398" v="3" actId="47"/>
        <pc:sldMkLst>
          <pc:docMk/>
          <pc:sldMk cId="1599706984" sldId="593"/>
        </pc:sldMkLst>
      </pc:sldChg>
      <pc:sldChg chg="del">
        <pc:chgData name="Shubhendu Kumar Singh" userId="461b01912b5747a3" providerId="LiveId" clId="{33F03114-2625-4F5E-B549-E1F85336BEB9}" dt="2025-04-15T00:29:02.398" v="3" actId="47"/>
        <pc:sldMkLst>
          <pc:docMk/>
          <pc:sldMk cId="4243874874" sldId="594"/>
        </pc:sldMkLst>
      </pc:sldChg>
      <pc:sldChg chg="del">
        <pc:chgData name="Shubhendu Kumar Singh" userId="461b01912b5747a3" providerId="LiveId" clId="{33F03114-2625-4F5E-B549-E1F85336BEB9}" dt="2025-04-15T00:29:02.398" v="3" actId="47"/>
        <pc:sldMkLst>
          <pc:docMk/>
          <pc:sldMk cId="1449814874" sldId="595"/>
        </pc:sldMkLst>
      </pc:sldChg>
      <pc:sldChg chg="del">
        <pc:chgData name="Shubhendu Kumar Singh" userId="461b01912b5747a3" providerId="LiveId" clId="{33F03114-2625-4F5E-B549-E1F85336BEB9}" dt="2025-04-15T00:29:02.398" v="3" actId="47"/>
        <pc:sldMkLst>
          <pc:docMk/>
          <pc:sldMk cId="1913622064" sldId="596"/>
        </pc:sldMkLst>
      </pc:sldChg>
      <pc:sldChg chg="del">
        <pc:chgData name="Shubhendu Kumar Singh" userId="461b01912b5747a3" providerId="LiveId" clId="{33F03114-2625-4F5E-B549-E1F85336BEB9}" dt="2025-04-15T00:29:02.398" v="3" actId="47"/>
        <pc:sldMkLst>
          <pc:docMk/>
          <pc:sldMk cId="1872171993" sldId="597"/>
        </pc:sldMkLst>
      </pc:sldChg>
      <pc:sldChg chg="del">
        <pc:chgData name="Shubhendu Kumar Singh" userId="461b01912b5747a3" providerId="LiveId" clId="{33F03114-2625-4F5E-B549-E1F85336BEB9}" dt="2025-04-15T00:29:02.398" v="3" actId="47"/>
        <pc:sldMkLst>
          <pc:docMk/>
          <pc:sldMk cId="1640837763" sldId="598"/>
        </pc:sldMkLst>
      </pc:sldChg>
      <pc:sldChg chg="del">
        <pc:chgData name="Shubhendu Kumar Singh" userId="461b01912b5747a3" providerId="LiveId" clId="{33F03114-2625-4F5E-B549-E1F85336BEB9}" dt="2025-04-15T00:29:02.398" v="3" actId="47"/>
        <pc:sldMkLst>
          <pc:docMk/>
          <pc:sldMk cId="1141029687" sldId="599"/>
        </pc:sldMkLst>
      </pc:sldChg>
      <pc:sldChg chg="del">
        <pc:chgData name="Shubhendu Kumar Singh" userId="461b01912b5747a3" providerId="LiveId" clId="{33F03114-2625-4F5E-B549-E1F85336BEB9}" dt="2025-04-15T00:29:02.398" v="3" actId="47"/>
        <pc:sldMkLst>
          <pc:docMk/>
          <pc:sldMk cId="1880959403" sldId="600"/>
        </pc:sldMkLst>
      </pc:sldChg>
      <pc:sldChg chg="del">
        <pc:chgData name="Shubhendu Kumar Singh" userId="461b01912b5747a3" providerId="LiveId" clId="{33F03114-2625-4F5E-B549-E1F85336BEB9}" dt="2025-04-15T00:29:02.398" v="3" actId="47"/>
        <pc:sldMkLst>
          <pc:docMk/>
          <pc:sldMk cId="3107239677" sldId="601"/>
        </pc:sldMkLst>
      </pc:sldChg>
      <pc:sldChg chg="del">
        <pc:chgData name="Shubhendu Kumar Singh" userId="461b01912b5747a3" providerId="LiveId" clId="{33F03114-2625-4F5E-B549-E1F85336BEB9}" dt="2025-04-15T00:29:02.398" v="3" actId="47"/>
        <pc:sldMkLst>
          <pc:docMk/>
          <pc:sldMk cId="3649928126" sldId="602"/>
        </pc:sldMkLst>
      </pc:sldChg>
      <pc:sldChg chg="del">
        <pc:chgData name="Shubhendu Kumar Singh" userId="461b01912b5747a3" providerId="LiveId" clId="{33F03114-2625-4F5E-B549-E1F85336BEB9}" dt="2025-04-15T00:29:02.398" v="3" actId="47"/>
        <pc:sldMkLst>
          <pc:docMk/>
          <pc:sldMk cId="2664772912" sldId="603"/>
        </pc:sldMkLst>
      </pc:sldChg>
      <pc:sldChg chg="del">
        <pc:chgData name="Shubhendu Kumar Singh" userId="461b01912b5747a3" providerId="LiveId" clId="{33F03114-2625-4F5E-B549-E1F85336BEB9}" dt="2025-04-15T00:29:02.398" v="3" actId="47"/>
        <pc:sldMkLst>
          <pc:docMk/>
          <pc:sldMk cId="1039545812" sldId="604"/>
        </pc:sldMkLst>
      </pc:sldChg>
      <pc:sldChg chg="del">
        <pc:chgData name="Shubhendu Kumar Singh" userId="461b01912b5747a3" providerId="LiveId" clId="{33F03114-2625-4F5E-B549-E1F85336BEB9}" dt="2025-04-15T00:29:02.398" v="3" actId="47"/>
        <pc:sldMkLst>
          <pc:docMk/>
          <pc:sldMk cId="4293725492" sldId="605"/>
        </pc:sldMkLst>
      </pc:sldChg>
      <pc:sldChg chg="del">
        <pc:chgData name="Shubhendu Kumar Singh" userId="461b01912b5747a3" providerId="LiveId" clId="{33F03114-2625-4F5E-B549-E1F85336BEB9}" dt="2025-04-15T00:29:02.398" v="3" actId="47"/>
        <pc:sldMkLst>
          <pc:docMk/>
          <pc:sldMk cId="2869386217" sldId="606"/>
        </pc:sldMkLst>
      </pc:sldChg>
      <pc:sldChg chg="del">
        <pc:chgData name="Shubhendu Kumar Singh" userId="461b01912b5747a3" providerId="LiveId" clId="{33F03114-2625-4F5E-B549-E1F85336BEB9}" dt="2025-04-15T00:29:02.398" v="3" actId="47"/>
        <pc:sldMkLst>
          <pc:docMk/>
          <pc:sldMk cId="1075985926" sldId="607"/>
        </pc:sldMkLst>
      </pc:sldChg>
      <pc:sldChg chg="del">
        <pc:chgData name="Shubhendu Kumar Singh" userId="461b01912b5747a3" providerId="LiveId" clId="{33F03114-2625-4F5E-B549-E1F85336BEB9}" dt="2025-04-15T00:29:02.398" v="3" actId="47"/>
        <pc:sldMkLst>
          <pc:docMk/>
          <pc:sldMk cId="2905270859" sldId="608"/>
        </pc:sldMkLst>
      </pc:sldChg>
      <pc:sldChg chg="del">
        <pc:chgData name="Shubhendu Kumar Singh" userId="461b01912b5747a3" providerId="LiveId" clId="{33F03114-2625-4F5E-B549-E1F85336BEB9}" dt="2025-04-15T00:29:02.398" v="3" actId="47"/>
        <pc:sldMkLst>
          <pc:docMk/>
          <pc:sldMk cId="938109257" sldId="609"/>
        </pc:sldMkLst>
      </pc:sldChg>
      <pc:sldChg chg="del">
        <pc:chgData name="Shubhendu Kumar Singh" userId="461b01912b5747a3" providerId="LiveId" clId="{33F03114-2625-4F5E-B549-E1F85336BEB9}" dt="2025-04-15T00:29:02.398" v="3" actId="47"/>
        <pc:sldMkLst>
          <pc:docMk/>
          <pc:sldMk cId="243323558" sldId="610"/>
        </pc:sldMkLst>
      </pc:sldChg>
      <pc:sldChg chg="del">
        <pc:chgData name="Shubhendu Kumar Singh" userId="461b01912b5747a3" providerId="LiveId" clId="{33F03114-2625-4F5E-B549-E1F85336BEB9}" dt="2025-04-15T00:29:02.398" v="3" actId="47"/>
        <pc:sldMkLst>
          <pc:docMk/>
          <pc:sldMk cId="138625400" sldId="611"/>
        </pc:sldMkLst>
      </pc:sldChg>
      <pc:sldChg chg="del">
        <pc:chgData name="Shubhendu Kumar Singh" userId="461b01912b5747a3" providerId="LiveId" clId="{33F03114-2625-4F5E-B549-E1F85336BEB9}" dt="2025-04-15T00:29:02.398" v="3" actId="47"/>
        <pc:sldMkLst>
          <pc:docMk/>
          <pc:sldMk cId="504087359" sldId="612"/>
        </pc:sldMkLst>
      </pc:sldChg>
      <pc:sldChg chg="del">
        <pc:chgData name="Shubhendu Kumar Singh" userId="461b01912b5747a3" providerId="LiveId" clId="{33F03114-2625-4F5E-B549-E1F85336BEB9}" dt="2025-04-15T00:29:02.398" v="3" actId="47"/>
        <pc:sldMkLst>
          <pc:docMk/>
          <pc:sldMk cId="3777200194" sldId="613"/>
        </pc:sldMkLst>
      </pc:sldChg>
      <pc:sldChg chg="del">
        <pc:chgData name="Shubhendu Kumar Singh" userId="461b01912b5747a3" providerId="LiveId" clId="{33F03114-2625-4F5E-B549-E1F85336BEB9}" dt="2025-04-15T00:29:02.398" v="3" actId="47"/>
        <pc:sldMkLst>
          <pc:docMk/>
          <pc:sldMk cId="3219000281" sldId="614"/>
        </pc:sldMkLst>
      </pc:sldChg>
      <pc:sldChg chg="del">
        <pc:chgData name="Shubhendu Kumar Singh" userId="461b01912b5747a3" providerId="LiveId" clId="{33F03114-2625-4F5E-B549-E1F85336BEB9}" dt="2025-04-15T00:29:02.398" v="3" actId="47"/>
        <pc:sldMkLst>
          <pc:docMk/>
          <pc:sldMk cId="3583288549" sldId="615"/>
        </pc:sldMkLst>
      </pc:sldChg>
      <pc:sldChg chg="del">
        <pc:chgData name="Shubhendu Kumar Singh" userId="461b01912b5747a3" providerId="LiveId" clId="{33F03114-2625-4F5E-B549-E1F85336BEB9}" dt="2025-04-15T00:29:02.398" v="3" actId="47"/>
        <pc:sldMkLst>
          <pc:docMk/>
          <pc:sldMk cId="863623652" sldId="616"/>
        </pc:sldMkLst>
      </pc:sldChg>
      <pc:sldChg chg="del">
        <pc:chgData name="Shubhendu Kumar Singh" userId="461b01912b5747a3" providerId="LiveId" clId="{33F03114-2625-4F5E-B549-E1F85336BEB9}" dt="2025-04-15T00:29:02.398" v="3" actId="47"/>
        <pc:sldMkLst>
          <pc:docMk/>
          <pc:sldMk cId="1781190439" sldId="617"/>
        </pc:sldMkLst>
      </pc:sldChg>
      <pc:sldChg chg="del">
        <pc:chgData name="Shubhendu Kumar Singh" userId="461b01912b5747a3" providerId="LiveId" clId="{33F03114-2625-4F5E-B549-E1F85336BEB9}" dt="2025-04-15T00:29:02.398" v="3" actId="47"/>
        <pc:sldMkLst>
          <pc:docMk/>
          <pc:sldMk cId="2503828734" sldId="618"/>
        </pc:sldMkLst>
      </pc:sldChg>
      <pc:sldChg chg="del">
        <pc:chgData name="Shubhendu Kumar Singh" userId="461b01912b5747a3" providerId="LiveId" clId="{33F03114-2625-4F5E-B549-E1F85336BEB9}" dt="2025-04-15T00:29:02.398" v="3" actId="47"/>
        <pc:sldMkLst>
          <pc:docMk/>
          <pc:sldMk cId="3073505247" sldId="619"/>
        </pc:sldMkLst>
      </pc:sldChg>
      <pc:sldChg chg="del">
        <pc:chgData name="Shubhendu Kumar Singh" userId="461b01912b5747a3" providerId="LiveId" clId="{33F03114-2625-4F5E-B549-E1F85336BEB9}" dt="2025-04-15T00:29:02.398" v="3" actId="47"/>
        <pc:sldMkLst>
          <pc:docMk/>
          <pc:sldMk cId="4160418850" sldId="620"/>
        </pc:sldMkLst>
      </pc:sldChg>
      <pc:sldChg chg="del">
        <pc:chgData name="Shubhendu Kumar Singh" userId="461b01912b5747a3" providerId="LiveId" clId="{33F03114-2625-4F5E-B549-E1F85336BEB9}" dt="2025-04-15T00:29:02.398" v="3" actId="47"/>
        <pc:sldMkLst>
          <pc:docMk/>
          <pc:sldMk cId="2958828988" sldId="621"/>
        </pc:sldMkLst>
      </pc:sldChg>
      <pc:sldChg chg="del">
        <pc:chgData name="Shubhendu Kumar Singh" userId="461b01912b5747a3" providerId="LiveId" clId="{33F03114-2625-4F5E-B549-E1F85336BEB9}" dt="2025-04-15T00:29:02.398" v="3" actId="47"/>
        <pc:sldMkLst>
          <pc:docMk/>
          <pc:sldMk cId="2223937455" sldId="622"/>
        </pc:sldMkLst>
      </pc:sldChg>
      <pc:sldChg chg="del">
        <pc:chgData name="Shubhendu Kumar Singh" userId="461b01912b5747a3" providerId="LiveId" clId="{33F03114-2625-4F5E-B549-E1F85336BEB9}" dt="2025-04-15T00:29:02.398" v="3" actId="47"/>
        <pc:sldMkLst>
          <pc:docMk/>
          <pc:sldMk cId="1910374667" sldId="623"/>
        </pc:sldMkLst>
      </pc:sldChg>
      <pc:sldChg chg="del">
        <pc:chgData name="Shubhendu Kumar Singh" userId="461b01912b5747a3" providerId="LiveId" clId="{33F03114-2625-4F5E-B549-E1F85336BEB9}" dt="2025-04-15T00:29:02.398" v="3" actId="47"/>
        <pc:sldMkLst>
          <pc:docMk/>
          <pc:sldMk cId="742872938" sldId="624"/>
        </pc:sldMkLst>
      </pc:sldChg>
      <pc:sldChg chg="del">
        <pc:chgData name="Shubhendu Kumar Singh" userId="461b01912b5747a3" providerId="LiveId" clId="{33F03114-2625-4F5E-B549-E1F85336BEB9}" dt="2025-04-15T00:29:02.398" v="3" actId="47"/>
        <pc:sldMkLst>
          <pc:docMk/>
          <pc:sldMk cId="3235552705" sldId="625"/>
        </pc:sldMkLst>
      </pc:sldChg>
      <pc:sldChg chg="del">
        <pc:chgData name="Shubhendu Kumar Singh" userId="461b01912b5747a3" providerId="LiveId" clId="{33F03114-2625-4F5E-B549-E1F85336BEB9}" dt="2025-04-15T00:29:02.398" v="3" actId="47"/>
        <pc:sldMkLst>
          <pc:docMk/>
          <pc:sldMk cId="1854450514" sldId="626"/>
        </pc:sldMkLst>
      </pc:sldChg>
      <pc:sldChg chg="del">
        <pc:chgData name="Shubhendu Kumar Singh" userId="461b01912b5747a3" providerId="LiveId" clId="{33F03114-2625-4F5E-B549-E1F85336BEB9}" dt="2025-04-15T00:29:02.398" v="3" actId="47"/>
        <pc:sldMkLst>
          <pc:docMk/>
          <pc:sldMk cId="184635143" sldId="627"/>
        </pc:sldMkLst>
      </pc:sldChg>
      <pc:sldChg chg="del">
        <pc:chgData name="Shubhendu Kumar Singh" userId="461b01912b5747a3" providerId="LiveId" clId="{33F03114-2625-4F5E-B549-E1F85336BEB9}" dt="2025-04-15T00:29:02.398" v="3" actId="47"/>
        <pc:sldMkLst>
          <pc:docMk/>
          <pc:sldMk cId="49678433" sldId="628"/>
        </pc:sldMkLst>
      </pc:sldChg>
      <pc:sldChg chg="del">
        <pc:chgData name="Shubhendu Kumar Singh" userId="461b01912b5747a3" providerId="LiveId" clId="{33F03114-2625-4F5E-B549-E1F85336BEB9}" dt="2025-04-15T00:29:02.398" v="3" actId="47"/>
        <pc:sldMkLst>
          <pc:docMk/>
          <pc:sldMk cId="4272499353" sldId="629"/>
        </pc:sldMkLst>
      </pc:sldChg>
      <pc:sldChg chg="del">
        <pc:chgData name="Shubhendu Kumar Singh" userId="461b01912b5747a3" providerId="LiveId" clId="{33F03114-2625-4F5E-B549-E1F85336BEB9}" dt="2025-04-15T00:29:02.398" v="3" actId="47"/>
        <pc:sldMkLst>
          <pc:docMk/>
          <pc:sldMk cId="2734379466" sldId="630"/>
        </pc:sldMkLst>
      </pc:sldChg>
      <pc:sldChg chg="del">
        <pc:chgData name="Shubhendu Kumar Singh" userId="461b01912b5747a3" providerId="LiveId" clId="{33F03114-2625-4F5E-B549-E1F85336BEB9}" dt="2025-04-15T00:29:02.398" v="3" actId="47"/>
        <pc:sldMkLst>
          <pc:docMk/>
          <pc:sldMk cId="2302023672" sldId="631"/>
        </pc:sldMkLst>
      </pc:sldChg>
      <pc:sldChg chg="del">
        <pc:chgData name="Shubhendu Kumar Singh" userId="461b01912b5747a3" providerId="LiveId" clId="{33F03114-2625-4F5E-B549-E1F85336BEB9}" dt="2025-04-15T00:29:02.398" v="3" actId="47"/>
        <pc:sldMkLst>
          <pc:docMk/>
          <pc:sldMk cId="2945109058" sldId="632"/>
        </pc:sldMkLst>
      </pc:sldChg>
      <pc:sldChg chg="del">
        <pc:chgData name="Shubhendu Kumar Singh" userId="461b01912b5747a3" providerId="LiveId" clId="{33F03114-2625-4F5E-B549-E1F85336BEB9}" dt="2025-04-15T00:29:02.398" v="3" actId="47"/>
        <pc:sldMkLst>
          <pc:docMk/>
          <pc:sldMk cId="2609431401" sldId="633"/>
        </pc:sldMkLst>
      </pc:sldChg>
      <pc:sldChg chg="del">
        <pc:chgData name="Shubhendu Kumar Singh" userId="461b01912b5747a3" providerId="LiveId" clId="{33F03114-2625-4F5E-B549-E1F85336BEB9}" dt="2025-04-15T00:29:02.398" v="3" actId="47"/>
        <pc:sldMkLst>
          <pc:docMk/>
          <pc:sldMk cId="684769842" sldId="634"/>
        </pc:sldMkLst>
      </pc:sldChg>
      <pc:sldChg chg="del">
        <pc:chgData name="Shubhendu Kumar Singh" userId="461b01912b5747a3" providerId="LiveId" clId="{33F03114-2625-4F5E-B549-E1F85336BEB9}" dt="2025-04-15T00:29:02.398" v="3" actId="47"/>
        <pc:sldMkLst>
          <pc:docMk/>
          <pc:sldMk cId="1878575477" sldId="635"/>
        </pc:sldMkLst>
      </pc:sldChg>
      <pc:sldChg chg="del">
        <pc:chgData name="Shubhendu Kumar Singh" userId="461b01912b5747a3" providerId="LiveId" clId="{33F03114-2625-4F5E-B549-E1F85336BEB9}" dt="2025-04-15T00:29:02.398" v="3" actId="47"/>
        <pc:sldMkLst>
          <pc:docMk/>
          <pc:sldMk cId="186729195" sldId="636"/>
        </pc:sldMkLst>
      </pc:sldChg>
      <pc:sldChg chg="del">
        <pc:chgData name="Shubhendu Kumar Singh" userId="461b01912b5747a3" providerId="LiveId" clId="{33F03114-2625-4F5E-B549-E1F85336BEB9}" dt="2025-04-15T00:29:02.398" v="3" actId="47"/>
        <pc:sldMkLst>
          <pc:docMk/>
          <pc:sldMk cId="1496523940" sldId="637"/>
        </pc:sldMkLst>
      </pc:sldChg>
      <pc:sldChg chg="del">
        <pc:chgData name="Shubhendu Kumar Singh" userId="461b01912b5747a3" providerId="LiveId" clId="{33F03114-2625-4F5E-B549-E1F85336BEB9}" dt="2025-04-15T00:29:02.398" v="3" actId="47"/>
        <pc:sldMkLst>
          <pc:docMk/>
          <pc:sldMk cId="662419460" sldId="638"/>
        </pc:sldMkLst>
      </pc:sldChg>
      <pc:sldChg chg="del">
        <pc:chgData name="Shubhendu Kumar Singh" userId="461b01912b5747a3" providerId="LiveId" clId="{33F03114-2625-4F5E-B549-E1F85336BEB9}" dt="2025-04-15T00:29:02.398" v="3" actId="47"/>
        <pc:sldMkLst>
          <pc:docMk/>
          <pc:sldMk cId="1056730406" sldId="639"/>
        </pc:sldMkLst>
      </pc:sldChg>
      <pc:sldChg chg="del">
        <pc:chgData name="Shubhendu Kumar Singh" userId="461b01912b5747a3" providerId="LiveId" clId="{33F03114-2625-4F5E-B549-E1F85336BEB9}" dt="2025-04-15T00:29:02.398" v="3" actId="47"/>
        <pc:sldMkLst>
          <pc:docMk/>
          <pc:sldMk cId="4053866940" sldId="640"/>
        </pc:sldMkLst>
      </pc:sldChg>
      <pc:sldChg chg="del">
        <pc:chgData name="Shubhendu Kumar Singh" userId="461b01912b5747a3" providerId="LiveId" clId="{33F03114-2625-4F5E-B549-E1F85336BEB9}" dt="2025-04-15T00:29:02.398" v="3" actId="47"/>
        <pc:sldMkLst>
          <pc:docMk/>
          <pc:sldMk cId="3306633690" sldId="641"/>
        </pc:sldMkLst>
      </pc:sldChg>
      <pc:sldChg chg="del">
        <pc:chgData name="Shubhendu Kumar Singh" userId="461b01912b5747a3" providerId="LiveId" clId="{33F03114-2625-4F5E-B549-E1F85336BEB9}" dt="2025-04-15T00:29:02.398" v="3" actId="47"/>
        <pc:sldMkLst>
          <pc:docMk/>
          <pc:sldMk cId="3858652944" sldId="642"/>
        </pc:sldMkLst>
      </pc:sldChg>
      <pc:sldChg chg="del">
        <pc:chgData name="Shubhendu Kumar Singh" userId="461b01912b5747a3" providerId="LiveId" clId="{33F03114-2625-4F5E-B549-E1F85336BEB9}" dt="2025-04-15T00:29:02.398" v="3" actId="47"/>
        <pc:sldMkLst>
          <pc:docMk/>
          <pc:sldMk cId="928260786" sldId="643"/>
        </pc:sldMkLst>
      </pc:sldChg>
      <pc:sldChg chg="del">
        <pc:chgData name="Shubhendu Kumar Singh" userId="461b01912b5747a3" providerId="LiveId" clId="{33F03114-2625-4F5E-B549-E1F85336BEB9}" dt="2025-04-15T00:29:02.398" v="3" actId="47"/>
        <pc:sldMkLst>
          <pc:docMk/>
          <pc:sldMk cId="3544075498" sldId="644"/>
        </pc:sldMkLst>
      </pc:sldChg>
      <pc:sldChg chg="del">
        <pc:chgData name="Shubhendu Kumar Singh" userId="461b01912b5747a3" providerId="LiveId" clId="{33F03114-2625-4F5E-B549-E1F85336BEB9}" dt="2025-04-15T00:29:02.398" v="3" actId="47"/>
        <pc:sldMkLst>
          <pc:docMk/>
          <pc:sldMk cId="3801729895" sldId="645"/>
        </pc:sldMkLst>
      </pc:sldChg>
      <pc:sldChg chg="del">
        <pc:chgData name="Shubhendu Kumar Singh" userId="461b01912b5747a3" providerId="LiveId" clId="{33F03114-2625-4F5E-B549-E1F85336BEB9}" dt="2025-04-15T00:29:02.398" v="3" actId="47"/>
        <pc:sldMkLst>
          <pc:docMk/>
          <pc:sldMk cId="333266237" sldId="646"/>
        </pc:sldMkLst>
      </pc:sldChg>
      <pc:sldChg chg="del">
        <pc:chgData name="Shubhendu Kumar Singh" userId="461b01912b5747a3" providerId="LiveId" clId="{33F03114-2625-4F5E-B549-E1F85336BEB9}" dt="2025-04-15T00:29:02.398" v="3" actId="47"/>
        <pc:sldMkLst>
          <pc:docMk/>
          <pc:sldMk cId="1567503058" sldId="647"/>
        </pc:sldMkLst>
      </pc:sldChg>
      <pc:sldChg chg="del">
        <pc:chgData name="Shubhendu Kumar Singh" userId="461b01912b5747a3" providerId="LiveId" clId="{33F03114-2625-4F5E-B549-E1F85336BEB9}" dt="2025-04-15T00:29:02.398" v="3" actId="47"/>
        <pc:sldMkLst>
          <pc:docMk/>
          <pc:sldMk cId="2208132945" sldId="648"/>
        </pc:sldMkLst>
      </pc:sldChg>
      <pc:sldChg chg="del">
        <pc:chgData name="Shubhendu Kumar Singh" userId="461b01912b5747a3" providerId="LiveId" clId="{33F03114-2625-4F5E-B549-E1F85336BEB9}" dt="2025-04-15T00:29:02.398" v="3" actId="47"/>
        <pc:sldMkLst>
          <pc:docMk/>
          <pc:sldMk cId="468662832" sldId="649"/>
        </pc:sldMkLst>
      </pc:sldChg>
      <pc:sldChg chg="del">
        <pc:chgData name="Shubhendu Kumar Singh" userId="461b01912b5747a3" providerId="LiveId" clId="{33F03114-2625-4F5E-B549-E1F85336BEB9}" dt="2025-04-15T00:29:02.398" v="3" actId="47"/>
        <pc:sldMkLst>
          <pc:docMk/>
          <pc:sldMk cId="825920284" sldId="650"/>
        </pc:sldMkLst>
      </pc:sldChg>
      <pc:sldChg chg="del">
        <pc:chgData name="Shubhendu Kumar Singh" userId="461b01912b5747a3" providerId="LiveId" clId="{33F03114-2625-4F5E-B549-E1F85336BEB9}" dt="2025-04-15T00:29:02.398" v="3" actId="47"/>
        <pc:sldMkLst>
          <pc:docMk/>
          <pc:sldMk cId="2587660702" sldId="651"/>
        </pc:sldMkLst>
      </pc:sldChg>
      <pc:sldChg chg="del">
        <pc:chgData name="Shubhendu Kumar Singh" userId="461b01912b5747a3" providerId="LiveId" clId="{33F03114-2625-4F5E-B549-E1F85336BEB9}" dt="2025-04-15T00:29:02.398" v="3" actId="47"/>
        <pc:sldMkLst>
          <pc:docMk/>
          <pc:sldMk cId="4161369240" sldId="652"/>
        </pc:sldMkLst>
      </pc:sldChg>
      <pc:sldChg chg="del">
        <pc:chgData name="Shubhendu Kumar Singh" userId="461b01912b5747a3" providerId="LiveId" clId="{33F03114-2625-4F5E-B549-E1F85336BEB9}" dt="2025-04-15T00:29:02.398" v="3" actId="47"/>
        <pc:sldMkLst>
          <pc:docMk/>
          <pc:sldMk cId="1307686036" sldId="653"/>
        </pc:sldMkLst>
      </pc:sldChg>
      <pc:sldChg chg="del">
        <pc:chgData name="Shubhendu Kumar Singh" userId="461b01912b5747a3" providerId="LiveId" clId="{33F03114-2625-4F5E-B549-E1F85336BEB9}" dt="2025-04-15T00:29:02.398" v="3" actId="47"/>
        <pc:sldMkLst>
          <pc:docMk/>
          <pc:sldMk cId="2072393348" sldId="654"/>
        </pc:sldMkLst>
      </pc:sldChg>
      <pc:sldChg chg="del">
        <pc:chgData name="Shubhendu Kumar Singh" userId="461b01912b5747a3" providerId="LiveId" clId="{33F03114-2625-4F5E-B549-E1F85336BEB9}" dt="2025-04-15T00:29:02.398" v="3" actId="47"/>
        <pc:sldMkLst>
          <pc:docMk/>
          <pc:sldMk cId="3074041021" sldId="655"/>
        </pc:sldMkLst>
      </pc:sldChg>
      <pc:sldChg chg="del">
        <pc:chgData name="Shubhendu Kumar Singh" userId="461b01912b5747a3" providerId="LiveId" clId="{33F03114-2625-4F5E-B549-E1F85336BEB9}" dt="2025-04-15T00:29:02.398" v="3" actId="47"/>
        <pc:sldMkLst>
          <pc:docMk/>
          <pc:sldMk cId="3352067736" sldId="656"/>
        </pc:sldMkLst>
      </pc:sldChg>
      <pc:sldChg chg="del">
        <pc:chgData name="Shubhendu Kumar Singh" userId="461b01912b5747a3" providerId="LiveId" clId="{33F03114-2625-4F5E-B549-E1F85336BEB9}" dt="2025-04-15T00:29:02.398" v="3" actId="47"/>
        <pc:sldMkLst>
          <pc:docMk/>
          <pc:sldMk cId="1414775976" sldId="657"/>
        </pc:sldMkLst>
      </pc:sldChg>
      <pc:sldChg chg="del">
        <pc:chgData name="Shubhendu Kumar Singh" userId="461b01912b5747a3" providerId="LiveId" clId="{33F03114-2625-4F5E-B549-E1F85336BEB9}" dt="2025-04-15T00:29:02.398" v="3" actId="47"/>
        <pc:sldMkLst>
          <pc:docMk/>
          <pc:sldMk cId="4159087435" sldId="658"/>
        </pc:sldMkLst>
      </pc:sldChg>
      <pc:sldChg chg="del">
        <pc:chgData name="Shubhendu Kumar Singh" userId="461b01912b5747a3" providerId="LiveId" clId="{33F03114-2625-4F5E-B549-E1F85336BEB9}" dt="2025-04-15T00:29:02.398" v="3" actId="47"/>
        <pc:sldMkLst>
          <pc:docMk/>
          <pc:sldMk cId="3692059990" sldId="659"/>
        </pc:sldMkLst>
      </pc:sldChg>
      <pc:sldChg chg="del">
        <pc:chgData name="Shubhendu Kumar Singh" userId="461b01912b5747a3" providerId="LiveId" clId="{33F03114-2625-4F5E-B549-E1F85336BEB9}" dt="2025-04-15T00:29:02.398" v="3" actId="47"/>
        <pc:sldMkLst>
          <pc:docMk/>
          <pc:sldMk cId="2921119350" sldId="660"/>
        </pc:sldMkLst>
      </pc:sldChg>
      <pc:sldChg chg="del">
        <pc:chgData name="Shubhendu Kumar Singh" userId="461b01912b5747a3" providerId="LiveId" clId="{33F03114-2625-4F5E-B549-E1F85336BEB9}" dt="2025-04-15T00:29:02.398" v="3" actId="47"/>
        <pc:sldMkLst>
          <pc:docMk/>
          <pc:sldMk cId="1832546762" sldId="661"/>
        </pc:sldMkLst>
      </pc:sldChg>
      <pc:sldChg chg="del">
        <pc:chgData name="Shubhendu Kumar Singh" userId="461b01912b5747a3" providerId="LiveId" clId="{33F03114-2625-4F5E-B549-E1F85336BEB9}" dt="2025-04-15T00:29:02.398" v="3" actId="47"/>
        <pc:sldMkLst>
          <pc:docMk/>
          <pc:sldMk cId="1029393708" sldId="662"/>
        </pc:sldMkLst>
      </pc:sldChg>
      <pc:sldChg chg="del">
        <pc:chgData name="Shubhendu Kumar Singh" userId="461b01912b5747a3" providerId="LiveId" clId="{33F03114-2625-4F5E-B549-E1F85336BEB9}" dt="2025-04-15T00:29:02.398" v="3" actId="47"/>
        <pc:sldMkLst>
          <pc:docMk/>
          <pc:sldMk cId="439385957" sldId="663"/>
        </pc:sldMkLst>
      </pc:sldChg>
      <pc:sldChg chg="del">
        <pc:chgData name="Shubhendu Kumar Singh" userId="461b01912b5747a3" providerId="LiveId" clId="{33F03114-2625-4F5E-B549-E1F85336BEB9}" dt="2025-04-15T00:29:02.398" v="3" actId="47"/>
        <pc:sldMkLst>
          <pc:docMk/>
          <pc:sldMk cId="4150855370" sldId="664"/>
        </pc:sldMkLst>
      </pc:sldChg>
      <pc:sldChg chg="del">
        <pc:chgData name="Shubhendu Kumar Singh" userId="461b01912b5747a3" providerId="LiveId" clId="{33F03114-2625-4F5E-B549-E1F85336BEB9}" dt="2025-04-15T00:29:02.398" v="3" actId="47"/>
        <pc:sldMkLst>
          <pc:docMk/>
          <pc:sldMk cId="2636624176" sldId="665"/>
        </pc:sldMkLst>
      </pc:sldChg>
      <pc:sldChg chg="del">
        <pc:chgData name="Shubhendu Kumar Singh" userId="461b01912b5747a3" providerId="LiveId" clId="{33F03114-2625-4F5E-B549-E1F85336BEB9}" dt="2025-04-15T00:29:02.398" v="3" actId="47"/>
        <pc:sldMkLst>
          <pc:docMk/>
          <pc:sldMk cId="3442609267" sldId="666"/>
        </pc:sldMkLst>
      </pc:sldChg>
      <pc:sldChg chg="del">
        <pc:chgData name="Shubhendu Kumar Singh" userId="461b01912b5747a3" providerId="LiveId" clId="{33F03114-2625-4F5E-B549-E1F85336BEB9}" dt="2025-04-15T00:29:02.398" v="3" actId="47"/>
        <pc:sldMkLst>
          <pc:docMk/>
          <pc:sldMk cId="2452424346" sldId="667"/>
        </pc:sldMkLst>
      </pc:sldChg>
      <pc:sldChg chg="del">
        <pc:chgData name="Shubhendu Kumar Singh" userId="461b01912b5747a3" providerId="LiveId" clId="{33F03114-2625-4F5E-B549-E1F85336BEB9}" dt="2025-04-15T00:29:02.398" v="3" actId="47"/>
        <pc:sldMkLst>
          <pc:docMk/>
          <pc:sldMk cId="1060342684" sldId="668"/>
        </pc:sldMkLst>
      </pc:sldChg>
      <pc:sldChg chg="del">
        <pc:chgData name="Shubhendu Kumar Singh" userId="461b01912b5747a3" providerId="LiveId" clId="{33F03114-2625-4F5E-B549-E1F85336BEB9}" dt="2025-04-15T00:29:02.398" v="3" actId="47"/>
        <pc:sldMkLst>
          <pc:docMk/>
          <pc:sldMk cId="3002606696" sldId="669"/>
        </pc:sldMkLst>
      </pc:sldChg>
      <pc:sldChg chg="del">
        <pc:chgData name="Shubhendu Kumar Singh" userId="461b01912b5747a3" providerId="LiveId" clId="{33F03114-2625-4F5E-B549-E1F85336BEB9}" dt="2025-04-15T00:29:02.398" v="3" actId="47"/>
        <pc:sldMkLst>
          <pc:docMk/>
          <pc:sldMk cId="570709286" sldId="670"/>
        </pc:sldMkLst>
      </pc:sldChg>
      <pc:sldChg chg="del">
        <pc:chgData name="Shubhendu Kumar Singh" userId="461b01912b5747a3" providerId="LiveId" clId="{33F03114-2625-4F5E-B549-E1F85336BEB9}" dt="2025-04-15T00:29:02.398" v="3" actId="47"/>
        <pc:sldMkLst>
          <pc:docMk/>
          <pc:sldMk cId="2283612534" sldId="671"/>
        </pc:sldMkLst>
      </pc:sldChg>
      <pc:sldChg chg="del">
        <pc:chgData name="Shubhendu Kumar Singh" userId="461b01912b5747a3" providerId="LiveId" clId="{33F03114-2625-4F5E-B549-E1F85336BEB9}" dt="2025-04-15T00:29:02.398" v="3" actId="47"/>
        <pc:sldMkLst>
          <pc:docMk/>
          <pc:sldMk cId="2385447988" sldId="672"/>
        </pc:sldMkLst>
      </pc:sldChg>
      <pc:sldChg chg="del">
        <pc:chgData name="Shubhendu Kumar Singh" userId="461b01912b5747a3" providerId="LiveId" clId="{33F03114-2625-4F5E-B549-E1F85336BEB9}" dt="2025-04-15T00:29:02.398" v="3" actId="47"/>
        <pc:sldMkLst>
          <pc:docMk/>
          <pc:sldMk cId="624695079" sldId="673"/>
        </pc:sldMkLst>
      </pc:sldChg>
      <pc:sldChg chg="del">
        <pc:chgData name="Shubhendu Kumar Singh" userId="461b01912b5747a3" providerId="LiveId" clId="{33F03114-2625-4F5E-B549-E1F85336BEB9}" dt="2025-04-15T00:29:02.398" v="3" actId="47"/>
        <pc:sldMkLst>
          <pc:docMk/>
          <pc:sldMk cId="548430205" sldId="674"/>
        </pc:sldMkLst>
      </pc:sldChg>
      <pc:sldChg chg="del">
        <pc:chgData name="Shubhendu Kumar Singh" userId="461b01912b5747a3" providerId="LiveId" clId="{33F03114-2625-4F5E-B549-E1F85336BEB9}" dt="2025-04-15T00:29:02.398" v="3" actId="47"/>
        <pc:sldMkLst>
          <pc:docMk/>
          <pc:sldMk cId="530477546" sldId="675"/>
        </pc:sldMkLst>
      </pc:sldChg>
      <pc:sldChg chg="del">
        <pc:chgData name="Shubhendu Kumar Singh" userId="461b01912b5747a3" providerId="LiveId" clId="{33F03114-2625-4F5E-B549-E1F85336BEB9}" dt="2025-04-15T00:29:02.398" v="3" actId="47"/>
        <pc:sldMkLst>
          <pc:docMk/>
          <pc:sldMk cId="2998022237" sldId="676"/>
        </pc:sldMkLst>
      </pc:sldChg>
      <pc:sldChg chg="del">
        <pc:chgData name="Shubhendu Kumar Singh" userId="461b01912b5747a3" providerId="LiveId" clId="{33F03114-2625-4F5E-B549-E1F85336BEB9}" dt="2025-04-15T00:29:02.398" v="3" actId="47"/>
        <pc:sldMkLst>
          <pc:docMk/>
          <pc:sldMk cId="3423165307" sldId="677"/>
        </pc:sldMkLst>
      </pc:sldChg>
      <pc:sldChg chg="del">
        <pc:chgData name="Shubhendu Kumar Singh" userId="461b01912b5747a3" providerId="LiveId" clId="{33F03114-2625-4F5E-B549-E1F85336BEB9}" dt="2025-04-15T00:29:02.398" v="3" actId="47"/>
        <pc:sldMkLst>
          <pc:docMk/>
          <pc:sldMk cId="1054266251" sldId="678"/>
        </pc:sldMkLst>
      </pc:sldChg>
      <pc:sldChg chg="del">
        <pc:chgData name="Shubhendu Kumar Singh" userId="461b01912b5747a3" providerId="LiveId" clId="{33F03114-2625-4F5E-B549-E1F85336BEB9}" dt="2025-04-15T00:29:02.398" v="3" actId="47"/>
        <pc:sldMkLst>
          <pc:docMk/>
          <pc:sldMk cId="4202051111" sldId="679"/>
        </pc:sldMkLst>
      </pc:sldChg>
      <pc:sldChg chg="del">
        <pc:chgData name="Shubhendu Kumar Singh" userId="461b01912b5747a3" providerId="LiveId" clId="{33F03114-2625-4F5E-B549-E1F85336BEB9}" dt="2025-04-15T00:29:02.398" v="3" actId="47"/>
        <pc:sldMkLst>
          <pc:docMk/>
          <pc:sldMk cId="37890190" sldId="680"/>
        </pc:sldMkLst>
      </pc:sldChg>
    </pc:docChg>
  </pc:docChgLst>
  <pc:docChgLst>
    <pc:chgData name="Shubhendu Kumar Singh" userId="461b01912b5747a3" providerId="LiveId" clId="{123257E2-2039-4D81-A3D1-C3DE1B36AB83}"/>
    <pc:docChg chg="undo custSel addSld modSld">
      <pc:chgData name="Shubhendu Kumar Singh" userId="461b01912b5747a3" providerId="LiveId" clId="{123257E2-2039-4D81-A3D1-C3DE1B36AB83}" dt="2024-10-15T09:05:49.970" v="99" actId="1076"/>
      <pc:docMkLst>
        <pc:docMk/>
      </pc:docMkLst>
      <pc:sldChg chg="addSp delSp modSp add mod">
        <pc:chgData name="Shubhendu Kumar Singh" userId="461b01912b5747a3" providerId="LiveId" clId="{123257E2-2039-4D81-A3D1-C3DE1B36AB83}" dt="2024-10-15T09:05:49.970" v="99" actId="1076"/>
        <pc:sldMkLst>
          <pc:docMk/>
          <pc:sldMk cId="2249308559" sldId="423"/>
        </pc:sldMkLst>
      </pc:sldChg>
    </pc:docChg>
  </pc:docChgLst>
  <pc:docChgLst>
    <pc:chgData name="Shubhendu Kumar Singh" userId="461b01912b5747a3" providerId="LiveId" clId="{8DA101E7-219C-42A9-A626-1AD361B1496E}"/>
    <pc:docChg chg="undo custSel addSld modSld sldOrd">
      <pc:chgData name="Shubhendu Kumar Singh" userId="461b01912b5747a3" providerId="LiveId" clId="{8DA101E7-219C-42A9-A626-1AD361B1496E}" dt="2025-04-03T04:57:23.038" v="2421" actId="20577"/>
      <pc:docMkLst>
        <pc:docMk/>
      </pc:docMkLst>
      <pc:sldChg chg="addSp modSp mod">
        <pc:chgData name="Shubhendu Kumar Singh" userId="461b01912b5747a3" providerId="LiveId" clId="{8DA101E7-219C-42A9-A626-1AD361B1496E}" dt="2025-04-03T04:56:43.026" v="2394" actId="20577"/>
        <pc:sldMkLst>
          <pc:docMk/>
          <pc:sldMk cId="1781190439" sldId="617"/>
        </pc:sldMkLst>
      </pc:sldChg>
      <pc:sldChg chg="modSp mod">
        <pc:chgData name="Shubhendu Kumar Singh" userId="461b01912b5747a3" providerId="LiveId" clId="{8DA101E7-219C-42A9-A626-1AD361B1496E}" dt="2025-04-03T04:56:52.607" v="2400" actId="20577"/>
        <pc:sldMkLst>
          <pc:docMk/>
          <pc:sldMk cId="2503828734" sldId="618"/>
        </pc:sldMkLst>
      </pc:sldChg>
      <pc:sldChg chg="addSp delSp modSp mod">
        <pc:chgData name="Shubhendu Kumar Singh" userId="461b01912b5747a3" providerId="LiveId" clId="{8DA101E7-219C-42A9-A626-1AD361B1496E}" dt="2025-04-03T04:56:58.039" v="2406" actId="20577"/>
        <pc:sldMkLst>
          <pc:docMk/>
          <pc:sldMk cId="3073505247" sldId="619"/>
        </pc:sldMkLst>
      </pc:sldChg>
      <pc:sldChg chg="addSp delSp modSp mod">
        <pc:chgData name="Shubhendu Kumar Singh" userId="461b01912b5747a3" providerId="LiveId" clId="{8DA101E7-219C-42A9-A626-1AD361B1496E}" dt="2025-04-03T04:57:05.055" v="2409" actId="20577"/>
        <pc:sldMkLst>
          <pc:docMk/>
          <pc:sldMk cId="4160418850" sldId="620"/>
        </pc:sldMkLst>
      </pc:sldChg>
      <pc:sldChg chg="addSp delSp modSp mod">
        <pc:chgData name="Shubhendu Kumar Singh" userId="461b01912b5747a3" providerId="LiveId" clId="{8DA101E7-219C-42A9-A626-1AD361B1496E}" dt="2025-04-03T04:57:18.167" v="2418" actId="20577"/>
        <pc:sldMkLst>
          <pc:docMk/>
          <pc:sldMk cId="2958828988" sldId="621"/>
        </pc:sldMkLst>
      </pc:sldChg>
      <pc:sldChg chg="addSp delSp modSp mod">
        <pc:chgData name="Shubhendu Kumar Singh" userId="461b01912b5747a3" providerId="LiveId" clId="{8DA101E7-219C-42A9-A626-1AD361B1496E}" dt="2025-04-03T04:57:23.038" v="2421" actId="20577"/>
        <pc:sldMkLst>
          <pc:docMk/>
          <pc:sldMk cId="2223937455" sldId="622"/>
        </pc:sldMkLst>
      </pc:sldChg>
      <pc:sldChg chg="addSp delSp modSp add mod">
        <pc:chgData name="Shubhendu Kumar Singh" userId="461b01912b5747a3" providerId="LiveId" clId="{8DA101E7-219C-42A9-A626-1AD361B1496E}" dt="2025-04-03T04:57:12.845" v="2415" actId="20577"/>
        <pc:sldMkLst>
          <pc:docMk/>
          <pc:sldMk cId="1910374667" sldId="623"/>
        </pc:sldMkLst>
      </pc:sldChg>
      <pc:sldChg chg="addSp delSp modSp add mod ord">
        <pc:chgData name="Shubhendu Kumar Singh" userId="461b01912b5747a3" providerId="LiveId" clId="{8DA101E7-219C-42A9-A626-1AD361B1496E}" dt="2025-04-01T01:34:49.058" v="160" actId="1076"/>
        <pc:sldMkLst>
          <pc:docMk/>
          <pc:sldMk cId="742872938" sldId="624"/>
        </pc:sldMkLst>
      </pc:sldChg>
      <pc:sldChg chg="delSp modSp mod">
        <pc:chgData name="Shubhendu Kumar Singh" userId="461b01912b5747a3" providerId="LiveId" clId="{8DA101E7-219C-42A9-A626-1AD361B1496E}" dt="2025-04-01T04:03:02.339" v="164" actId="1076"/>
        <pc:sldMkLst>
          <pc:docMk/>
          <pc:sldMk cId="3235552705" sldId="625"/>
        </pc:sldMkLst>
      </pc:sldChg>
      <pc:sldChg chg="modSp mod">
        <pc:chgData name="Shubhendu Kumar Singh" userId="461b01912b5747a3" providerId="LiveId" clId="{8DA101E7-219C-42A9-A626-1AD361B1496E}" dt="2025-04-01T04:03:20.113" v="189" actId="20577"/>
        <pc:sldMkLst>
          <pc:docMk/>
          <pc:sldMk cId="1854450514" sldId="626"/>
        </pc:sldMkLst>
      </pc:sldChg>
      <pc:sldChg chg="addSp delSp modSp mod">
        <pc:chgData name="Shubhendu Kumar Singh" userId="461b01912b5747a3" providerId="LiveId" clId="{8DA101E7-219C-42A9-A626-1AD361B1496E}" dt="2025-04-01T08:00:10.652" v="357" actId="20577"/>
        <pc:sldMkLst>
          <pc:docMk/>
          <pc:sldMk cId="184635143" sldId="627"/>
        </pc:sldMkLst>
      </pc:sldChg>
      <pc:sldChg chg="addSp delSp modSp mod">
        <pc:chgData name="Shubhendu Kumar Singh" userId="461b01912b5747a3" providerId="LiveId" clId="{8DA101E7-219C-42A9-A626-1AD361B1496E}" dt="2025-04-01T04:19:27.818" v="261" actId="14100"/>
        <pc:sldMkLst>
          <pc:docMk/>
          <pc:sldMk cId="49678433" sldId="628"/>
        </pc:sldMkLst>
      </pc:sldChg>
      <pc:sldChg chg="addSp delSp modSp mod">
        <pc:chgData name="Shubhendu Kumar Singh" userId="461b01912b5747a3" providerId="LiveId" clId="{8DA101E7-219C-42A9-A626-1AD361B1496E}" dt="2025-04-01T04:21:07.486" v="290" actId="14100"/>
        <pc:sldMkLst>
          <pc:docMk/>
          <pc:sldMk cId="4272499353" sldId="629"/>
        </pc:sldMkLst>
      </pc:sldChg>
      <pc:sldChg chg="addSp delSp modSp mod">
        <pc:chgData name="Shubhendu Kumar Singh" userId="461b01912b5747a3" providerId="LiveId" clId="{8DA101E7-219C-42A9-A626-1AD361B1496E}" dt="2025-04-01T04:22:33.965" v="303" actId="14100"/>
        <pc:sldMkLst>
          <pc:docMk/>
          <pc:sldMk cId="2734379466" sldId="630"/>
        </pc:sldMkLst>
      </pc:sldChg>
      <pc:sldChg chg="addSp delSp modSp mod">
        <pc:chgData name="Shubhendu Kumar Singh" userId="461b01912b5747a3" providerId="LiveId" clId="{8DA101E7-219C-42A9-A626-1AD361B1496E}" dt="2025-04-01T04:22:55.399" v="308" actId="1076"/>
        <pc:sldMkLst>
          <pc:docMk/>
          <pc:sldMk cId="2302023672" sldId="631"/>
        </pc:sldMkLst>
      </pc:sldChg>
      <pc:sldChg chg="addSp delSp modSp add mod">
        <pc:chgData name="Shubhendu Kumar Singh" userId="461b01912b5747a3" providerId="LiveId" clId="{8DA101E7-219C-42A9-A626-1AD361B1496E}" dt="2025-04-02T04:28:25.526" v="452" actId="14100"/>
        <pc:sldMkLst>
          <pc:docMk/>
          <pc:sldMk cId="2945109058" sldId="632"/>
        </pc:sldMkLst>
      </pc:sldChg>
      <pc:sldChg chg="modSp mod">
        <pc:chgData name="Shubhendu Kumar Singh" userId="461b01912b5747a3" providerId="LiveId" clId="{8DA101E7-219C-42A9-A626-1AD361B1496E}" dt="2025-04-01T08:05:50.614" v="436" actId="20577"/>
        <pc:sldMkLst>
          <pc:docMk/>
          <pc:sldMk cId="2609431401" sldId="633"/>
        </pc:sldMkLst>
      </pc:sldChg>
      <pc:sldChg chg="modSp mod">
        <pc:chgData name="Shubhendu Kumar Singh" userId="461b01912b5747a3" providerId="LiveId" clId="{8DA101E7-219C-42A9-A626-1AD361B1496E}" dt="2025-04-02T07:56:41.109" v="680" actId="20577"/>
        <pc:sldMkLst>
          <pc:docMk/>
          <pc:sldMk cId="684769842" sldId="634"/>
        </pc:sldMkLst>
      </pc:sldChg>
      <pc:sldChg chg="addSp delSp modSp mod">
        <pc:chgData name="Shubhendu Kumar Singh" userId="461b01912b5747a3" providerId="LiveId" clId="{8DA101E7-219C-42A9-A626-1AD361B1496E}" dt="2025-04-01T08:00:42.995" v="364" actId="1076"/>
        <pc:sldMkLst>
          <pc:docMk/>
          <pc:sldMk cId="1878575477" sldId="635"/>
        </pc:sldMkLst>
      </pc:sldChg>
      <pc:sldChg chg="addSp delSp modSp mod">
        <pc:chgData name="Shubhendu Kumar Singh" userId="461b01912b5747a3" providerId="LiveId" clId="{8DA101E7-219C-42A9-A626-1AD361B1496E}" dt="2025-04-01T08:02:10.024" v="387" actId="14100"/>
        <pc:sldMkLst>
          <pc:docMk/>
          <pc:sldMk cId="186729195" sldId="636"/>
        </pc:sldMkLst>
      </pc:sldChg>
      <pc:sldChg chg="addSp delSp modSp mod">
        <pc:chgData name="Shubhendu Kumar Singh" userId="461b01912b5747a3" providerId="LiveId" clId="{8DA101E7-219C-42A9-A626-1AD361B1496E}" dt="2025-04-02T04:30:47.613" v="466" actId="14100"/>
        <pc:sldMkLst>
          <pc:docMk/>
          <pc:sldMk cId="1496523940" sldId="637"/>
        </pc:sldMkLst>
      </pc:sldChg>
      <pc:sldChg chg="addSp delSp modSp mod">
        <pc:chgData name="Shubhendu Kumar Singh" userId="461b01912b5747a3" providerId="LiveId" clId="{8DA101E7-219C-42A9-A626-1AD361B1496E}" dt="2025-04-01T08:04:14.519" v="415" actId="1076"/>
        <pc:sldMkLst>
          <pc:docMk/>
          <pc:sldMk cId="662419460" sldId="638"/>
        </pc:sldMkLst>
      </pc:sldChg>
      <pc:sldChg chg="addSp delSp modSp mod">
        <pc:chgData name="Shubhendu Kumar Singh" userId="461b01912b5747a3" providerId="LiveId" clId="{8DA101E7-219C-42A9-A626-1AD361B1496E}" dt="2025-04-01T08:05:14.495" v="429" actId="1076"/>
        <pc:sldMkLst>
          <pc:docMk/>
          <pc:sldMk cId="1056730406" sldId="639"/>
        </pc:sldMkLst>
      </pc:sldChg>
      <pc:sldChg chg="addSp delSp modSp mod">
        <pc:chgData name="Shubhendu Kumar Singh" userId="461b01912b5747a3" providerId="LiveId" clId="{8DA101E7-219C-42A9-A626-1AD361B1496E}" dt="2025-04-01T08:05:39.532" v="435" actId="1076"/>
        <pc:sldMkLst>
          <pc:docMk/>
          <pc:sldMk cId="4053866940" sldId="640"/>
        </pc:sldMkLst>
      </pc:sldChg>
      <pc:sldChg chg="addSp delSp modSp mod modAnim">
        <pc:chgData name="Shubhendu Kumar Singh" userId="461b01912b5747a3" providerId="LiveId" clId="{8DA101E7-219C-42A9-A626-1AD361B1496E}" dt="2025-04-03T04:41:38.331" v="2356"/>
        <pc:sldMkLst>
          <pc:docMk/>
          <pc:sldMk cId="3306633690" sldId="641"/>
        </pc:sldMkLst>
      </pc:sldChg>
      <pc:sldChg chg="modSp mod">
        <pc:chgData name="Shubhendu Kumar Singh" userId="461b01912b5747a3" providerId="LiveId" clId="{8DA101E7-219C-42A9-A626-1AD361B1496E}" dt="2025-04-02T23:01:34.922" v="766" actId="1076"/>
        <pc:sldMkLst>
          <pc:docMk/>
          <pc:sldMk cId="3858652944" sldId="642"/>
        </pc:sldMkLst>
      </pc:sldChg>
      <pc:sldChg chg="modSp mod">
        <pc:chgData name="Shubhendu Kumar Singh" userId="461b01912b5747a3" providerId="LiveId" clId="{8DA101E7-219C-42A9-A626-1AD361B1496E}" dt="2025-04-02T23:02:27.974" v="860" actId="20577"/>
        <pc:sldMkLst>
          <pc:docMk/>
          <pc:sldMk cId="928260786" sldId="643"/>
        </pc:sldMkLst>
      </pc:sldChg>
      <pc:sldChg chg="addSp delSp modSp mod">
        <pc:chgData name="Shubhendu Kumar Singh" userId="461b01912b5747a3" providerId="LiveId" clId="{8DA101E7-219C-42A9-A626-1AD361B1496E}" dt="2025-04-02T23:03:14.235" v="871" actId="1076"/>
        <pc:sldMkLst>
          <pc:docMk/>
          <pc:sldMk cId="3544075498" sldId="644"/>
        </pc:sldMkLst>
      </pc:sldChg>
      <pc:sldChg chg="addSp delSp modSp mod">
        <pc:chgData name="Shubhendu Kumar Singh" userId="461b01912b5747a3" providerId="LiveId" clId="{8DA101E7-219C-42A9-A626-1AD361B1496E}" dt="2025-04-02T23:04:27.822" v="894" actId="14100"/>
        <pc:sldMkLst>
          <pc:docMk/>
          <pc:sldMk cId="3801729895" sldId="645"/>
        </pc:sldMkLst>
      </pc:sldChg>
      <pc:sldChg chg="addSp delSp modSp mod">
        <pc:chgData name="Shubhendu Kumar Singh" userId="461b01912b5747a3" providerId="LiveId" clId="{8DA101E7-219C-42A9-A626-1AD361B1496E}" dt="2025-04-02T23:04:58.745" v="904" actId="14100"/>
        <pc:sldMkLst>
          <pc:docMk/>
          <pc:sldMk cId="333266237" sldId="646"/>
        </pc:sldMkLst>
      </pc:sldChg>
      <pc:sldChg chg="addSp delSp modSp mod">
        <pc:chgData name="Shubhendu Kumar Singh" userId="461b01912b5747a3" providerId="LiveId" clId="{8DA101E7-219C-42A9-A626-1AD361B1496E}" dt="2025-04-02T23:05:54.688" v="919" actId="14100"/>
        <pc:sldMkLst>
          <pc:docMk/>
          <pc:sldMk cId="1567503058" sldId="647"/>
        </pc:sldMkLst>
      </pc:sldChg>
      <pc:sldChg chg="addSp delSp modSp mod">
        <pc:chgData name="Shubhendu Kumar Singh" userId="461b01912b5747a3" providerId="LiveId" clId="{8DA101E7-219C-42A9-A626-1AD361B1496E}" dt="2025-04-02T23:06:38.418" v="933" actId="1076"/>
        <pc:sldMkLst>
          <pc:docMk/>
          <pc:sldMk cId="2208132945" sldId="648"/>
        </pc:sldMkLst>
      </pc:sldChg>
      <pc:sldChg chg="addSp delSp modSp mod">
        <pc:chgData name="Shubhendu Kumar Singh" userId="461b01912b5747a3" providerId="LiveId" clId="{8DA101E7-219C-42A9-A626-1AD361B1496E}" dt="2025-04-02T23:06:57.070" v="937" actId="962"/>
        <pc:sldMkLst>
          <pc:docMk/>
          <pc:sldMk cId="468662832" sldId="649"/>
        </pc:sldMkLst>
      </pc:sldChg>
      <pc:sldChg chg="addSp delSp modSp mod modAnim">
        <pc:chgData name="Shubhendu Kumar Singh" userId="461b01912b5747a3" providerId="LiveId" clId="{8DA101E7-219C-42A9-A626-1AD361B1496E}" dt="2025-04-03T04:38:18.539" v="2349" actId="14100"/>
        <pc:sldMkLst>
          <pc:docMk/>
          <pc:sldMk cId="825920284" sldId="650"/>
        </pc:sldMkLst>
      </pc:sldChg>
      <pc:sldChg chg="modSp mod">
        <pc:chgData name="Shubhendu Kumar Singh" userId="461b01912b5747a3" providerId="LiveId" clId="{8DA101E7-219C-42A9-A626-1AD361B1496E}" dt="2025-04-02T23:44:14.254" v="1151" actId="20577"/>
        <pc:sldMkLst>
          <pc:docMk/>
          <pc:sldMk cId="2587660702" sldId="651"/>
        </pc:sldMkLst>
      </pc:sldChg>
      <pc:sldChg chg="addSp delSp modSp mod">
        <pc:chgData name="Shubhendu Kumar Singh" userId="461b01912b5747a3" providerId="LiveId" clId="{8DA101E7-219C-42A9-A626-1AD361B1496E}" dt="2025-04-02T23:49:19.420" v="1277" actId="1076"/>
        <pc:sldMkLst>
          <pc:docMk/>
          <pc:sldMk cId="4161369240" sldId="652"/>
        </pc:sldMkLst>
      </pc:sldChg>
      <pc:sldChg chg="addSp delSp modSp add mod">
        <pc:chgData name="Shubhendu Kumar Singh" userId="461b01912b5747a3" providerId="LiveId" clId="{8DA101E7-219C-42A9-A626-1AD361B1496E}" dt="2025-04-02T23:49:39.470" v="1282" actId="1076"/>
        <pc:sldMkLst>
          <pc:docMk/>
          <pc:sldMk cId="1307686036" sldId="653"/>
        </pc:sldMkLst>
      </pc:sldChg>
      <pc:sldChg chg="addSp delSp modSp add mod">
        <pc:chgData name="Shubhendu Kumar Singh" userId="461b01912b5747a3" providerId="LiveId" clId="{8DA101E7-219C-42A9-A626-1AD361B1496E}" dt="2025-04-02T23:51:09.654" v="1318" actId="1076"/>
        <pc:sldMkLst>
          <pc:docMk/>
          <pc:sldMk cId="2072393348" sldId="654"/>
        </pc:sldMkLst>
      </pc:sldChg>
      <pc:sldChg chg="addSp delSp modSp add mod">
        <pc:chgData name="Shubhendu Kumar Singh" userId="461b01912b5747a3" providerId="LiveId" clId="{8DA101E7-219C-42A9-A626-1AD361B1496E}" dt="2025-04-02T23:52:23.590" v="1337" actId="1076"/>
        <pc:sldMkLst>
          <pc:docMk/>
          <pc:sldMk cId="3074041021" sldId="655"/>
        </pc:sldMkLst>
      </pc:sldChg>
      <pc:sldChg chg="addSp delSp modSp mod">
        <pc:chgData name="Shubhendu Kumar Singh" userId="461b01912b5747a3" providerId="LiveId" clId="{8DA101E7-219C-42A9-A626-1AD361B1496E}" dt="2025-04-02T23:53:30.857" v="1352" actId="1076"/>
        <pc:sldMkLst>
          <pc:docMk/>
          <pc:sldMk cId="3352067736" sldId="656"/>
        </pc:sldMkLst>
      </pc:sldChg>
      <pc:sldChg chg="addSp delSp modSp add mod">
        <pc:chgData name="Shubhendu Kumar Singh" userId="461b01912b5747a3" providerId="LiveId" clId="{8DA101E7-219C-42A9-A626-1AD361B1496E}" dt="2025-04-03T01:44:06.987" v="1358" actId="1076"/>
        <pc:sldMkLst>
          <pc:docMk/>
          <pc:sldMk cId="1414775976" sldId="657"/>
        </pc:sldMkLst>
      </pc:sldChg>
      <pc:sldChg chg="addSp delSp modSp add mod">
        <pc:chgData name="Shubhendu Kumar Singh" userId="461b01912b5747a3" providerId="LiveId" clId="{8DA101E7-219C-42A9-A626-1AD361B1496E}" dt="2025-04-03T01:50:00.067" v="1369" actId="14100"/>
        <pc:sldMkLst>
          <pc:docMk/>
          <pc:sldMk cId="4159087435" sldId="658"/>
        </pc:sldMkLst>
      </pc:sldChg>
      <pc:sldChg chg="addSp delSp modSp add mod">
        <pc:chgData name="Shubhendu Kumar Singh" userId="461b01912b5747a3" providerId="LiveId" clId="{8DA101E7-219C-42A9-A626-1AD361B1496E}" dt="2025-04-03T01:55:25.964" v="1375" actId="1076"/>
        <pc:sldMkLst>
          <pc:docMk/>
          <pc:sldMk cId="3692059990" sldId="659"/>
        </pc:sldMkLst>
      </pc:sldChg>
      <pc:sldChg chg="addSp delSp modSp add mod">
        <pc:chgData name="Shubhendu Kumar Singh" userId="461b01912b5747a3" providerId="LiveId" clId="{8DA101E7-219C-42A9-A626-1AD361B1496E}" dt="2025-04-03T01:58:29.785" v="1382" actId="1076"/>
        <pc:sldMkLst>
          <pc:docMk/>
          <pc:sldMk cId="2921119350" sldId="660"/>
        </pc:sldMkLst>
      </pc:sldChg>
      <pc:sldChg chg="addSp delSp modSp add mod">
        <pc:chgData name="Shubhendu Kumar Singh" userId="461b01912b5747a3" providerId="LiveId" clId="{8DA101E7-219C-42A9-A626-1AD361B1496E}" dt="2025-04-03T02:05:11.374" v="1390" actId="14100"/>
        <pc:sldMkLst>
          <pc:docMk/>
          <pc:sldMk cId="1832546762" sldId="661"/>
        </pc:sldMkLst>
      </pc:sldChg>
      <pc:sldChg chg="addSp delSp modSp add mod modAnim">
        <pc:chgData name="Shubhendu Kumar Singh" userId="461b01912b5747a3" providerId="LiveId" clId="{8DA101E7-219C-42A9-A626-1AD361B1496E}" dt="2025-04-03T02:19:27.778" v="1797"/>
        <pc:sldMkLst>
          <pc:docMk/>
          <pc:sldMk cId="1029393708" sldId="662"/>
        </pc:sldMkLst>
      </pc:sldChg>
      <pc:sldChg chg="addSp delSp modSp add mod">
        <pc:chgData name="Shubhendu Kumar Singh" userId="461b01912b5747a3" providerId="LiveId" clId="{8DA101E7-219C-42A9-A626-1AD361B1496E}" dt="2025-04-03T02:32:52.654" v="1910" actId="14100"/>
        <pc:sldMkLst>
          <pc:docMk/>
          <pc:sldMk cId="439385957" sldId="663"/>
        </pc:sldMkLst>
      </pc:sldChg>
      <pc:sldChg chg="modSp mod">
        <pc:chgData name="Shubhendu Kumar Singh" userId="461b01912b5747a3" providerId="LiveId" clId="{8DA101E7-219C-42A9-A626-1AD361B1496E}" dt="2025-04-03T04:18:51.302" v="2071" actId="20577"/>
        <pc:sldMkLst>
          <pc:docMk/>
          <pc:sldMk cId="4150855370" sldId="664"/>
        </pc:sldMkLst>
      </pc:sldChg>
      <pc:sldChg chg="modSp mod">
        <pc:chgData name="Shubhendu Kumar Singh" userId="461b01912b5747a3" providerId="LiveId" clId="{8DA101E7-219C-42A9-A626-1AD361B1496E}" dt="2025-04-03T04:18:58.262" v="2075" actId="20577"/>
        <pc:sldMkLst>
          <pc:docMk/>
          <pc:sldMk cId="2636624176" sldId="665"/>
        </pc:sldMkLst>
      </pc:sldChg>
      <pc:sldChg chg="addSp delSp modSp mod">
        <pc:chgData name="Shubhendu Kumar Singh" userId="461b01912b5747a3" providerId="LiveId" clId="{8DA101E7-219C-42A9-A626-1AD361B1496E}" dt="2025-04-03T04:19:25.021" v="2086" actId="1076"/>
        <pc:sldMkLst>
          <pc:docMk/>
          <pc:sldMk cId="3442609267" sldId="666"/>
        </pc:sldMkLst>
      </pc:sldChg>
      <pc:sldChg chg="addSp delSp modSp mod">
        <pc:chgData name="Shubhendu Kumar Singh" userId="461b01912b5747a3" providerId="LiveId" clId="{8DA101E7-219C-42A9-A626-1AD361B1496E}" dt="2025-04-03T04:20:09.176" v="2101" actId="14100"/>
        <pc:sldMkLst>
          <pc:docMk/>
          <pc:sldMk cId="2452424346" sldId="667"/>
        </pc:sldMkLst>
      </pc:sldChg>
      <pc:sldChg chg="addSp delSp modSp mod">
        <pc:chgData name="Shubhendu Kumar Singh" userId="461b01912b5747a3" providerId="LiveId" clId="{8DA101E7-219C-42A9-A626-1AD361B1496E}" dt="2025-04-03T04:20:43.214" v="2111" actId="14100"/>
        <pc:sldMkLst>
          <pc:docMk/>
          <pc:sldMk cId="1060342684" sldId="668"/>
        </pc:sldMkLst>
      </pc:sldChg>
      <pc:sldChg chg="addSp delSp modSp mod">
        <pc:chgData name="Shubhendu Kumar Singh" userId="461b01912b5747a3" providerId="LiveId" clId="{8DA101E7-219C-42A9-A626-1AD361B1496E}" dt="2025-04-03T04:21:33.588" v="2128" actId="14100"/>
        <pc:sldMkLst>
          <pc:docMk/>
          <pc:sldMk cId="3002606696" sldId="669"/>
        </pc:sldMkLst>
      </pc:sldChg>
      <pc:sldChg chg="addSp delSp modSp mod">
        <pc:chgData name="Shubhendu Kumar Singh" userId="461b01912b5747a3" providerId="LiveId" clId="{8DA101E7-219C-42A9-A626-1AD361B1496E}" dt="2025-04-03T04:22:13.440" v="2141" actId="14100"/>
        <pc:sldMkLst>
          <pc:docMk/>
          <pc:sldMk cId="570709286" sldId="670"/>
        </pc:sldMkLst>
      </pc:sldChg>
      <pc:sldChg chg="addSp delSp modSp mod">
        <pc:chgData name="Shubhendu Kumar Singh" userId="461b01912b5747a3" providerId="LiveId" clId="{8DA101E7-219C-42A9-A626-1AD361B1496E}" dt="2025-04-03T04:22:44.279" v="2147" actId="1076"/>
        <pc:sldMkLst>
          <pc:docMk/>
          <pc:sldMk cId="2283612534" sldId="671"/>
        </pc:sldMkLst>
      </pc:sldChg>
    </pc:docChg>
  </pc:docChgLst>
  <pc:docChgLst>
    <pc:chgData name="Shubhendu Kumar Singh" userId="461b01912b5747a3" providerId="LiveId" clId="{F8A85157-E817-47ED-9103-DE8D33375D5B}"/>
    <pc:docChg chg="undo custSel addSld delSld modSld sldOrd">
      <pc:chgData name="Shubhendu Kumar Singh" userId="461b01912b5747a3" providerId="LiveId" clId="{F8A85157-E817-47ED-9103-DE8D33375D5B}" dt="2025-02-27T04:43:33.250" v="698" actId="1076"/>
      <pc:docMkLst>
        <pc:docMk/>
      </pc:docMkLst>
      <pc:sldChg chg="del">
        <pc:chgData name="Shubhendu Kumar Singh" userId="461b01912b5747a3" providerId="LiveId" clId="{F8A85157-E817-47ED-9103-DE8D33375D5B}" dt="2025-02-27T02:22:04.336" v="501" actId="47"/>
        <pc:sldMkLst>
          <pc:docMk/>
          <pc:sldMk cId="2944807018" sldId="440"/>
        </pc:sldMkLst>
      </pc:sldChg>
      <pc:sldChg chg="del">
        <pc:chgData name="Shubhendu Kumar Singh" userId="461b01912b5747a3" providerId="LiveId" clId="{F8A85157-E817-47ED-9103-DE8D33375D5B}" dt="2025-02-27T02:22:04.336" v="501" actId="47"/>
        <pc:sldMkLst>
          <pc:docMk/>
          <pc:sldMk cId="3500109330" sldId="441"/>
        </pc:sldMkLst>
      </pc:sldChg>
      <pc:sldChg chg="del">
        <pc:chgData name="Shubhendu Kumar Singh" userId="461b01912b5747a3" providerId="LiveId" clId="{F8A85157-E817-47ED-9103-DE8D33375D5B}" dt="2025-02-27T02:22:04.336" v="501" actId="47"/>
        <pc:sldMkLst>
          <pc:docMk/>
          <pc:sldMk cId="932135082" sldId="442"/>
        </pc:sldMkLst>
      </pc:sldChg>
      <pc:sldChg chg="modSp mod">
        <pc:chgData name="Shubhendu Kumar Singh" userId="461b01912b5747a3" providerId="LiveId" clId="{F8A85157-E817-47ED-9103-DE8D33375D5B}" dt="2025-02-27T04:43:33.250" v="698" actId="1076"/>
        <pc:sldMkLst>
          <pc:docMk/>
          <pc:sldMk cId="495320295" sldId="443"/>
        </pc:sldMkLst>
      </pc:sldChg>
      <pc:sldChg chg="del">
        <pc:chgData name="Shubhendu Kumar Singh" userId="461b01912b5747a3" providerId="LiveId" clId="{F8A85157-E817-47ED-9103-DE8D33375D5B}" dt="2025-02-27T02:22:04.336" v="501" actId="47"/>
        <pc:sldMkLst>
          <pc:docMk/>
          <pc:sldMk cId="1866640217" sldId="446"/>
        </pc:sldMkLst>
      </pc:sldChg>
      <pc:sldChg chg="del">
        <pc:chgData name="Shubhendu Kumar Singh" userId="461b01912b5747a3" providerId="LiveId" clId="{F8A85157-E817-47ED-9103-DE8D33375D5B}" dt="2025-02-27T02:22:04.336" v="501" actId="47"/>
        <pc:sldMkLst>
          <pc:docMk/>
          <pc:sldMk cId="1356373293" sldId="447"/>
        </pc:sldMkLst>
      </pc:sldChg>
      <pc:sldChg chg="del">
        <pc:chgData name="Shubhendu Kumar Singh" userId="461b01912b5747a3" providerId="LiveId" clId="{F8A85157-E817-47ED-9103-DE8D33375D5B}" dt="2025-02-27T02:22:04.336" v="501" actId="47"/>
        <pc:sldMkLst>
          <pc:docMk/>
          <pc:sldMk cId="3677341236" sldId="448"/>
        </pc:sldMkLst>
      </pc:sldChg>
      <pc:sldChg chg="del">
        <pc:chgData name="Shubhendu Kumar Singh" userId="461b01912b5747a3" providerId="LiveId" clId="{F8A85157-E817-47ED-9103-DE8D33375D5B}" dt="2025-02-27T02:22:04.336" v="501" actId="47"/>
        <pc:sldMkLst>
          <pc:docMk/>
          <pc:sldMk cId="1014711234" sldId="451"/>
        </pc:sldMkLst>
      </pc:sldChg>
      <pc:sldChg chg="del">
        <pc:chgData name="Shubhendu Kumar Singh" userId="461b01912b5747a3" providerId="LiveId" clId="{F8A85157-E817-47ED-9103-DE8D33375D5B}" dt="2025-02-27T02:22:04.336" v="501" actId="47"/>
        <pc:sldMkLst>
          <pc:docMk/>
          <pc:sldMk cId="3229367106" sldId="452"/>
        </pc:sldMkLst>
      </pc:sldChg>
      <pc:sldChg chg="del">
        <pc:chgData name="Shubhendu Kumar Singh" userId="461b01912b5747a3" providerId="LiveId" clId="{F8A85157-E817-47ED-9103-DE8D33375D5B}" dt="2025-02-27T02:22:04.336" v="501" actId="47"/>
        <pc:sldMkLst>
          <pc:docMk/>
          <pc:sldMk cId="925879224" sldId="453"/>
        </pc:sldMkLst>
      </pc:sldChg>
      <pc:sldChg chg="del">
        <pc:chgData name="Shubhendu Kumar Singh" userId="461b01912b5747a3" providerId="LiveId" clId="{F8A85157-E817-47ED-9103-DE8D33375D5B}" dt="2025-02-27T02:22:04.336" v="501" actId="47"/>
        <pc:sldMkLst>
          <pc:docMk/>
          <pc:sldMk cId="1626087198" sldId="454"/>
        </pc:sldMkLst>
      </pc:sldChg>
      <pc:sldChg chg="delSp modSp add mod ord">
        <pc:chgData name="Shubhendu Kumar Singh" userId="461b01912b5747a3" providerId="LiveId" clId="{F8A85157-E817-47ED-9103-DE8D33375D5B}" dt="2025-02-27T02:00:53.331" v="67" actId="20577"/>
        <pc:sldMkLst>
          <pc:docMk/>
          <pc:sldMk cId="3307596543" sldId="476"/>
        </pc:sldMkLst>
      </pc:sldChg>
      <pc:sldChg chg="add del ord">
        <pc:chgData name="Shubhendu Kumar Singh" userId="461b01912b5747a3" providerId="LiveId" clId="{F8A85157-E817-47ED-9103-DE8D33375D5B}" dt="2025-02-27T01:59:16.301" v="6" actId="47"/>
        <pc:sldMkLst>
          <pc:docMk/>
          <pc:sldMk cId="1099903753" sldId="477"/>
        </pc:sldMkLst>
      </pc:sldChg>
      <pc:sldChg chg="modSp mod">
        <pc:chgData name="Shubhendu Kumar Singh" userId="461b01912b5747a3" providerId="LiveId" clId="{F8A85157-E817-47ED-9103-DE8D33375D5B}" dt="2025-02-27T02:00:18.815" v="34" actId="1076"/>
        <pc:sldMkLst>
          <pc:docMk/>
          <pc:sldMk cId="2718492323" sldId="477"/>
        </pc:sldMkLst>
      </pc:sldChg>
      <pc:sldChg chg="addSp delSp modSp add mod ord">
        <pc:chgData name="Shubhendu Kumar Singh" userId="461b01912b5747a3" providerId="LiveId" clId="{F8A85157-E817-47ED-9103-DE8D33375D5B}" dt="2025-02-27T02:13:06.705" v="362" actId="1076"/>
        <pc:sldMkLst>
          <pc:docMk/>
          <pc:sldMk cId="965329366" sldId="478"/>
        </pc:sldMkLst>
      </pc:sldChg>
      <pc:sldChg chg="addSp delSp modSp add mod">
        <pc:chgData name="Shubhendu Kumar Singh" userId="461b01912b5747a3" providerId="LiveId" clId="{F8A85157-E817-47ED-9103-DE8D33375D5B}" dt="2025-02-27T02:15:08.720" v="388" actId="14100"/>
        <pc:sldMkLst>
          <pc:docMk/>
          <pc:sldMk cId="651636018" sldId="479"/>
        </pc:sldMkLst>
      </pc:sldChg>
      <pc:sldChg chg="addSp delSp modSp add mod">
        <pc:chgData name="Shubhendu Kumar Singh" userId="461b01912b5747a3" providerId="LiveId" clId="{F8A85157-E817-47ED-9103-DE8D33375D5B}" dt="2025-02-27T02:25:42.622" v="551" actId="20577"/>
        <pc:sldMkLst>
          <pc:docMk/>
          <pc:sldMk cId="662154574" sldId="480"/>
        </pc:sldMkLst>
      </pc:sldChg>
      <pc:sldChg chg="addSp delSp modSp add mod">
        <pc:chgData name="Shubhendu Kumar Singh" userId="461b01912b5747a3" providerId="LiveId" clId="{F8A85157-E817-47ED-9103-DE8D33375D5B}" dt="2025-02-27T02:25:34.989" v="547" actId="20577"/>
        <pc:sldMkLst>
          <pc:docMk/>
          <pc:sldMk cId="1333068890" sldId="481"/>
        </pc:sldMkLst>
      </pc:sldChg>
      <pc:sldChg chg="addSp delSp modSp add mod">
        <pc:chgData name="Shubhendu Kumar Singh" userId="461b01912b5747a3" providerId="LiveId" clId="{F8A85157-E817-47ED-9103-DE8D33375D5B}" dt="2025-02-27T02:27:40.016" v="573" actId="1076"/>
        <pc:sldMkLst>
          <pc:docMk/>
          <pc:sldMk cId="770894705" sldId="482"/>
        </pc:sldMkLst>
      </pc:sldChg>
      <pc:sldChg chg="addSp delSp modSp add mod">
        <pc:chgData name="Shubhendu Kumar Singh" userId="461b01912b5747a3" providerId="LiveId" clId="{F8A85157-E817-47ED-9103-DE8D33375D5B}" dt="2025-02-27T02:29:58.921" v="600" actId="1076"/>
        <pc:sldMkLst>
          <pc:docMk/>
          <pc:sldMk cId="1190723556" sldId="483"/>
        </pc:sldMkLst>
      </pc:sldChg>
      <pc:sldChg chg="modSp add mod ord">
        <pc:chgData name="Shubhendu Kumar Singh" userId="461b01912b5747a3" providerId="LiveId" clId="{F8A85157-E817-47ED-9103-DE8D33375D5B}" dt="2025-02-27T02:36:16.952" v="697" actId="20577"/>
        <pc:sldMkLst>
          <pc:docMk/>
          <pc:sldMk cId="2741357865" sldId="484"/>
        </pc:sldMkLst>
      </pc:sldChg>
      <pc:sldChg chg="modSp add mod ord">
        <pc:chgData name="Shubhendu Kumar Singh" userId="461b01912b5747a3" providerId="LiveId" clId="{F8A85157-E817-47ED-9103-DE8D33375D5B}" dt="2025-02-27T02:30:54.430" v="650" actId="20577"/>
        <pc:sldMkLst>
          <pc:docMk/>
          <pc:sldMk cId="1973616441" sldId="485"/>
        </pc:sldMkLst>
      </pc:sldChg>
      <pc:sldChg chg="addSp delSp modSp add mod ord">
        <pc:chgData name="Shubhendu Kumar Singh" userId="461b01912b5747a3" providerId="LiveId" clId="{F8A85157-E817-47ED-9103-DE8D33375D5B}" dt="2025-02-27T02:32:06.253" v="664" actId="1076"/>
        <pc:sldMkLst>
          <pc:docMk/>
          <pc:sldMk cId="3724649546" sldId="486"/>
        </pc:sldMkLst>
      </pc:sldChg>
      <pc:sldChg chg="addSp delSp modSp add mod ord">
        <pc:chgData name="Shubhendu Kumar Singh" userId="461b01912b5747a3" providerId="LiveId" clId="{F8A85157-E817-47ED-9103-DE8D33375D5B}" dt="2025-02-27T02:33:59.601" v="685" actId="14100"/>
        <pc:sldMkLst>
          <pc:docMk/>
          <pc:sldMk cId="2407164125" sldId="487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42C853-0A27-134E-BC83-06337B1202C2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B34886-6FA0-DE48-9388-2785C7495B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8275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3289A8-597C-F9BA-6FF9-56A5EBE292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97EED6F-B737-E0C7-F0D6-318221542D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DBB341F-BDB1-C55F-F7AE-D6BB96F42D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68B200-1517-08BB-586D-8190CD72406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B34886-6FA0-DE48-9388-2785C7495B33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39307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B34886-6FA0-DE48-9388-2785C7495B33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133463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E57585-0885-9A56-5659-94E8FA347A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B6DBBFA-6384-3104-E54C-FA28B73CCD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93BD447-D1EE-A29D-9D22-218DD0491E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5119C2-18EF-491C-CC63-821F4E4B45A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B34886-6FA0-DE48-9388-2785C7495B33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019846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9B8E74-7E2A-471A-185B-4BE0104D8C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E7B1BFC-A6B4-4B05-2BF2-918F578828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8AD0D0C-256F-7565-6A9D-D39578EB50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ED70AF-2D6F-EC23-99C4-B601198510A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B34886-6FA0-DE48-9388-2785C7495B33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984584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B3AB38-87BC-34B5-A1F5-FFCEB59A24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CD5B5FF-3A68-E4C6-A4D9-A7EA67706C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976F2A5-CA9D-D705-C8D7-DC1CAF106C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7C4907-7C0D-22C3-8F0B-154B231C0DA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B34886-6FA0-DE48-9388-2785C7495B33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69849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7A0E0B-641B-4495-A0FC-58FE1AA56F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854200"/>
            <a:ext cx="9144000" cy="812483"/>
          </a:xfrm>
        </p:spPr>
        <p:txBody>
          <a:bodyPr anchor="b">
            <a:normAutofit/>
          </a:bodyPr>
          <a:lstStyle>
            <a:lvl1pPr algn="ctr">
              <a:defRPr sz="4400" b="1">
                <a:solidFill>
                  <a:srgbClr val="F86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10B8AAF-11F9-4296-8E3B-40C266627D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3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BEA6CA0-9EBA-4A15-97E7-AF1BD79EC9D4}"/>
              </a:ext>
            </a:extLst>
          </p:cNvPr>
          <p:cNvSpPr/>
          <p:nvPr/>
        </p:nvSpPr>
        <p:spPr>
          <a:xfrm>
            <a:off x="0" y="0"/>
            <a:ext cx="12192000" cy="552009"/>
          </a:xfrm>
          <a:prstGeom prst="rect">
            <a:avLst/>
          </a:prstGeom>
          <a:solidFill>
            <a:srgbClr val="F86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8409203"/>
      </p:ext>
    </p:extLst>
  </p:cSld>
  <p:clrMapOvr>
    <a:masterClrMapping/>
  </p:clrMapOvr>
  <p:hf hd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7AD7A93B-A8E4-4B72-9826-9AFC93CC6260}"/>
              </a:ext>
            </a:extLst>
          </p:cNvPr>
          <p:cNvSpPr/>
          <p:nvPr/>
        </p:nvSpPr>
        <p:spPr>
          <a:xfrm>
            <a:off x="0" y="0"/>
            <a:ext cx="12192000" cy="552009"/>
          </a:xfrm>
          <a:prstGeom prst="rect">
            <a:avLst/>
          </a:prstGeom>
          <a:solidFill>
            <a:srgbClr val="F86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86626"/>
              </a:solidFill>
            </a:endParaRP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E021617F-C02D-43F0-A172-B047BF5AA3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885" y="38555"/>
            <a:ext cx="9533323" cy="474898"/>
          </a:xfrm>
        </p:spPr>
        <p:txBody>
          <a:bodyPr>
            <a:normAutofit/>
          </a:bodyPr>
          <a:lstStyle>
            <a:lvl1pPr>
              <a:defRPr sz="24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10593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A08EE8-2048-408C-8214-31B02EB16A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885" y="114842"/>
            <a:ext cx="9533323" cy="566195"/>
          </a:xfrm>
        </p:spPr>
        <p:txBody>
          <a:bodyPr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6057BB-B693-4D54-952E-28F4E90DDF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3331"/>
            <a:ext cx="10515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1C7446F5-32CE-4719-8C71-1FA556DAFCFF}"/>
              </a:ext>
            </a:extLst>
          </p:cNvPr>
          <p:cNvGrpSpPr/>
          <p:nvPr/>
        </p:nvGrpSpPr>
        <p:grpSpPr>
          <a:xfrm>
            <a:off x="0" y="6648450"/>
            <a:ext cx="12192000" cy="209550"/>
            <a:chOff x="0" y="6648450"/>
            <a:chExt cx="12192000" cy="20955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331FF5B1-472A-4605-93EF-BC310C05B727}"/>
                </a:ext>
              </a:extLst>
            </p:cNvPr>
            <p:cNvSpPr/>
            <p:nvPr/>
          </p:nvSpPr>
          <p:spPr>
            <a:xfrm>
              <a:off x="8610600" y="6648450"/>
              <a:ext cx="3581400" cy="209550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DF985DEB-FB8E-4E1F-8662-91561B377F6F}"/>
                </a:ext>
              </a:extLst>
            </p:cNvPr>
            <p:cNvSpPr/>
            <p:nvPr userDrawn="1"/>
          </p:nvSpPr>
          <p:spPr>
            <a:xfrm>
              <a:off x="3581400" y="6648450"/>
              <a:ext cx="5029200" cy="209550"/>
            </a:xfrm>
            <a:prstGeom prst="rect">
              <a:avLst/>
            </a:prstGeom>
            <a:solidFill>
              <a:srgbClr val="F866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200" dirty="0">
                  <a:solidFill>
                    <a:schemeClr val="bg1"/>
                  </a:solidFill>
                  <a:latin typeface="Franklin Gothic Demi" panose="020B0703020102020204" pitchFamily="34" charset="0"/>
                </a:rPr>
                <a:t>Deep Reinforcement Learning for Reservoir Management</a:t>
              </a: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10B3953E-15BD-48FF-8D0E-53C889C148A4}"/>
                </a:ext>
              </a:extLst>
            </p:cNvPr>
            <p:cNvSpPr/>
            <p:nvPr userDrawn="1"/>
          </p:nvSpPr>
          <p:spPr>
            <a:xfrm>
              <a:off x="0" y="6648450"/>
              <a:ext cx="3581400" cy="209550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 dirty="0">
                <a:latin typeface="Franklin Gothic Demi" panose="020B0703020102020204" pitchFamily="34" charset="0"/>
              </a:endParaRPr>
            </a:p>
          </p:txBody>
        </p:sp>
      </p:grpSp>
      <p:sp>
        <p:nvSpPr>
          <p:cNvPr id="13" name="Slide Number Placeholder 3">
            <a:extLst>
              <a:ext uri="{FF2B5EF4-FFF2-40B4-BE49-F238E27FC236}">
                <a16:creationId xmlns:a16="http://schemas.microsoft.com/office/drawing/2014/main" id="{F0CAD28F-C7A5-4D8C-8774-AB749780F1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287884" y="6625526"/>
            <a:ext cx="409574" cy="365125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9E1BC361-DA64-5E41-9737-4DB426F00E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92517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160B9BE0-87CC-444C-A3CE-4CA4674CE37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AA285448-7031-4C15-9B56-C1A2405B7CA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9D51B3DA-F7DD-4402-AD99-9D973F1AD75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E1BC361-DA64-5E41-9737-4DB426F00E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4379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BE5DC3-FCDE-CD4F-A8ED-9CCA1416B5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122" y="325369"/>
            <a:ext cx="10515600" cy="509518"/>
          </a:xfrm>
        </p:spPr>
        <p:txBody>
          <a:bodyPr>
            <a:noAutofit/>
          </a:bodyPr>
          <a:lstStyle>
            <a:lvl1pPr>
              <a:defRPr sz="32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6E473C8-A058-2D4B-831F-103010BF21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608253-5671-6A49-B9FA-FCE211E72A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6407392-BBB8-6846-85B8-CE14A8A056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fld id="{9E1BC361-DA64-5E41-9737-4DB426F00E1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68762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70F2860-438C-48C6-BA20-C083CE1859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49E2C9-BD29-4E0F-9DAB-E0BB0D9C36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582667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  <p:sldLayoutId id="2147483658" r:id="rId2"/>
    <p:sldLayoutId id="2147483659" r:id="rId3"/>
    <p:sldLayoutId id="2147483660" r:id="rId4"/>
    <p:sldLayoutId id="2147483661" r:id="rId5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0BE678-E0CC-CA40-A743-BD01E3D360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" y="2540845"/>
            <a:ext cx="12191999" cy="1238216"/>
          </a:xfrm>
        </p:spPr>
        <p:txBody>
          <a:bodyPr>
            <a:normAutofit/>
          </a:bodyPr>
          <a:lstStyle/>
          <a:p>
            <a:r>
              <a:rPr lang="en-US" sz="3600" dirty="0"/>
              <a:t>Deep Reinforcement Learning (DRL) Agents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424EC64D-E756-CD5C-8BC3-A01AFE4F7F38}"/>
              </a:ext>
            </a:extLst>
          </p:cNvPr>
          <p:cNvSpPr txBox="1">
            <a:spLocks/>
          </p:cNvSpPr>
          <p:nvPr/>
        </p:nvSpPr>
        <p:spPr>
          <a:xfrm>
            <a:off x="1748958" y="3240382"/>
            <a:ext cx="8694074" cy="123821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800" dirty="0">
              <a:solidFill>
                <a:srgbClr val="7030A0"/>
              </a:solidFill>
            </a:endParaRP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DE1A6919-18F5-A712-B94E-DF0EF7EB3159}"/>
              </a:ext>
            </a:extLst>
          </p:cNvPr>
          <p:cNvSpPr txBox="1">
            <a:spLocks/>
          </p:cNvSpPr>
          <p:nvPr/>
        </p:nvSpPr>
        <p:spPr>
          <a:xfrm>
            <a:off x="2633825" y="4057276"/>
            <a:ext cx="6924339" cy="421322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Shubhendu Kumar Singh</a:t>
            </a:r>
          </a:p>
        </p:txBody>
      </p:sp>
    </p:spTree>
    <p:extLst>
      <p:ext uri="{BB962C8B-B14F-4D97-AF65-F5344CB8AC3E}">
        <p14:creationId xmlns:p14="http://schemas.microsoft.com/office/powerpoint/2010/main" val="7346308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EB9BAA-E8B7-2B34-E60C-94388E0292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0" name="Picture 359">
            <a:extLst>
              <a:ext uri="{FF2B5EF4-FFF2-40B4-BE49-F238E27FC236}">
                <a16:creationId xmlns:a16="http://schemas.microsoft.com/office/drawing/2014/main" id="{E944D7B3-B253-1897-CCDE-7940F8803C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7968" y="4228540"/>
            <a:ext cx="2420322" cy="1737511"/>
          </a:xfrm>
          <a:prstGeom prst="rect">
            <a:avLst/>
          </a:prstGeom>
        </p:spPr>
      </p:pic>
      <p:pic>
        <p:nvPicPr>
          <p:cNvPr id="361" name="Picture 360">
            <a:extLst>
              <a:ext uri="{FF2B5EF4-FFF2-40B4-BE49-F238E27FC236}">
                <a16:creationId xmlns:a16="http://schemas.microsoft.com/office/drawing/2014/main" id="{BBA8B551-4228-4A6E-4D3B-9D02FB61F2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5207" y="909242"/>
            <a:ext cx="2420322" cy="1737511"/>
          </a:xfrm>
          <a:prstGeom prst="rect">
            <a:avLst/>
          </a:prstGeom>
        </p:spPr>
      </p:pic>
      <p:sp>
        <p:nvSpPr>
          <p:cNvPr id="362" name="Rectangle 361">
            <a:extLst>
              <a:ext uri="{FF2B5EF4-FFF2-40B4-BE49-F238E27FC236}">
                <a16:creationId xmlns:a16="http://schemas.microsoft.com/office/drawing/2014/main" id="{070032DB-9D4B-5E9D-E4F9-DE0E34A2A5AD}"/>
              </a:ext>
            </a:extLst>
          </p:cNvPr>
          <p:cNvSpPr/>
          <p:nvPr/>
        </p:nvSpPr>
        <p:spPr>
          <a:xfrm>
            <a:off x="9430610" y="870870"/>
            <a:ext cx="1923068" cy="3247730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3" name="TextBox 362">
            <a:extLst>
              <a:ext uri="{FF2B5EF4-FFF2-40B4-BE49-F238E27FC236}">
                <a16:creationId xmlns:a16="http://schemas.microsoft.com/office/drawing/2014/main" id="{3994CF0F-991D-CBC1-B8A2-4C3F6338926B}"/>
              </a:ext>
            </a:extLst>
          </p:cNvPr>
          <p:cNvSpPr txBox="1"/>
          <p:nvPr/>
        </p:nvSpPr>
        <p:spPr>
          <a:xfrm>
            <a:off x="9718656" y="929673"/>
            <a:ext cx="27470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(S</a:t>
            </a:r>
            <a:r>
              <a:rPr lang="en-US" baseline="-25000" dirty="0"/>
              <a:t>1</a:t>
            </a:r>
            <a:r>
              <a:rPr lang="en-US" dirty="0"/>
              <a:t>, A</a:t>
            </a:r>
            <a:r>
              <a:rPr lang="en-US" baseline="-25000" dirty="0"/>
              <a:t>1</a:t>
            </a:r>
            <a:r>
              <a:rPr lang="en-US" dirty="0"/>
              <a:t>, R, S</a:t>
            </a:r>
            <a:r>
              <a:rPr lang="en-US" baseline="-25000" dirty="0"/>
              <a:t>2</a:t>
            </a:r>
            <a:r>
              <a:rPr lang="en-US" dirty="0"/>
              <a:t>)</a:t>
            </a:r>
          </a:p>
        </p:txBody>
      </p:sp>
      <p:sp>
        <p:nvSpPr>
          <p:cNvPr id="364" name="TextBox 363">
            <a:extLst>
              <a:ext uri="{FF2B5EF4-FFF2-40B4-BE49-F238E27FC236}">
                <a16:creationId xmlns:a16="http://schemas.microsoft.com/office/drawing/2014/main" id="{D3CE1598-C3C4-D845-9388-0D6A0F265937}"/>
              </a:ext>
            </a:extLst>
          </p:cNvPr>
          <p:cNvSpPr txBox="1"/>
          <p:nvPr/>
        </p:nvSpPr>
        <p:spPr>
          <a:xfrm>
            <a:off x="9718656" y="1332553"/>
            <a:ext cx="27470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(S</a:t>
            </a:r>
            <a:r>
              <a:rPr lang="en-US" baseline="-25000" dirty="0"/>
              <a:t>2</a:t>
            </a:r>
            <a:r>
              <a:rPr lang="en-US" dirty="0"/>
              <a:t>, A</a:t>
            </a:r>
            <a:r>
              <a:rPr lang="en-US" baseline="-25000" dirty="0"/>
              <a:t>2</a:t>
            </a:r>
            <a:r>
              <a:rPr lang="en-US" dirty="0"/>
              <a:t>, R, S</a:t>
            </a:r>
            <a:r>
              <a:rPr lang="en-US" baseline="-25000" dirty="0"/>
              <a:t>3</a:t>
            </a:r>
            <a:r>
              <a:rPr lang="en-US" dirty="0"/>
              <a:t>)</a:t>
            </a:r>
          </a:p>
        </p:txBody>
      </p:sp>
      <p:sp>
        <p:nvSpPr>
          <p:cNvPr id="365" name="TextBox 364">
            <a:extLst>
              <a:ext uri="{FF2B5EF4-FFF2-40B4-BE49-F238E27FC236}">
                <a16:creationId xmlns:a16="http://schemas.microsoft.com/office/drawing/2014/main" id="{0ED1DEE0-2A19-4023-4085-63852E53128B}"/>
              </a:ext>
            </a:extLst>
          </p:cNvPr>
          <p:cNvSpPr txBox="1"/>
          <p:nvPr/>
        </p:nvSpPr>
        <p:spPr>
          <a:xfrm>
            <a:off x="9718656" y="1906478"/>
            <a:ext cx="27470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(S</a:t>
            </a:r>
            <a:r>
              <a:rPr lang="en-US" baseline="-25000" dirty="0"/>
              <a:t>3</a:t>
            </a:r>
            <a:r>
              <a:rPr lang="en-US" dirty="0"/>
              <a:t>, A</a:t>
            </a:r>
            <a:r>
              <a:rPr lang="en-US" baseline="-25000" dirty="0"/>
              <a:t>3</a:t>
            </a:r>
            <a:r>
              <a:rPr lang="en-US" dirty="0"/>
              <a:t>, R, S</a:t>
            </a:r>
            <a:r>
              <a:rPr lang="en-US" baseline="-25000" dirty="0"/>
              <a:t>4</a:t>
            </a:r>
            <a:r>
              <a:rPr lang="en-US" dirty="0"/>
              <a:t>)</a:t>
            </a:r>
          </a:p>
        </p:txBody>
      </p:sp>
      <p:sp>
        <p:nvSpPr>
          <p:cNvPr id="366" name="TextBox 365">
            <a:extLst>
              <a:ext uri="{FF2B5EF4-FFF2-40B4-BE49-F238E27FC236}">
                <a16:creationId xmlns:a16="http://schemas.microsoft.com/office/drawing/2014/main" id="{844DCE48-FCCD-67D2-57BE-68F07E38D654}"/>
              </a:ext>
            </a:extLst>
          </p:cNvPr>
          <p:cNvSpPr txBox="1"/>
          <p:nvPr/>
        </p:nvSpPr>
        <p:spPr>
          <a:xfrm>
            <a:off x="9802067" y="2547500"/>
            <a:ext cx="27470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- - - - - - - - - - -</a:t>
            </a:r>
          </a:p>
        </p:txBody>
      </p:sp>
      <p:sp>
        <p:nvSpPr>
          <p:cNvPr id="367" name="TextBox 366">
            <a:extLst>
              <a:ext uri="{FF2B5EF4-FFF2-40B4-BE49-F238E27FC236}">
                <a16:creationId xmlns:a16="http://schemas.microsoft.com/office/drawing/2014/main" id="{DD6DF19F-F5E6-3273-F31C-BECAA5268026}"/>
              </a:ext>
            </a:extLst>
          </p:cNvPr>
          <p:cNvSpPr txBox="1"/>
          <p:nvPr/>
        </p:nvSpPr>
        <p:spPr>
          <a:xfrm>
            <a:off x="9808522" y="3094254"/>
            <a:ext cx="27470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- - - - - - - - - - -</a:t>
            </a:r>
          </a:p>
        </p:txBody>
      </p:sp>
      <p:sp>
        <p:nvSpPr>
          <p:cNvPr id="368" name="TextBox 367">
            <a:extLst>
              <a:ext uri="{FF2B5EF4-FFF2-40B4-BE49-F238E27FC236}">
                <a16:creationId xmlns:a16="http://schemas.microsoft.com/office/drawing/2014/main" id="{82940B76-7818-4712-5B30-00C6C7A53589}"/>
              </a:ext>
            </a:extLst>
          </p:cNvPr>
          <p:cNvSpPr txBox="1"/>
          <p:nvPr/>
        </p:nvSpPr>
        <p:spPr>
          <a:xfrm>
            <a:off x="986949" y="1609552"/>
            <a:ext cx="11310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</a:t>
            </a:r>
            <a:r>
              <a:rPr lang="en-US" baseline="-25000" dirty="0"/>
              <a:t>1</a:t>
            </a:r>
            <a:endParaRPr lang="en-US" dirty="0"/>
          </a:p>
        </p:txBody>
      </p:sp>
      <p:sp>
        <p:nvSpPr>
          <p:cNvPr id="369" name="TextBox 368">
            <a:extLst>
              <a:ext uri="{FF2B5EF4-FFF2-40B4-BE49-F238E27FC236}">
                <a16:creationId xmlns:a16="http://schemas.microsoft.com/office/drawing/2014/main" id="{D40336DE-EF91-7A85-0B2A-AA103BF8A325}"/>
              </a:ext>
            </a:extLst>
          </p:cNvPr>
          <p:cNvSpPr txBox="1"/>
          <p:nvPr/>
        </p:nvSpPr>
        <p:spPr>
          <a:xfrm>
            <a:off x="4631804" y="1205053"/>
            <a:ext cx="2747072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Q(S</a:t>
            </a:r>
            <a:r>
              <a:rPr lang="en-US" baseline="-25000" dirty="0"/>
              <a:t>1</a:t>
            </a:r>
            <a:r>
              <a:rPr lang="en-US" dirty="0"/>
              <a:t>, A</a:t>
            </a:r>
            <a:r>
              <a:rPr lang="en-US" baseline="-25000" dirty="0"/>
              <a:t>1</a:t>
            </a:r>
            <a:r>
              <a:rPr lang="en-US" dirty="0"/>
              <a:t>)</a:t>
            </a:r>
          </a:p>
        </p:txBody>
      </p:sp>
      <p:sp>
        <p:nvSpPr>
          <p:cNvPr id="370" name="TextBox 369">
            <a:extLst>
              <a:ext uri="{FF2B5EF4-FFF2-40B4-BE49-F238E27FC236}">
                <a16:creationId xmlns:a16="http://schemas.microsoft.com/office/drawing/2014/main" id="{5042B7C4-61ED-57F0-FD14-DCF717285963}"/>
              </a:ext>
            </a:extLst>
          </p:cNvPr>
          <p:cNvSpPr txBox="1"/>
          <p:nvPr/>
        </p:nvSpPr>
        <p:spPr>
          <a:xfrm>
            <a:off x="4631804" y="1617649"/>
            <a:ext cx="27470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Q(S</a:t>
            </a:r>
            <a:r>
              <a:rPr lang="en-US" baseline="-25000" dirty="0"/>
              <a:t>1</a:t>
            </a:r>
            <a:r>
              <a:rPr lang="en-US" dirty="0"/>
              <a:t>, A</a:t>
            </a:r>
            <a:r>
              <a:rPr lang="en-US" baseline="-25000" dirty="0"/>
              <a:t>1</a:t>
            </a:r>
            <a:r>
              <a:rPr lang="en-US" dirty="0"/>
              <a:t>’)</a:t>
            </a:r>
          </a:p>
        </p:txBody>
      </p:sp>
      <p:sp>
        <p:nvSpPr>
          <p:cNvPr id="371" name="TextBox 370">
            <a:extLst>
              <a:ext uri="{FF2B5EF4-FFF2-40B4-BE49-F238E27FC236}">
                <a16:creationId xmlns:a16="http://schemas.microsoft.com/office/drawing/2014/main" id="{E1940F5D-8153-BDF3-53A6-75216CC536B2}"/>
              </a:ext>
            </a:extLst>
          </p:cNvPr>
          <p:cNvSpPr txBox="1"/>
          <p:nvPr/>
        </p:nvSpPr>
        <p:spPr>
          <a:xfrm>
            <a:off x="4631804" y="1976701"/>
            <a:ext cx="27470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Q(S</a:t>
            </a:r>
            <a:r>
              <a:rPr lang="en-US" baseline="-25000" dirty="0"/>
              <a:t>1</a:t>
            </a:r>
            <a:r>
              <a:rPr lang="en-US" dirty="0"/>
              <a:t>, A</a:t>
            </a:r>
            <a:r>
              <a:rPr lang="en-US" baseline="-25000" dirty="0"/>
              <a:t>1</a:t>
            </a:r>
            <a:r>
              <a:rPr lang="en-US" dirty="0"/>
              <a:t>”)</a:t>
            </a:r>
          </a:p>
        </p:txBody>
      </p:sp>
      <p:sp>
        <p:nvSpPr>
          <p:cNvPr id="372" name="TextBox 371">
            <a:extLst>
              <a:ext uri="{FF2B5EF4-FFF2-40B4-BE49-F238E27FC236}">
                <a16:creationId xmlns:a16="http://schemas.microsoft.com/office/drawing/2014/main" id="{A3D3D112-D930-BC93-F63E-4D79813E6ACC}"/>
              </a:ext>
            </a:extLst>
          </p:cNvPr>
          <p:cNvSpPr txBox="1"/>
          <p:nvPr/>
        </p:nvSpPr>
        <p:spPr>
          <a:xfrm>
            <a:off x="914188" y="4901960"/>
            <a:ext cx="11310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</a:t>
            </a:r>
            <a:r>
              <a:rPr lang="en-US" baseline="-25000" dirty="0"/>
              <a:t>2</a:t>
            </a:r>
            <a:endParaRPr lang="en-US" dirty="0"/>
          </a:p>
        </p:txBody>
      </p:sp>
      <p:sp>
        <p:nvSpPr>
          <p:cNvPr id="373" name="TextBox 372">
            <a:extLst>
              <a:ext uri="{FF2B5EF4-FFF2-40B4-BE49-F238E27FC236}">
                <a16:creationId xmlns:a16="http://schemas.microsoft.com/office/drawing/2014/main" id="{9C0FA5BF-9848-8D46-190B-D76F1D3AC799}"/>
              </a:ext>
            </a:extLst>
          </p:cNvPr>
          <p:cNvSpPr txBox="1"/>
          <p:nvPr/>
        </p:nvSpPr>
        <p:spPr>
          <a:xfrm>
            <a:off x="4707219" y="4820817"/>
            <a:ext cx="2747072" cy="36933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R + </a:t>
            </a:r>
            <a:r>
              <a:rPr lang="en-US" dirty="0" err="1"/>
              <a:t>γmax</a:t>
            </a:r>
            <a:r>
              <a:rPr lang="en-US" baseline="-25000" dirty="0" err="1"/>
              <a:t>A</a:t>
            </a:r>
            <a:r>
              <a:rPr lang="en-US" dirty="0"/>
              <a:t> Q(S</a:t>
            </a:r>
            <a:r>
              <a:rPr lang="en-US" baseline="-25000" dirty="0"/>
              <a:t>2</a:t>
            </a:r>
            <a:r>
              <a:rPr lang="en-US" dirty="0"/>
              <a:t>, A</a:t>
            </a:r>
            <a:r>
              <a:rPr lang="en-US" baseline="-25000" dirty="0"/>
              <a:t>2</a:t>
            </a:r>
            <a:r>
              <a:rPr lang="en-US" dirty="0"/>
              <a:t>)</a:t>
            </a:r>
          </a:p>
        </p:txBody>
      </p:sp>
      <p:sp>
        <p:nvSpPr>
          <p:cNvPr id="374" name="TextBox 373">
            <a:extLst>
              <a:ext uri="{FF2B5EF4-FFF2-40B4-BE49-F238E27FC236}">
                <a16:creationId xmlns:a16="http://schemas.microsoft.com/office/drawing/2014/main" id="{88AFCFBF-0678-8743-7D9F-BCA7480E36C8}"/>
              </a:ext>
            </a:extLst>
          </p:cNvPr>
          <p:cNvSpPr txBox="1"/>
          <p:nvPr/>
        </p:nvSpPr>
        <p:spPr>
          <a:xfrm>
            <a:off x="2117968" y="3137780"/>
            <a:ext cx="6353666" cy="64633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i="1" dirty="0"/>
              <a:t>Loss= Mean Squared Error</a:t>
            </a:r>
            <a:r>
              <a:rPr lang="en-US" b="1" dirty="0"/>
              <a:t> (</a:t>
            </a:r>
            <a:r>
              <a:rPr lang="en-US" i="1" dirty="0"/>
              <a:t>R + </a:t>
            </a:r>
            <a:r>
              <a:rPr lang="en-US" i="1" dirty="0" err="1"/>
              <a:t>γmax</a:t>
            </a:r>
            <a:r>
              <a:rPr lang="en-US" i="1" baseline="-25000" dirty="0" err="1"/>
              <a:t>A</a:t>
            </a:r>
            <a:r>
              <a:rPr lang="en-US" i="1" dirty="0"/>
              <a:t> Q(S</a:t>
            </a:r>
            <a:r>
              <a:rPr lang="en-US" i="1" baseline="-25000" dirty="0"/>
              <a:t>2</a:t>
            </a:r>
            <a:r>
              <a:rPr lang="en-US" i="1" dirty="0"/>
              <a:t>, A</a:t>
            </a:r>
            <a:r>
              <a:rPr lang="en-US" i="1" baseline="-25000" dirty="0"/>
              <a:t>2</a:t>
            </a:r>
            <a:r>
              <a:rPr lang="en-US" i="1" dirty="0"/>
              <a:t>) - Q(S</a:t>
            </a:r>
            <a:r>
              <a:rPr lang="en-US" i="1" baseline="-25000" dirty="0"/>
              <a:t>1</a:t>
            </a:r>
            <a:r>
              <a:rPr lang="en-US" i="1" dirty="0"/>
              <a:t>, A</a:t>
            </a:r>
            <a:r>
              <a:rPr lang="en-US" i="1" baseline="-25000" dirty="0"/>
              <a:t>1</a:t>
            </a:r>
            <a:r>
              <a:rPr lang="en-US" i="1" dirty="0"/>
              <a:t>)</a:t>
            </a:r>
            <a:r>
              <a:rPr lang="en-US" b="1" i="1" dirty="0"/>
              <a:t>)</a:t>
            </a:r>
            <a:endParaRPr lang="en-US" dirty="0"/>
          </a:p>
          <a:p>
            <a:pPr algn="ctr"/>
            <a:endParaRPr lang="en-US" dirty="0"/>
          </a:p>
        </p:txBody>
      </p:sp>
      <p:sp>
        <p:nvSpPr>
          <p:cNvPr id="375" name="TextBox 374">
            <a:extLst>
              <a:ext uri="{FF2B5EF4-FFF2-40B4-BE49-F238E27FC236}">
                <a16:creationId xmlns:a16="http://schemas.microsoft.com/office/drawing/2014/main" id="{4D41A700-F8AC-F7B5-8B7C-27419BA8629C}"/>
              </a:ext>
            </a:extLst>
          </p:cNvPr>
          <p:cNvSpPr txBox="1"/>
          <p:nvPr/>
        </p:nvSpPr>
        <p:spPr>
          <a:xfrm>
            <a:off x="7559389" y="412807"/>
            <a:ext cx="56655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i="1" dirty="0"/>
              <a:t>Replay Buffer</a:t>
            </a:r>
            <a:endParaRPr lang="en-US" b="1" dirty="0"/>
          </a:p>
          <a:p>
            <a:pPr algn="ctr"/>
            <a:r>
              <a:rPr lang="en-US" dirty="0"/>
              <a:t> </a:t>
            </a:r>
          </a:p>
        </p:txBody>
      </p:sp>
      <p:sp>
        <p:nvSpPr>
          <p:cNvPr id="376" name="TextBox 375">
            <a:extLst>
              <a:ext uri="{FF2B5EF4-FFF2-40B4-BE49-F238E27FC236}">
                <a16:creationId xmlns:a16="http://schemas.microsoft.com/office/drawing/2014/main" id="{59264F03-5B3C-47D8-5F58-7B581A0F2A3E}"/>
              </a:ext>
            </a:extLst>
          </p:cNvPr>
          <p:cNvSpPr txBox="1"/>
          <p:nvPr/>
        </p:nvSpPr>
        <p:spPr>
          <a:xfrm>
            <a:off x="1718799" y="537184"/>
            <a:ext cx="30731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Online Q Network</a:t>
            </a:r>
          </a:p>
        </p:txBody>
      </p:sp>
      <p:sp>
        <p:nvSpPr>
          <p:cNvPr id="377" name="TextBox 376">
            <a:extLst>
              <a:ext uri="{FF2B5EF4-FFF2-40B4-BE49-F238E27FC236}">
                <a16:creationId xmlns:a16="http://schemas.microsoft.com/office/drawing/2014/main" id="{41EF50DF-A696-E7A1-03B3-32665623D89B}"/>
              </a:ext>
            </a:extLst>
          </p:cNvPr>
          <p:cNvSpPr txBox="1"/>
          <p:nvPr/>
        </p:nvSpPr>
        <p:spPr>
          <a:xfrm>
            <a:off x="1894378" y="6039318"/>
            <a:ext cx="30731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Target Q Network</a:t>
            </a:r>
          </a:p>
        </p:txBody>
      </p:sp>
      <p:cxnSp>
        <p:nvCxnSpPr>
          <p:cNvPr id="379" name="Connector: Elbow 378">
            <a:extLst>
              <a:ext uri="{FF2B5EF4-FFF2-40B4-BE49-F238E27FC236}">
                <a16:creationId xmlns:a16="http://schemas.microsoft.com/office/drawing/2014/main" id="{345DC833-3CCD-1C9C-BC6F-32939A7D35D9}"/>
              </a:ext>
            </a:extLst>
          </p:cNvPr>
          <p:cNvCxnSpPr>
            <a:cxnSpLocks/>
            <a:stCxn id="374" idx="3"/>
            <a:endCxn id="361" idx="3"/>
          </p:cNvCxnSpPr>
          <p:nvPr/>
        </p:nvCxnSpPr>
        <p:spPr>
          <a:xfrm flipH="1" flipV="1">
            <a:off x="4465529" y="1777998"/>
            <a:ext cx="4006105" cy="1682948"/>
          </a:xfrm>
          <a:prstGeom prst="bentConnector3">
            <a:avLst>
              <a:gd name="adj1" fmla="val -5706"/>
            </a:avLst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2" name="TextBox 381">
            <a:extLst>
              <a:ext uri="{FF2B5EF4-FFF2-40B4-BE49-F238E27FC236}">
                <a16:creationId xmlns:a16="http://schemas.microsoft.com/office/drawing/2014/main" id="{DA5B7B90-D6D1-F9AF-45FB-14ED43EECCB9}"/>
              </a:ext>
            </a:extLst>
          </p:cNvPr>
          <p:cNvSpPr txBox="1"/>
          <p:nvPr/>
        </p:nvSpPr>
        <p:spPr>
          <a:xfrm>
            <a:off x="5842307" y="2293342"/>
            <a:ext cx="30731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Back Propagation</a:t>
            </a:r>
          </a:p>
        </p:txBody>
      </p:sp>
      <p:sp>
        <p:nvSpPr>
          <p:cNvPr id="383" name="Title 1">
            <a:extLst>
              <a:ext uri="{FF2B5EF4-FFF2-40B4-BE49-F238E27FC236}">
                <a16:creationId xmlns:a16="http://schemas.microsoft.com/office/drawing/2014/main" id="{FFD6456C-83E7-174F-E729-CC3933E5BF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629" y="49535"/>
            <a:ext cx="11879422" cy="566195"/>
          </a:xfrm>
        </p:spPr>
        <p:txBody>
          <a:bodyPr>
            <a:noAutofit/>
          </a:bodyPr>
          <a:lstStyle/>
          <a:p>
            <a:pPr algn="l"/>
            <a:r>
              <a:rPr lang="en-US" dirty="0"/>
              <a:t>DQN Agent</a:t>
            </a:r>
          </a:p>
        </p:txBody>
      </p:sp>
    </p:spTree>
    <p:extLst>
      <p:ext uri="{BB962C8B-B14F-4D97-AF65-F5344CB8AC3E}">
        <p14:creationId xmlns:p14="http://schemas.microsoft.com/office/powerpoint/2010/main" val="1246582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B66DC20-AEA0-4D9F-9AFC-E5D12D4CBC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1BC361-DA64-5E41-9737-4DB426F00E19}" type="slidenum">
              <a:rPr lang="en-US" smtClean="0"/>
              <a:t>3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797ACDC1-652D-4D99-04D9-3A04925984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885" y="114842"/>
            <a:ext cx="11879422" cy="566195"/>
          </a:xfrm>
        </p:spPr>
        <p:txBody>
          <a:bodyPr>
            <a:noAutofit/>
          </a:bodyPr>
          <a:lstStyle/>
          <a:p>
            <a:pPr algn="l"/>
            <a:r>
              <a:rPr lang="en-US" dirty="0"/>
              <a:t>Soft Actor-Critic (SAC) Agent: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90C7E18-3E57-D4A9-5A5D-46B951692547}"/>
              </a:ext>
            </a:extLst>
          </p:cNvPr>
          <p:cNvSpPr txBox="1"/>
          <p:nvPr/>
        </p:nvSpPr>
        <p:spPr>
          <a:xfrm>
            <a:off x="168491" y="681715"/>
            <a:ext cx="11855017" cy="6986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600" dirty="0">
                <a:solidFill>
                  <a:srgbClr val="0F04EC"/>
                </a:solidFill>
              </a:rPr>
              <a:t>Key Concept: </a:t>
            </a:r>
            <a:r>
              <a:rPr lang="en-US" sz="1600" dirty="0"/>
              <a:t>SAC is a model free, off-policy, actor-critic algorithm designed for continuous action spaces. It is designed to be:</a:t>
            </a:r>
          </a:p>
          <a:p>
            <a:pPr algn="just"/>
            <a:endParaRPr lang="en-US" sz="16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b="1" dirty="0"/>
              <a:t>Sample efficient</a:t>
            </a:r>
            <a:r>
              <a:rPr lang="en-US" sz="1600" dirty="0"/>
              <a:t> (reuses past experiences via replay buffer),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b="1" dirty="0"/>
              <a:t>Stable</a:t>
            </a:r>
            <a:r>
              <a:rPr lang="en-US" sz="1600" dirty="0"/>
              <a:t> (with entropy regularization to encourage exploration),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dirty="0"/>
              <a:t>And </a:t>
            </a:r>
            <a:r>
              <a:rPr lang="en-US" sz="1600" b="1" dirty="0"/>
              <a:t>robust</a:t>
            </a:r>
            <a:r>
              <a:rPr lang="en-US" sz="1600" dirty="0"/>
              <a:t> in high-dimensional action spaces and sparse rewards</a:t>
            </a:r>
          </a:p>
          <a:p>
            <a:pPr algn="just"/>
            <a:endParaRPr lang="en-US" sz="1600" dirty="0"/>
          </a:p>
          <a:p>
            <a:pPr algn="just"/>
            <a:r>
              <a:rPr lang="en-US" sz="1600" dirty="0"/>
              <a:t>It blends ideas from: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b="1" dirty="0"/>
              <a:t>Actor-Critic methods</a:t>
            </a:r>
            <a:r>
              <a:rPr lang="en-US" sz="1600" dirty="0"/>
              <a:t> (has separate actor and critic networks),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b="1" dirty="0"/>
              <a:t>Q-learning</a:t>
            </a:r>
            <a:r>
              <a:rPr lang="en-US" sz="1600" dirty="0"/>
              <a:t> (uses value estimates),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b="1" dirty="0"/>
              <a:t>Maximum Entropy RL</a:t>
            </a:r>
            <a:r>
              <a:rPr lang="en-US" sz="1600" dirty="0"/>
              <a:t> (adds entropy term to reward for better exploration).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600" dirty="0"/>
          </a:p>
          <a:p>
            <a:pPr algn="just"/>
            <a:r>
              <a:rPr lang="en-US" sz="1600" dirty="0">
                <a:solidFill>
                  <a:srgbClr val="0F04EC"/>
                </a:solidFill>
              </a:rPr>
              <a:t>Main goal of SAC:</a:t>
            </a:r>
          </a:p>
          <a:p>
            <a:pPr algn="just"/>
            <a:r>
              <a:rPr lang="en-US" sz="1600" dirty="0"/>
              <a:t>SAC Maximizes: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dirty="0"/>
              <a:t>r(</a:t>
            </a:r>
            <a:r>
              <a:rPr lang="en-US" sz="1600" dirty="0" err="1"/>
              <a:t>s</a:t>
            </a:r>
            <a:r>
              <a:rPr lang="en-US" sz="1600" baseline="-25000" dirty="0" err="1"/>
              <a:t>t</a:t>
            </a:r>
            <a:r>
              <a:rPr lang="en-US" sz="1600" dirty="0"/>
              <a:t>​,a</a:t>
            </a:r>
            <a:r>
              <a:rPr lang="en-US" sz="1600" baseline="-25000" dirty="0"/>
              <a:t>t</a:t>
            </a:r>
            <a:r>
              <a:rPr lang="en-US" sz="1600" dirty="0"/>
              <a:t>​): reward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dirty="0"/>
              <a:t>H: entropy of the policy (how random it is)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l-GR" sz="1600" dirty="0"/>
              <a:t>α: </a:t>
            </a:r>
            <a:r>
              <a:rPr lang="en-US" sz="1600" dirty="0"/>
              <a:t>entropy temperature — balances exploration (entropy) and exploitation (reward)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0F04EC"/>
              </a:solidFill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0F04EC"/>
              </a:solidFill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600" i="1" dirty="0">
              <a:solidFill>
                <a:srgbClr val="0F04EC"/>
              </a:solidFill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600" i="1" dirty="0">
              <a:solidFill>
                <a:srgbClr val="0F04EC"/>
              </a:solidFill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600" i="1" dirty="0">
              <a:solidFill>
                <a:srgbClr val="0F04EC"/>
              </a:solidFill>
            </a:endParaRPr>
          </a:p>
          <a:p>
            <a:pPr algn="just"/>
            <a:endParaRPr lang="en-US" sz="1600" dirty="0">
              <a:solidFill>
                <a:srgbClr val="0F04EC"/>
              </a:solidFill>
            </a:endParaRPr>
          </a:p>
        </p:txBody>
      </p:sp>
      <p:pic>
        <p:nvPicPr>
          <p:cNvPr id="1027" name="Picture 3">
            <a:extLst>
              <a:ext uri="{FF2B5EF4-FFF2-40B4-BE49-F238E27FC236}">
                <a16:creationId xmlns:a16="http://schemas.microsoft.com/office/drawing/2014/main" id="{3E3210A4-D753-A940-9BD4-3B545AC8D2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49761" y="4132972"/>
            <a:ext cx="5444547" cy="952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1EC33F8-3FE6-F3BF-2DE0-E6BBB9A9F0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37310" y="1243620"/>
            <a:ext cx="3895682" cy="2597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59654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F18A26-AAAB-9016-EAD5-A1D6140CE7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B72CE22-C189-DA6B-2AF3-5653918E9C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1BC361-DA64-5E41-9737-4DB426F00E19}" type="slidenum">
              <a:rPr lang="en-US" smtClean="0"/>
              <a:t>4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607CCA2E-E83D-5B1E-8AF8-F27A8E4286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885" y="114842"/>
            <a:ext cx="11879422" cy="566195"/>
          </a:xfrm>
        </p:spPr>
        <p:txBody>
          <a:bodyPr>
            <a:noAutofit/>
          </a:bodyPr>
          <a:lstStyle/>
          <a:p>
            <a:pPr algn="l"/>
            <a:r>
              <a:rPr lang="en-US" dirty="0"/>
              <a:t>Soft Actor-Critic (SAC) Agent (5 networks in total, 4 in use):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75EC065-0B28-E8E5-A029-FDBCBC95D684}"/>
              </a:ext>
            </a:extLst>
          </p:cNvPr>
          <p:cNvSpPr txBox="1"/>
          <p:nvPr/>
        </p:nvSpPr>
        <p:spPr>
          <a:xfrm>
            <a:off x="168491" y="681715"/>
            <a:ext cx="11855017" cy="84638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600" dirty="0">
                <a:solidFill>
                  <a:srgbClr val="0F04EC"/>
                </a:solidFill>
              </a:rPr>
              <a:t>Policy Network (Actor): </a:t>
            </a:r>
          </a:p>
          <a:p>
            <a:pPr algn="just"/>
            <a:r>
              <a:rPr lang="en-US" sz="1600" dirty="0"/>
              <a:t>The </a:t>
            </a:r>
            <a:r>
              <a:rPr lang="en-US" sz="1600" b="1" dirty="0"/>
              <a:t>Policy Network (Actor)</a:t>
            </a:r>
            <a:r>
              <a:rPr lang="en-US" sz="1600" dirty="0"/>
              <a:t> gets the current </a:t>
            </a:r>
            <a:r>
              <a:rPr lang="en-US" sz="1600" b="1" dirty="0"/>
              <a:t>state s</a:t>
            </a:r>
            <a:r>
              <a:rPr lang="en-US" sz="1600" dirty="0"/>
              <a:t> and outputs: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dirty="0"/>
              <a:t>A mean </a:t>
            </a:r>
            <a:r>
              <a:rPr lang="el-GR" sz="1600" dirty="0"/>
              <a:t>μ(</a:t>
            </a:r>
            <a:r>
              <a:rPr lang="en-US" sz="1600" dirty="0"/>
              <a:t>s)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dirty="0"/>
              <a:t>A standard deviation </a:t>
            </a:r>
            <a:r>
              <a:rPr lang="el-GR" sz="1600" dirty="0"/>
              <a:t>σ(</a:t>
            </a:r>
            <a:r>
              <a:rPr lang="en-US" sz="1600" dirty="0"/>
              <a:t>s)</a:t>
            </a:r>
          </a:p>
          <a:p>
            <a:pPr algn="just"/>
            <a:r>
              <a:rPr lang="en-US" sz="1600" dirty="0"/>
              <a:t>It samples an action a using:</a:t>
            </a:r>
          </a:p>
          <a:p>
            <a:pPr algn="just"/>
            <a:r>
              <a:rPr lang="pt-BR" sz="1600" dirty="0"/>
              <a:t>			</a:t>
            </a:r>
            <a:r>
              <a:rPr lang="pt-BR" sz="1600" b="1" i="1" dirty="0"/>
              <a:t>a∼tanh(N(μ(s),σ(s)))</a:t>
            </a:r>
            <a:endParaRPr lang="en-US" sz="1600" b="1" i="1" dirty="0"/>
          </a:p>
          <a:p>
            <a:pPr algn="just"/>
            <a:endParaRPr lang="en-US" sz="1600" dirty="0"/>
          </a:p>
          <a:p>
            <a:pPr algn="just"/>
            <a:r>
              <a:rPr lang="en-US" sz="1600" dirty="0">
                <a:solidFill>
                  <a:srgbClr val="0F04EC"/>
                </a:solidFill>
              </a:rPr>
              <a:t>Critic Networks (Q</a:t>
            </a:r>
            <a:r>
              <a:rPr lang="en-US" sz="1600" baseline="-25000" dirty="0">
                <a:solidFill>
                  <a:srgbClr val="0F04EC"/>
                </a:solidFill>
              </a:rPr>
              <a:t>1</a:t>
            </a:r>
            <a:r>
              <a:rPr lang="en-US" sz="1600" dirty="0">
                <a:solidFill>
                  <a:srgbClr val="0F04EC"/>
                </a:solidFill>
              </a:rPr>
              <a:t>, Q</a:t>
            </a:r>
            <a:r>
              <a:rPr lang="en-US" sz="1600" baseline="-25000" dirty="0">
                <a:solidFill>
                  <a:srgbClr val="0F04EC"/>
                </a:solidFill>
              </a:rPr>
              <a:t>2</a:t>
            </a:r>
            <a:r>
              <a:rPr lang="en-US" sz="1600" dirty="0">
                <a:solidFill>
                  <a:srgbClr val="0F04EC"/>
                </a:solidFill>
              </a:rPr>
              <a:t>):</a:t>
            </a:r>
          </a:p>
          <a:p>
            <a:pPr algn="just"/>
            <a:r>
              <a:rPr lang="en-US" sz="1600" dirty="0"/>
              <a:t>Both </a:t>
            </a:r>
            <a:r>
              <a:rPr lang="en-US" sz="1600" b="1" dirty="0"/>
              <a:t>Q-Network 1 and Q-Network 2</a:t>
            </a:r>
            <a:r>
              <a:rPr lang="en-US" sz="1600" dirty="0"/>
              <a:t> receive:</a:t>
            </a:r>
            <a:endParaRPr lang="en-US" sz="1600" dirty="0">
              <a:solidFill>
                <a:srgbClr val="0F04EC"/>
              </a:solidFill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dirty="0"/>
              <a:t>The </a:t>
            </a:r>
            <a:r>
              <a:rPr lang="en-US" sz="1600" b="1" dirty="0"/>
              <a:t>same state s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dirty="0"/>
              <a:t>The </a:t>
            </a:r>
            <a:r>
              <a:rPr lang="en-US" sz="1600" b="1" dirty="0"/>
              <a:t>same action a</a:t>
            </a:r>
            <a:endParaRPr lang="en-US" sz="1600" dirty="0"/>
          </a:p>
          <a:p>
            <a:pPr algn="just"/>
            <a:endParaRPr lang="en-US" sz="1600" dirty="0"/>
          </a:p>
          <a:p>
            <a:pPr algn="just"/>
            <a:r>
              <a:rPr lang="en-US" sz="1600" dirty="0"/>
              <a:t>Each critic predicts a separate </a:t>
            </a:r>
            <a:r>
              <a:rPr lang="en-US" sz="1600" b="1" dirty="0"/>
              <a:t>Q-value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dirty="0"/>
              <a:t>Q</a:t>
            </a:r>
            <a:r>
              <a:rPr lang="en-US" sz="1600" baseline="-25000" dirty="0"/>
              <a:t>1</a:t>
            </a:r>
            <a:r>
              <a:rPr lang="en-US" sz="1600" dirty="0"/>
              <a:t>(</a:t>
            </a:r>
            <a:r>
              <a:rPr lang="en-US" sz="1600" dirty="0" err="1"/>
              <a:t>s,a</a:t>
            </a:r>
            <a:r>
              <a:rPr lang="en-US" sz="1600" dirty="0"/>
              <a:t>), Estimates Q</a:t>
            </a:r>
            <a:r>
              <a:rPr lang="en-US" sz="1600" baseline="-25000" dirty="0"/>
              <a:t>1</a:t>
            </a:r>
            <a:r>
              <a:rPr lang="en-US" sz="1600" dirty="0"/>
              <a:t>(</a:t>
            </a:r>
            <a:r>
              <a:rPr lang="en-US" sz="1600" dirty="0" err="1"/>
              <a:t>s,a</a:t>
            </a:r>
            <a:r>
              <a:rPr lang="en-US" sz="1600" dirty="0"/>
              <a:t>) expected return of action a in state 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dirty="0"/>
              <a:t>Q</a:t>
            </a:r>
            <a:r>
              <a:rPr lang="en-US" sz="1600" baseline="-25000" dirty="0"/>
              <a:t>2</a:t>
            </a:r>
            <a:r>
              <a:rPr lang="en-US" sz="1600" dirty="0"/>
              <a:t>(</a:t>
            </a:r>
            <a:r>
              <a:rPr lang="en-US" sz="1600" dirty="0" err="1"/>
              <a:t>s,a</a:t>
            </a:r>
            <a:r>
              <a:rPr lang="en-US" sz="1600" dirty="0"/>
              <a:t>), Same as above, independent, helps reduce </a:t>
            </a:r>
            <a:r>
              <a:rPr lang="en-US" sz="1600" b="1" dirty="0"/>
              <a:t>overestimation bias</a:t>
            </a:r>
            <a:r>
              <a:rPr lang="en-US" sz="1600" dirty="0"/>
              <a:t>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600" dirty="0"/>
          </a:p>
          <a:p>
            <a:pPr algn="just"/>
            <a:r>
              <a:rPr lang="en-US" sz="1600" dirty="0"/>
              <a:t>These are </a:t>
            </a:r>
            <a:r>
              <a:rPr lang="en-US" sz="1600" b="1" dirty="0"/>
              <a:t>independent networks</a:t>
            </a:r>
            <a:r>
              <a:rPr lang="en-US" sz="1600" dirty="0"/>
              <a:t> with different weights.</a:t>
            </a:r>
          </a:p>
          <a:p>
            <a:pPr algn="just"/>
            <a:endParaRPr lang="en-US" sz="1600" dirty="0"/>
          </a:p>
          <a:p>
            <a:pPr algn="just"/>
            <a:r>
              <a:rPr lang="en-US" sz="1600" dirty="0">
                <a:solidFill>
                  <a:srgbClr val="0F04EC"/>
                </a:solidFill>
              </a:rPr>
              <a:t>Target Networks (Q</a:t>
            </a:r>
            <a:r>
              <a:rPr lang="en-US" sz="1600" baseline="-25000" dirty="0">
                <a:solidFill>
                  <a:srgbClr val="0F04EC"/>
                </a:solidFill>
              </a:rPr>
              <a:t>1</a:t>
            </a:r>
            <a:r>
              <a:rPr lang="en-US" sz="1600" dirty="0">
                <a:solidFill>
                  <a:srgbClr val="0F04EC"/>
                </a:solidFill>
              </a:rPr>
              <a:t>, Q</a:t>
            </a:r>
            <a:r>
              <a:rPr lang="en-US" sz="1600" baseline="-25000" dirty="0">
                <a:solidFill>
                  <a:srgbClr val="0F04EC"/>
                </a:solidFill>
              </a:rPr>
              <a:t>2</a:t>
            </a:r>
            <a:r>
              <a:rPr lang="en-US" sz="1600" dirty="0">
                <a:solidFill>
                  <a:srgbClr val="0F04EC"/>
                </a:solidFill>
              </a:rPr>
              <a:t>):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dirty="0"/>
              <a:t>Delayed versions of Q1 and Q2 used to stabilize training.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dirty="0"/>
              <a:t>Updated using Polyak averaging:</a:t>
            </a:r>
          </a:p>
          <a:p>
            <a:pPr algn="just"/>
            <a:r>
              <a:rPr lang="en-US" sz="1600" dirty="0"/>
              <a:t>			 </a:t>
            </a:r>
            <a:r>
              <a:rPr lang="el-GR" sz="1600" b="1" i="1" dirty="0"/>
              <a:t>θ′←τθ+(1−τ)θ′</a:t>
            </a:r>
            <a:endParaRPr lang="en-US" sz="1600" b="1" i="1" dirty="0">
              <a:solidFill>
                <a:srgbClr val="0F04EC"/>
              </a:solidFill>
            </a:endParaRPr>
          </a:p>
          <a:p>
            <a:pPr algn="just"/>
            <a:endParaRPr lang="en-US" sz="16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600" dirty="0"/>
          </a:p>
          <a:p>
            <a:pPr algn="just"/>
            <a:endParaRPr lang="en-US" sz="16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0F04EC"/>
              </a:solidFill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0F04EC"/>
              </a:solidFill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600" i="1" dirty="0">
              <a:solidFill>
                <a:srgbClr val="0F04EC"/>
              </a:solidFill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600" i="1" dirty="0">
              <a:solidFill>
                <a:srgbClr val="0F04EC"/>
              </a:solidFill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600" i="1" dirty="0">
              <a:solidFill>
                <a:srgbClr val="0F04EC"/>
              </a:solidFill>
            </a:endParaRPr>
          </a:p>
          <a:p>
            <a:pPr algn="just"/>
            <a:endParaRPr lang="en-US" sz="1600" dirty="0">
              <a:solidFill>
                <a:srgbClr val="0F04E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3110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8EDE1F-8D4E-B3D9-189E-E63FB11B8D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51A91F3-2C17-D276-52BB-8F695DA761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1BC361-DA64-5E41-9737-4DB426F00E19}" type="slidenum">
              <a:rPr lang="en-US" smtClean="0"/>
              <a:t>5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56A9FB3C-B01D-FB12-FFEF-1731FE7559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885" y="114842"/>
            <a:ext cx="11879422" cy="566195"/>
          </a:xfrm>
        </p:spPr>
        <p:txBody>
          <a:bodyPr>
            <a:noAutofit/>
          </a:bodyPr>
          <a:lstStyle/>
          <a:p>
            <a:pPr algn="l"/>
            <a:r>
              <a:rPr lang="en-US" dirty="0"/>
              <a:t>Soft Actor-Critic (SAC) Agent (5 networks in total, 4 in use):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1BB95E4-C98C-FDA4-D12E-2B76F12A2F29}"/>
              </a:ext>
            </a:extLst>
          </p:cNvPr>
          <p:cNvSpPr txBox="1"/>
          <p:nvPr/>
        </p:nvSpPr>
        <p:spPr>
          <a:xfrm>
            <a:off x="168491" y="704519"/>
            <a:ext cx="11855017" cy="87100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600" dirty="0">
                <a:solidFill>
                  <a:srgbClr val="0F04EC"/>
                </a:solidFill>
              </a:rPr>
              <a:t>Training Process:</a:t>
            </a:r>
          </a:p>
          <a:p>
            <a:pPr algn="just"/>
            <a:r>
              <a:rPr lang="en-US" sz="1600" b="1" dirty="0"/>
              <a:t>1. Collect Experience</a:t>
            </a:r>
            <a:r>
              <a:rPr lang="en-US" sz="1600" dirty="0"/>
              <a:t>: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dirty="0"/>
              <a:t>Use current policy </a:t>
            </a:r>
            <a:r>
              <a:rPr lang="en-US" sz="1600" b="1" dirty="0"/>
              <a:t>π</a:t>
            </a:r>
            <a:r>
              <a:rPr lang="en-US" sz="1600" dirty="0"/>
              <a:t> to act in the environment.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dirty="0"/>
              <a:t>Store </a:t>
            </a:r>
            <a:r>
              <a:rPr lang="en-US" sz="1600" b="1" dirty="0"/>
              <a:t>(</a:t>
            </a:r>
            <a:r>
              <a:rPr lang="en-US" sz="1600" b="1" dirty="0" err="1"/>
              <a:t>s,a,r,s′,done</a:t>
            </a:r>
            <a:r>
              <a:rPr lang="en-US" sz="1600" b="1" dirty="0"/>
              <a:t>) </a:t>
            </a:r>
            <a:r>
              <a:rPr lang="en-US" sz="1600" dirty="0"/>
              <a:t>in the </a:t>
            </a:r>
            <a:r>
              <a:rPr lang="en-US" sz="1600" b="1" dirty="0"/>
              <a:t>replay buffer</a:t>
            </a:r>
          </a:p>
          <a:p>
            <a:pPr algn="just"/>
            <a:endParaRPr lang="en-US" sz="1600" b="1" dirty="0"/>
          </a:p>
          <a:p>
            <a:pPr algn="just"/>
            <a:r>
              <a:rPr lang="en-US" sz="1600" b="1" dirty="0"/>
              <a:t>2. Sample Mini-Batch</a:t>
            </a:r>
            <a:r>
              <a:rPr lang="en-US" sz="1600" dirty="0"/>
              <a:t>: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dirty="0"/>
              <a:t>Randomly sample batch of transitions from replay buffer.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600" dirty="0"/>
          </a:p>
          <a:p>
            <a:pPr algn="just"/>
            <a:r>
              <a:rPr lang="en-US" sz="1600" b="1" dirty="0"/>
              <a:t>3. Critic Updates</a:t>
            </a:r>
            <a:r>
              <a:rPr lang="en-US" sz="1600" dirty="0"/>
              <a:t>: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dirty="0"/>
              <a:t>Compute </a:t>
            </a:r>
            <a:r>
              <a:rPr lang="en-US" sz="1600" b="1" dirty="0"/>
              <a:t>target Q-value</a:t>
            </a:r>
            <a:r>
              <a:rPr lang="en-US" sz="1600" dirty="0"/>
              <a:t>:</a:t>
            </a:r>
          </a:p>
          <a:p>
            <a:pPr algn="just"/>
            <a:r>
              <a:rPr lang="pt-BR" sz="1600" dirty="0"/>
              <a:t>			</a:t>
            </a:r>
            <a:r>
              <a:rPr lang="pt-BR" sz="1600" b="1" dirty="0"/>
              <a:t>y=r+γ(1−done)[min(Q</a:t>
            </a:r>
            <a:r>
              <a:rPr lang="pt-BR" sz="1600" b="1" baseline="-25000" dirty="0"/>
              <a:t>1</a:t>
            </a:r>
            <a:r>
              <a:rPr lang="pt-BR" sz="1600" b="1" dirty="0"/>
              <a:t>​(s′,a′),Q</a:t>
            </a:r>
            <a:r>
              <a:rPr lang="pt-BR" sz="1600" b="1" baseline="-25000" dirty="0"/>
              <a:t>2</a:t>
            </a:r>
            <a:r>
              <a:rPr lang="pt-BR" sz="1600" b="1" dirty="0"/>
              <a:t>​(s′,a′))−αlogπ(a′∣s′)]</a:t>
            </a:r>
            <a:endParaRPr lang="en-US" sz="1600" b="1" dirty="0"/>
          </a:p>
          <a:p>
            <a:pPr algn="just"/>
            <a:endParaRPr lang="en-US" sz="1600" b="1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dirty="0"/>
              <a:t>Update both Q</a:t>
            </a:r>
            <a:r>
              <a:rPr lang="en-US" sz="1600" baseline="-25000" dirty="0"/>
              <a:t>1</a:t>
            </a:r>
            <a:r>
              <a:rPr lang="en-US" sz="1600" dirty="0"/>
              <a:t> and Q</a:t>
            </a:r>
            <a:r>
              <a:rPr lang="en-US" sz="1600" baseline="-25000" dirty="0"/>
              <a:t>2</a:t>
            </a:r>
            <a:r>
              <a:rPr lang="en-US" sz="1600" dirty="0"/>
              <a:t>​ by minimizing:</a:t>
            </a:r>
          </a:p>
          <a:p>
            <a:pPr algn="just"/>
            <a:r>
              <a:rPr lang="en-US" sz="1600" dirty="0"/>
              <a:t>			</a:t>
            </a:r>
            <a:r>
              <a:rPr lang="en-US" sz="1600" b="1" i="1" dirty="0"/>
              <a:t>L=MSE(Q(</a:t>
            </a:r>
            <a:r>
              <a:rPr lang="en-US" sz="1600" b="1" i="1" dirty="0" err="1"/>
              <a:t>s,a</a:t>
            </a:r>
            <a:r>
              <a:rPr lang="en-US" sz="1600" b="1" i="1" dirty="0"/>
              <a:t>),y)</a:t>
            </a:r>
            <a:r>
              <a:rPr lang="en-US" sz="1600" dirty="0"/>
              <a:t>	</a:t>
            </a:r>
          </a:p>
          <a:p>
            <a:pPr algn="just"/>
            <a:endParaRPr lang="en-US" sz="1600" b="1" dirty="0"/>
          </a:p>
          <a:p>
            <a:pPr algn="just"/>
            <a:r>
              <a:rPr lang="en-US" sz="1600" b="1" dirty="0"/>
              <a:t>4. Actor Updates</a:t>
            </a:r>
            <a:r>
              <a:rPr lang="en-US" sz="1600" dirty="0"/>
              <a:t>: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dirty="0"/>
              <a:t>Improve the policy by minimizing:</a:t>
            </a:r>
          </a:p>
          <a:p>
            <a:pPr algn="just"/>
            <a:r>
              <a:rPr lang="en-US" sz="1600" dirty="0"/>
              <a:t>			</a:t>
            </a:r>
            <a:r>
              <a:rPr lang="en-US" sz="1600" b="1" dirty="0"/>
              <a:t>J</a:t>
            </a:r>
            <a:r>
              <a:rPr lang="el-GR" sz="1600" b="1" baseline="-25000" dirty="0"/>
              <a:t>π​</a:t>
            </a:r>
            <a:r>
              <a:rPr lang="el-GR" sz="1600" b="1" dirty="0"/>
              <a:t>=</a:t>
            </a:r>
            <a:r>
              <a:rPr lang="en-US" sz="1600" b="1" dirty="0" err="1"/>
              <a:t>E</a:t>
            </a:r>
            <a:r>
              <a:rPr lang="en-US" sz="1600" b="1" baseline="-25000" dirty="0" err="1"/>
              <a:t>s∼D</a:t>
            </a:r>
            <a:r>
              <a:rPr lang="en-US" sz="1600" b="1" dirty="0"/>
              <a:t>​[</a:t>
            </a:r>
            <a:r>
              <a:rPr lang="en-US" sz="1600" b="1" dirty="0" err="1"/>
              <a:t>E</a:t>
            </a:r>
            <a:r>
              <a:rPr lang="en-US" sz="1600" b="1" baseline="-25000" dirty="0" err="1"/>
              <a:t>a</a:t>
            </a:r>
            <a:r>
              <a:rPr lang="en-US" sz="1600" b="1" baseline="-25000" dirty="0"/>
              <a:t>∼</a:t>
            </a:r>
            <a:r>
              <a:rPr lang="el-GR" sz="1600" b="1" baseline="-25000" dirty="0"/>
              <a:t>π</a:t>
            </a:r>
            <a:r>
              <a:rPr lang="el-GR" sz="1600" b="1" dirty="0"/>
              <a:t>​[α</a:t>
            </a:r>
            <a:r>
              <a:rPr lang="en-US" sz="1600" b="1" dirty="0"/>
              <a:t>log</a:t>
            </a:r>
            <a:r>
              <a:rPr lang="el-GR" sz="1600" b="1" dirty="0"/>
              <a:t>π(</a:t>
            </a:r>
            <a:r>
              <a:rPr lang="en-US" sz="1600" b="1" dirty="0" err="1"/>
              <a:t>a∣s</a:t>
            </a:r>
            <a:r>
              <a:rPr lang="en-US" sz="1600" b="1" dirty="0"/>
              <a:t>)−Q(</a:t>
            </a:r>
            <a:r>
              <a:rPr lang="en-US" sz="1600" b="1" dirty="0" err="1"/>
              <a:t>s,a</a:t>
            </a:r>
            <a:r>
              <a:rPr lang="en-US" sz="1600" b="1" dirty="0"/>
              <a:t>)]]</a:t>
            </a:r>
          </a:p>
          <a:p>
            <a:pPr algn="just"/>
            <a:endParaRPr lang="en-US" sz="1600" b="1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dirty="0"/>
              <a:t>Encourages choosing actions with </a:t>
            </a:r>
            <a:r>
              <a:rPr lang="en-US" sz="1600" b="1" dirty="0"/>
              <a:t>high Q-value and high entropy</a:t>
            </a:r>
            <a:r>
              <a:rPr lang="en-US" sz="1600" dirty="0"/>
              <a:t>.</a:t>
            </a:r>
            <a:endParaRPr lang="en-US" sz="1600" b="1" dirty="0"/>
          </a:p>
          <a:p>
            <a:pPr algn="just"/>
            <a:endParaRPr lang="en-US" sz="1600" b="1" dirty="0"/>
          </a:p>
          <a:p>
            <a:pPr algn="just"/>
            <a:r>
              <a:rPr lang="en-US" sz="1600" b="1" dirty="0"/>
              <a:t>5. Update Target Q Networks</a:t>
            </a:r>
            <a:r>
              <a:rPr lang="en-US" sz="1600" dirty="0"/>
              <a:t>: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dirty="0"/>
              <a:t>Soft update using Polyak averaging:</a:t>
            </a:r>
          </a:p>
          <a:p>
            <a:pPr algn="just"/>
            <a:r>
              <a:rPr lang="en-US" sz="1600" dirty="0"/>
              <a:t>			</a:t>
            </a:r>
            <a:r>
              <a:rPr lang="el-GR" sz="1600" b="1" dirty="0"/>
              <a:t>θ</a:t>
            </a:r>
            <a:r>
              <a:rPr lang="en-US" sz="1600" b="1" baseline="-25000" dirty="0"/>
              <a:t>target</a:t>
            </a:r>
            <a:r>
              <a:rPr lang="en-US" sz="1600" b="1" dirty="0"/>
              <a:t>​←</a:t>
            </a:r>
            <a:r>
              <a:rPr lang="el-GR" sz="1600" b="1" dirty="0"/>
              <a:t>τθ+(1−τ)θ</a:t>
            </a:r>
            <a:r>
              <a:rPr lang="en-US" sz="1600" b="1" baseline="-25000" dirty="0"/>
              <a:t>target​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600" dirty="0"/>
          </a:p>
          <a:p>
            <a:pPr algn="just"/>
            <a:endParaRPr lang="en-US" sz="16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0F04EC"/>
              </a:solidFill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0F04EC"/>
              </a:solidFill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600" i="1" dirty="0">
              <a:solidFill>
                <a:srgbClr val="0F04EC"/>
              </a:solidFill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600" i="1" dirty="0">
              <a:solidFill>
                <a:srgbClr val="0F04EC"/>
              </a:solidFill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600" i="1" dirty="0">
              <a:solidFill>
                <a:srgbClr val="0F04EC"/>
              </a:solidFill>
            </a:endParaRPr>
          </a:p>
          <a:p>
            <a:pPr algn="just"/>
            <a:endParaRPr lang="en-US" sz="1600" dirty="0">
              <a:solidFill>
                <a:srgbClr val="0F04EC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3311FAF-AAE9-68B6-4F14-9C65B3E1F53B}"/>
              </a:ext>
            </a:extLst>
          </p:cNvPr>
          <p:cNvSpPr/>
          <p:nvPr/>
        </p:nvSpPr>
        <p:spPr>
          <a:xfrm>
            <a:off x="9692096" y="1162582"/>
            <a:ext cx="1923068" cy="3247730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2CB0DBA-7F67-2B4E-1DDA-9D3AA64D694C}"/>
              </a:ext>
            </a:extLst>
          </p:cNvPr>
          <p:cNvSpPr txBox="1"/>
          <p:nvPr/>
        </p:nvSpPr>
        <p:spPr>
          <a:xfrm>
            <a:off x="9980142" y="1221385"/>
            <a:ext cx="27470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(s, a, r, s</a:t>
            </a:r>
            <a:r>
              <a:rPr lang="en-US" baseline="30000" dirty="0"/>
              <a:t>’</a:t>
            </a:r>
            <a:r>
              <a:rPr lang="en-US" dirty="0"/>
              <a:t>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DD942E5-539A-8D38-10D0-96E74A2BCF15}"/>
              </a:ext>
            </a:extLst>
          </p:cNvPr>
          <p:cNvSpPr txBox="1"/>
          <p:nvPr/>
        </p:nvSpPr>
        <p:spPr>
          <a:xfrm>
            <a:off x="9980142" y="1624265"/>
            <a:ext cx="27470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(s</a:t>
            </a:r>
            <a:r>
              <a:rPr lang="en-US" baseline="30000" dirty="0"/>
              <a:t>’</a:t>
            </a:r>
            <a:r>
              <a:rPr lang="en-US" dirty="0"/>
              <a:t>, a</a:t>
            </a:r>
            <a:r>
              <a:rPr lang="en-US" baseline="30000" dirty="0"/>
              <a:t>’</a:t>
            </a:r>
            <a:r>
              <a:rPr lang="en-US" dirty="0"/>
              <a:t>, r</a:t>
            </a:r>
            <a:r>
              <a:rPr lang="en-US" baseline="30000" dirty="0"/>
              <a:t>’</a:t>
            </a:r>
            <a:r>
              <a:rPr lang="en-US" dirty="0"/>
              <a:t>, s</a:t>
            </a:r>
            <a:r>
              <a:rPr lang="en-US" baseline="30000" dirty="0"/>
              <a:t>’’</a:t>
            </a:r>
            <a:r>
              <a:rPr lang="en-US" dirty="0"/>
              <a:t>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CE07A49-5334-6E67-4214-05C495818AC2}"/>
              </a:ext>
            </a:extLst>
          </p:cNvPr>
          <p:cNvSpPr txBox="1"/>
          <p:nvPr/>
        </p:nvSpPr>
        <p:spPr>
          <a:xfrm>
            <a:off x="9980142" y="2198190"/>
            <a:ext cx="27470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- - - - - - - - - - -</a:t>
            </a:r>
          </a:p>
          <a:p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F7F3C58-DFB4-0C79-8826-0826EF08EFF8}"/>
              </a:ext>
            </a:extLst>
          </p:cNvPr>
          <p:cNvSpPr txBox="1"/>
          <p:nvPr/>
        </p:nvSpPr>
        <p:spPr>
          <a:xfrm>
            <a:off x="10063553" y="2839212"/>
            <a:ext cx="27470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- - - - - - - - - - -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F003EFD-F291-7758-3E0C-75D03F7337DB}"/>
              </a:ext>
            </a:extLst>
          </p:cNvPr>
          <p:cNvSpPr txBox="1"/>
          <p:nvPr/>
        </p:nvSpPr>
        <p:spPr>
          <a:xfrm>
            <a:off x="10070008" y="3385966"/>
            <a:ext cx="27470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- - - - - - - - - - -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BDBD82A-C954-1D60-CAE9-F27479332511}"/>
              </a:ext>
            </a:extLst>
          </p:cNvPr>
          <p:cNvSpPr txBox="1"/>
          <p:nvPr/>
        </p:nvSpPr>
        <p:spPr>
          <a:xfrm>
            <a:off x="7820875" y="704519"/>
            <a:ext cx="56655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i="1" dirty="0"/>
              <a:t>Replay Buffer</a:t>
            </a:r>
            <a:endParaRPr lang="en-US" b="1" dirty="0"/>
          </a:p>
          <a:p>
            <a:pPr algn="ctr"/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5624557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1EB52E-2AD6-1D53-2C77-B7A5EFE407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1" name="Picture 360">
            <a:extLst>
              <a:ext uri="{FF2B5EF4-FFF2-40B4-BE49-F238E27FC236}">
                <a16:creationId xmlns:a16="http://schemas.microsoft.com/office/drawing/2014/main" id="{376FBA7E-52A2-54A8-53DD-57CD8F84AF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650" y="939003"/>
            <a:ext cx="2420322" cy="1737511"/>
          </a:xfrm>
          <a:prstGeom prst="rect">
            <a:avLst/>
          </a:prstGeom>
        </p:spPr>
      </p:pic>
      <p:sp>
        <p:nvSpPr>
          <p:cNvPr id="368" name="TextBox 367">
            <a:extLst>
              <a:ext uri="{FF2B5EF4-FFF2-40B4-BE49-F238E27FC236}">
                <a16:creationId xmlns:a16="http://schemas.microsoft.com/office/drawing/2014/main" id="{0B789D83-72C7-50FA-75B0-D71D7E7AB099}"/>
              </a:ext>
            </a:extLst>
          </p:cNvPr>
          <p:cNvSpPr txBox="1"/>
          <p:nvPr/>
        </p:nvSpPr>
        <p:spPr>
          <a:xfrm>
            <a:off x="-276608" y="1639313"/>
            <a:ext cx="11310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</a:t>
            </a:r>
          </a:p>
        </p:txBody>
      </p:sp>
      <p:sp>
        <p:nvSpPr>
          <p:cNvPr id="374" name="TextBox 373">
            <a:extLst>
              <a:ext uri="{FF2B5EF4-FFF2-40B4-BE49-F238E27FC236}">
                <a16:creationId xmlns:a16="http://schemas.microsoft.com/office/drawing/2014/main" id="{F8DE1141-806D-EE18-0A60-381EAD8EBB61}"/>
              </a:ext>
            </a:extLst>
          </p:cNvPr>
          <p:cNvSpPr txBox="1"/>
          <p:nvPr/>
        </p:nvSpPr>
        <p:spPr>
          <a:xfrm>
            <a:off x="4011372" y="913817"/>
            <a:ext cx="4603281" cy="36933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i="1" dirty="0"/>
              <a:t>Loss</a:t>
            </a:r>
            <a:r>
              <a:rPr lang="el-GR" sz="1800" b="1" dirty="0"/>
              <a:t>=</a:t>
            </a:r>
            <a:r>
              <a:rPr lang="en-US" sz="1800" b="1" dirty="0" err="1"/>
              <a:t>E</a:t>
            </a:r>
            <a:r>
              <a:rPr lang="en-US" sz="1800" b="1" baseline="-25000" dirty="0" err="1"/>
              <a:t>s∼D</a:t>
            </a:r>
            <a:r>
              <a:rPr lang="en-US" sz="1800" b="1" dirty="0"/>
              <a:t>​[</a:t>
            </a:r>
            <a:r>
              <a:rPr lang="en-US" sz="1800" b="1" dirty="0" err="1"/>
              <a:t>E</a:t>
            </a:r>
            <a:r>
              <a:rPr lang="en-US" sz="1800" b="1" baseline="-25000" dirty="0" err="1"/>
              <a:t>a</a:t>
            </a:r>
            <a:r>
              <a:rPr lang="en-US" sz="1800" b="1" baseline="-25000" dirty="0"/>
              <a:t>∼</a:t>
            </a:r>
            <a:r>
              <a:rPr lang="el-GR" sz="1800" b="1" baseline="-25000" dirty="0"/>
              <a:t>π</a:t>
            </a:r>
            <a:r>
              <a:rPr lang="el-GR" sz="1800" b="1" dirty="0"/>
              <a:t>​[α</a:t>
            </a:r>
            <a:r>
              <a:rPr lang="en-US" sz="1800" b="1" dirty="0"/>
              <a:t>log</a:t>
            </a:r>
            <a:r>
              <a:rPr lang="el-GR" sz="1800" b="1" dirty="0"/>
              <a:t>π(</a:t>
            </a:r>
            <a:r>
              <a:rPr lang="en-US" sz="1800" b="1" dirty="0" err="1"/>
              <a:t>a∣s</a:t>
            </a:r>
            <a:r>
              <a:rPr lang="en-US" sz="1800" b="1" dirty="0"/>
              <a:t>)−Q(</a:t>
            </a:r>
            <a:r>
              <a:rPr lang="en-US" sz="1800" b="1" dirty="0" err="1"/>
              <a:t>s,a</a:t>
            </a:r>
            <a:r>
              <a:rPr lang="en-US" sz="1800" b="1" dirty="0"/>
              <a:t>)]]</a:t>
            </a:r>
          </a:p>
        </p:txBody>
      </p:sp>
      <p:sp>
        <p:nvSpPr>
          <p:cNvPr id="376" name="TextBox 375">
            <a:extLst>
              <a:ext uri="{FF2B5EF4-FFF2-40B4-BE49-F238E27FC236}">
                <a16:creationId xmlns:a16="http://schemas.microsoft.com/office/drawing/2014/main" id="{EA3AE5D5-2235-82C2-CED2-85139DD3A7F8}"/>
              </a:ext>
            </a:extLst>
          </p:cNvPr>
          <p:cNvSpPr txBox="1"/>
          <p:nvPr/>
        </p:nvSpPr>
        <p:spPr>
          <a:xfrm>
            <a:off x="455242" y="544486"/>
            <a:ext cx="30731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Actor Network</a:t>
            </a:r>
          </a:p>
        </p:txBody>
      </p:sp>
      <p:sp>
        <p:nvSpPr>
          <p:cNvPr id="382" name="TextBox 381">
            <a:extLst>
              <a:ext uri="{FF2B5EF4-FFF2-40B4-BE49-F238E27FC236}">
                <a16:creationId xmlns:a16="http://schemas.microsoft.com/office/drawing/2014/main" id="{A486EC13-E1EE-E62F-01FC-24A4DDAE807E}"/>
              </a:ext>
            </a:extLst>
          </p:cNvPr>
          <p:cNvSpPr txBox="1"/>
          <p:nvPr/>
        </p:nvSpPr>
        <p:spPr>
          <a:xfrm>
            <a:off x="6200454" y="1566897"/>
            <a:ext cx="30731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Back Propagation</a:t>
            </a:r>
          </a:p>
        </p:txBody>
      </p:sp>
      <p:sp>
        <p:nvSpPr>
          <p:cNvPr id="383" name="Title 1">
            <a:extLst>
              <a:ext uri="{FF2B5EF4-FFF2-40B4-BE49-F238E27FC236}">
                <a16:creationId xmlns:a16="http://schemas.microsoft.com/office/drawing/2014/main" id="{5BF52873-6585-9809-F1BD-27333770D6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629" y="49535"/>
            <a:ext cx="11879422" cy="566195"/>
          </a:xfrm>
        </p:spPr>
        <p:txBody>
          <a:bodyPr>
            <a:noAutofit/>
          </a:bodyPr>
          <a:lstStyle/>
          <a:p>
            <a:pPr algn="l"/>
            <a:r>
              <a:rPr lang="en-US" dirty="0"/>
              <a:t>SAC Agent: Training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462B0E6-9DFA-8117-6706-1368383D1F60}"/>
              </a:ext>
            </a:extLst>
          </p:cNvPr>
          <p:cNvSpPr/>
          <p:nvPr/>
        </p:nvSpPr>
        <p:spPr>
          <a:xfrm>
            <a:off x="9756584" y="426716"/>
            <a:ext cx="1923068" cy="1581929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2638989-D683-3002-99FB-055CB28853D6}"/>
              </a:ext>
            </a:extLst>
          </p:cNvPr>
          <p:cNvSpPr txBox="1"/>
          <p:nvPr/>
        </p:nvSpPr>
        <p:spPr>
          <a:xfrm>
            <a:off x="10044630" y="485519"/>
            <a:ext cx="27470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(s, a, r, s</a:t>
            </a:r>
            <a:r>
              <a:rPr lang="en-US" baseline="30000" dirty="0"/>
              <a:t>’</a:t>
            </a:r>
            <a:r>
              <a:rPr lang="en-US" dirty="0"/>
              <a:t>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77D8FEC-4D4B-BBC5-C3DD-9F1484ABE326}"/>
              </a:ext>
            </a:extLst>
          </p:cNvPr>
          <p:cNvSpPr txBox="1"/>
          <p:nvPr/>
        </p:nvSpPr>
        <p:spPr>
          <a:xfrm>
            <a:off x="10074511" y="885398"/>
            <a:ext cx="27470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(s</a:t>
            </a:r>
            <a:r>
              <a:rPr lang="en-US" baseline="30000" dirty="0"/>
              <a:t>’</a:t>
            </a:r>
            <a:r>
              <a:rPr lang="en-US" dirty="0"/>
              <a:t>, a</a:t>
            </a:r>
            <a:r>
              <a:rPr lang="en-US" baseline="30000" dirty="0"/>
              <a:t>’</a:t>
            </a:r>
            <a:r>
              <a:rPr lang="en-US" dirty="0"/>
              <a:t>, r</a:t>
            </a:r>
            <a:r>
              <a:rPr lang="en-US" baseline="30000" dirty="0"/>
              <a:t>’</a:t>
            </a:r>
            <a:r>
              <a:rPr lang="en-US" dirty="0"/>
              <a:t>, s</a:t>
            </a:r>
            <a:r>
              <a:rPr lang="en-US" baseline="30000" dirty="0"/>
              <a:t>’’</a:t>
            </a:r>
            <a:r>
              <a:rPr lang="en-US" dirty="0"/>
              <a:t>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8D4F1DD-4491-9066-EFF3-7672BBA28D38}"/>
              </a:ext>
            </a:extLst>
          </p:cNvPr>
          <p:cNvSpPr txBox="1"/>
          <p:nvPr/>
        </p:nvSpPr>
        <p:spPr>
          <a:xfrm>
            <a:off x="10128041" y="1315256"/>
            <a:ext cx="12204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- - - - - - - - - </a:t>
            </a:r>
          </a:p>
          <a:p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4B612D4-1C3B-104C-39C3-C221F9107BE2}"/>
              </a:ext>
            </a:extLst>
          </p:cNvPr>
          <p:cNvSpPr txBox="1"/>
          <p:nvPr/>
        </p:nvSpPr>
        <p:spPr>
          <a:xfrm>
            <a:off x="7820875" y="47131"/>
            <a:ext cx="56655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i="1" dirty="0"/>
              <a:t>Replay Buffer</a:t>
            </a:r>
            <a:endParaRPr lang="en-US" b="1" dirty="0"/>
          </a:p>
          <a:p>
            <a:pPr algn="ctr"/>
            <a:r>
              <a:rPr lang="en-US" dirty="0"/>
              <a:t> 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9F5E8EA-1CB8-D309-CF83-457E290EBE96}"/>
              </a:ext>
            </a:extLst>
          </p:cNvPr>
          <p:cNvSpPr txBox="1"/>
          <p:nvPr/>
        </p:nvSpPr>
        <p:spPr>
          <a:xfrm>
            <a:off x="3458907" y="1576457"/>
            <a:ext cx="2747072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pt-BR" sz="1800" b="1" i="1" dirty="0"/>
              <a:t>a∼tanh(N(μ(s),σ(s)))</a:t>
            </a:r>
            <a:endParaRPr lang="en-US" sz="1800" b="1" i="1" dirty="0"/>
          </a:p>
        </p:txBody>
      </p:sp>
      <p:cxnSp>
        <p:nvCxnSpPr>
          <p:cNvPr id="23" name="Connector: Elbow 22">
            <a:extLst>
              <a:ext uri="{FF2B5EF4-FFF2-40B4-BE49-F238E27FC236}">
                <a16:creationId xmlns:a16="http://schemas.microsoft.com/office/drawing/2014/main" id="{8C00754B-7812-DC08-00EE-6477CCDD6F53}"/>
              </a:ext>
            </a:extLst>
          </p:cNvPr>
          <p:cNvCxnSpPr>
            <a:cxnSpLocks/>
            <a:stCxn id="374" idx="3"/>
          </p:cNvCxnSpPr>
          <p:nvPr/>
        </p:nvCxnSpPr>
        <p:spPr>
          <a:xfrm flipH="1">
            <a:off x="3380423" y="1098483"/>
            <a:ext cx="5234230" cy="1049781"/>
          </a:xfrm>
          <a:prstGeom prst="bentConnector3">
            <a:avLst>
              <a:gd name="adj1" fmla="val -4367"/>
            </a:avLst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0B9DEA7E-71C2-5312-284C-DF8F07876371}"/>
              </a:ext>
            </a:extLst>
          </p:cNvPr>
          <p:cNvSpPr txBox="1"/>
          <p:nvPr/>
        </p:nvSpPr>
        <p:spPr>
          <a:xfrm>
            <a:off x="10128041" y="1618906"/>
            <a:ext cx="12204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- - - - - - - - - </a:t>
            </a:r>
          </a:p>
          <a:p>
            <a:endParaRPr lang="en-US" dirty="0"/>
          </a:p>
        </p:txBody>
      </p:sp>
      <p:pic>
        <p:nvPicPr>
          <p:cNvPr id="57" name="Picture 56">
            <a:extLst>
              <a:ext uri="{FF2B5EF4-FFF2-40B4-BE49-F238E27FC236}">
                <a16:creationId xmlns:a16="http://schemas.microsoft.com/office/drawing/2014/main" id="{FF45D4E3-3A22-3232-686E-E1413765CC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9092" y="2772552"/>
            <a:ext cx="3706933" cy="1941975"/>
          </a:xfrm>
          <a:prstGeom prst="rect">
            <a:avLst/>
          </a:prstGeom>
        </p:spPr>
      </p:pic>
      <p:pic>
        <p:nvPicPr>
          <p:cNvPr id="58" name="Picture 57">
            <a:extLst>
              <a:ext uri="{FF2B5EF4-FFF2-40B4-BE49-F238E27FC236}">
                <a16:creationId xmlns:a16="http://schemas.microsoft.com/office/drawing/2014/main" id="{11954911-3154-10DB-ECDE-4DD6B0A6B95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8236" y="4776752"/>
            <a:ext cx="3229225" cy="1691715"/>
          </a:xfrm>
          <a:prstGeom prst="rect">
            <a:avLst/>
          </a:prstGeom>
        </p:spPr>
      </p:pic>
      <p:pic>
        <p:nvPicPr>
          <p:cNvPr id="59" name="Picture 58">
            <a:extLst>
              <a:ext uri="{FF2B5EF4-FFF2-40B4-BE49-F238E27FC236}">
                <a16:creationId xmlns:a16="http://schemas.microsoft.com/office/drawing/2014/main" id="{104CB724-AB67-222E-F30C-A7693193AF3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14055" y="2351766"/>
            <a:ext cx="3354569" cy="1668339"/>
          </a:xfrm>
          <a:prstGeom prst="rect">
            <a:avLst/>
          </a:prstGeom>
        </p:spPr>
      </p:pic>
      <p:pic>
        <p:nvPicPr>
          <p:cNvPr id="60" name="Picture 59">
            <a:extLst>
              <a:ext uri="{FF2B5EF4-FFF2-40B4-BE49-F238E27FC236}">
                <a16:creationId xmlns:a16="http://schemas.microsoft.com/office/drawing/2014/main" id="{D18492F2-73C3-E804-6D1F-06282D528A3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19558" y="2351765"/>
            <a:ext cx="3354569" cy="1668339"/>
          </a:xfrm>
          <a:prstGeom prst="rect">
            <a:avLst/>
          </a:prstGeom>
        </p:spPr>
      </p:pic>
      <p:sp>
        <p:nvSpPr>
          <p:cNvPr id="61" name="TextBox 60">
            <a:extLst>
              <a:ext uri="{FF2B5EF4-FFF2-40B4-BE49-F238E27FC236}">
                <a16:creationId xmlns:a16="http://schemas.microsoft.com/office/drawing/2014/main" id="{C95D3261-DE47-65D3-2DD0-BB020DA5AD25}"/>
              </a:ext>
            </a:extLst>
          </p:cNvPr>
          <p:cNvSpPr txBox="1"/>
          <p:nvPr/>
        </p:nvSpPr>
        <p:spPr>
          <a:xfrm>
            <a:off x="6302486" y="4619414"/>
            <a:ext cx="5583731" cy="64633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b="1" dirty="0"/>
              <a:t>y=r+γ(1−done)[min(Q</a:t>
            </a:r>
            <a:r>
              <a:rPr lang="pt-BR" b="1" baseline="-25000" dirty="0"/>
              <a:t>1</a:t>
            </a:r>
            <a:r>
              <a:rPr lang="pt-BR" b="1" dirty="0"/>
              <a:t>​(s′,a′),Q</a:t>
            </a:r>
            <a:r>
              <a:rPr lang="pt-BR" b="1" baseline="-25000" dirty="0"/>
              <a:t>2</a:t>
            </a:r>
            <a:r>
              <a:rPr lang="pt-BR" b="1" dirty="0"/>
              <a:t>​(s′,a′))−αlogπ(a′∣s′)]</a:t>
            </a:r>
            <a:endParaRPr lang="en-US" b="1" dirty="0"/>
          </a:p>
          <a:p>
            <a:pPr algn="ctr"/>
            <a:endParaRPr lang="en-US" b="1" dirty="0"/>
          </a:p>
        </p:txBody>
      </p:sp>
      <p:cxnSp>
        <p:nvCxnSpPr>
          <p:cNvPr id="62" name="Connector: Elbow 61">
            <a:extLst>
              <a:ext uri="{FF2B5EF4-FFF2-40B4-BE49-F238E27FC236}">
                <a16:creationId xmlns:a16="http://schemas.microsoft.com/office/drawing/2014/main" id="{CCF55181-C2FB-BD32-8D94-0E349ADE56C2}"/>
              </a:ext>
            </a:extLst>
          </p:cNvPr>
          <p:cNvCxnSpPr>
            <a:cxnSpLocks/>
            <a:endCxn id="61" idx="0"/>
          </p:cNvCxnSpPr>
          <p:nvPr/>
        </p:nvCxnSpPr>
        <p:spPr>
          <a:xfrm rot="16200000" flipH="1">
            <a:off x="7567918" y="3092979"/>
            <a:ext cx="1547093" cy="1505775"/>
          </a:xfrm>
          <a:prstGeom prst="bentConnector3">
            <a:avLst>
              <a:gd name="adj1" fmla="val 50000"/>
            </a:avLst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0" name="Connector: Elbow 319">
            <a:extLst>
              <a:ext uri="{FF2B5EF4-FFF2-40B4-BE49-F238E27FC236}">
                <a16:creationId xmlns:a16="http://schemas.microsoft.com/office/drawing/2014/main" id="{D625CE44-44C2-EDDF-4260-B49304FF3F91}"/>
              </a:ext>
            </a:extLst>
          </p:cNvPr>
          <p:cNvCxnSpPr>
            <a:cxnSpLocks/>
            <a:stCxn id="60" idx="3"/>
          </p:cNvCxnSpPr>
          <p:nvPr/>
        </p:nvCxnSpPr>
        <p:spPr>
          <a:xfrm flipH="1">
            <a:off x="9094352" y="3185935"/>
            <a:ext cx="2779775" cy="1110314"/>
          </a:xfrm>
          <a:prstGeom prst="bentConnector3">
            <a:avLst>
              <a:gd name="adj1" fmla="val -8224"/>
            </a:avLst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5" name="TextBox 324">
            <a:extLst>
              <a:ext uri="{FF2B5EF4-FFF2-40B4-BE49-F238E27FC236}">
                <a16:creationId xmlns:a16="http://schemas.microsoft.com/office/drawing/2014/main" id="{E0AE6DCD-3758-46E9-25A6-A3033F3BB211}"/>
              </a:ext>
            </a:extLst>
          </p:cNvPr>
          <p:cNvSpPr txBox="1"/>
          <p:nvPr/>
        </p:nvSpPr>
        <p:spPr>
          <a:xfrm>
            <a:off x="4172853" y="5887452"/>
            <a:ext cx="5583731" cy="64633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i="1" dirty="0"/>
              <a:t>Loss = </a:t>
            </a:r>
            <a:r>
              <a:rPr lang="en-US" dirty="0"/>
              <a:t>MSE(Q(</a:t>
            </a:r>
            <a:r>
              <a:rPr lang="en-US" dirty="0" err="1"/>
              <a:t>s,a</a:t>
            </a:r>
            <a:r>
              <a:rPr lang="en-US" dirty="0"/>
              <a:t>),y)</a:t>
            </a:r>
          </a:p>
          <a:p>
            <a:pPr algn="ctr"/>
            <a:endParaRPr lang="en-US" dirty="0"/>
          </a:p>
        </p:txBody>
      </p:sp>
      <p:cxnSp>
        <p:nvCxnSpPr>
          <p:cNvPr id="326" name="Connector: Elbow 325">
            <a:extLst>
              <a:ext uri="{FF2B5EF4-FFF2-40B4-BE49-F238E27FC236}">
                <a16:creationId xmlns:a16="http://schemas.microsoft.com/office/drawing/2014/main" id="{F8CAE6D7-CA59-61AD-DD93-BB496F9DA2E4}"/>
              </a:ext>
            </a:extLst>
          </p:cNvPr>
          <p:cNvCxnSpPr>
            <a:cxnSpLocks/>
            <a:stCxn id="61" idx="2"/>
            <a:endCxn id="325" idx="3"/>
          </p:cNvCxnSpPr>
          <p:nvPr/>
        </p:nvCxnSpPr>
        <p:spPr>
          <a:xfrm rot="16200000" flipH="1">
            <a:off x="8953032" y="5407065"/>
            <a:ext cx="944873" cy="662232"/>
          </a:xfrm>
          <a:prstGeom prst="bentConnector4">
            <a:avLst>
              <a:gd name="adj1" fmla="val 32899"/>
              <a:gd name="adj2" fmla="val 456104"/>
            </a:avLst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9" name="Connector: Elbow 328">
            <a:extLst>
              <a:ext uri="{FF2B5EF4-FFF2-40B4-BE49-F238E27FC236}">
                <a16:creationId xmlns:a16="http://schemas.microsoft.com/office/drawing/2014/main" id="{1ABC5A9E-B320-356E-9979-E6F7601F3BA2}"/>
              </a:ext>
            </a:extLst>
          </p:cNvPr>
          <p:cNvCxnSpPr>
            <a:cxnSpLocks/>
            <a:endCxn id="57" idx="3"/>
          </p:cNvCxnSpPr>
          <p:nvPr/>
        </p:nvCxnSpPr>
        <p:spPr>
          <a:xfrm rot="16200000" flipV="1">
            <a:off x="3636570" y="4002995"/>
            <a:ext cx="2143912" cy="1625001"/>
          </a:xfrm>
          <a:prstGeom prst="bentConnector2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4" name="Connector: Elbow 333">
            <a:extLst>
              <a:ext uri="{FF2B5EF4-FFF2-40B4-BE49-F238E27FC236}">
                <a16:creationId xmlns:a16="http://schemas.microsoft.com/office/drawing/2014/main" id="{0750CC03-C71B-BCCE-95FC-4AD29FBF0843}"/>
              </a:ext>
            </a:extLst>
          </p:cNvPr>
          <p:cNvCxnSpPr>
            <a:cxnSpLocks/>
            <a:stCxn id="325" idx="1"/>
          </p:cNvCxnSpPr>
          <p:nvPr/>
        </p:nvCxnSpPr>
        <p:spPr>
          <a:xfrm rot="10800000">
            <a:off x="2970297" y="5738182"/>
            <a:ext cx="1202557" cy="472437"/>
          </a:xfrm>
          <a:prstGeom prst="bentConnector3">
            <a:avLst>
              <a:gd name="adj1" fmla="val 50000"/>
            </a:avLst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9" name="TextBox 338">
            <a:extLst>
              <a:ext uri="{FF2B5EF4-FFF2-40B4-BE49-F238E27FC236}">
                <a16:creationId xmlns:a16="http://schemas.microsoft.com/office/drawing/2014/main" id="{F210E4C2-762C-7E34-F1E5-A5A22B0FA50B}"/>
              </a:ext>
            </a:extLst>
          </p:cNvPr>
          <p:cNvSpPr txBox="1"/>
          <p:nvPr/>
        </p:nvSpPr>
        <p:spPr>
          <a:xfrm>
            <a:off x="2970297" y="4407420"/>
            <a:ext cx="30731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Back Propagation</a:t>
            </a:r>
          </a:p>
        </p:txBody>
      </p:sp>
    </p:spTree>
    <p:extLst>
      <p:ext uri="{BB962C8B-B14F-4D97-AF65-F5344CB8AC3E}">
        <p14:creationId xmlns:p14="http://schemas.microsoft.com/office/powerpoint/2010/main" val="2707848037"/>
      </p:ext>
    </p:extLst>
  </p:cSld>
  <p:clrMapOvr>
    <a:masterClrMapping/>
  </p:clrMapOvr>
</p:sld>
</file>

<file path=ppt/theme/theme1.xml><?xml version="1.0" encoding="utf-8"?>
<a:theme xmlns:a="http://schemas.openxmlformats.org/drawingml/2006/main" name="template_GRAIL Research Lab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Franklin Gothic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19DC37E2-738E-42D5-A758-ADA1E3407E1B}" vid="{4C44DCE2-50C4-432C-803B-34B8919B98E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1">
    <wetp:webextensionref xmlns:r="http://schemas.openxmlformats.org/officeDocument/2006/relationships" r:id="rId1"/>
  </wetp:taskpane>
  <wetp:taskpane dockstate="right" visibility="0" width="438" row="2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2AD10C71-605F-4D45-BD90-48F308DB4C30}">
  <we:reference id="wa200000113" version="1.0.0.0" store="en-US" storeType="OMEX"/>
  <we:alternateReferences>
    <we:reference id="wa200000113" version="1.0.0.0" store="WA200000113" storeType="OMEX"/>
  </we:alternateReferences>
  <we:properties/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AFE99EB3-17DF-46FB-9742-792BD89F0A34}">
  <we:reference id="wa104380848" version="2.1.0.1" store="en-US" storeType="OMEX"/>
  <we:alternateReferences>
    <we:reference id="wa104380848" version="2.1.0.1" store="WA104380848" storeType="OMEX"/>
  </we:alternateReferences>
  <we:properties/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D398C9F2FB735429A19D9F9E57C52E4" ma:contentTypeVersion="12" ma:contentTypeDescription="Create a new document." ma:contentTypeScope="" ma:versionID="845a4497539453155dca47dc4c3bedb8">
  <xsd:schema xmlns:xsd="http://www.w3.org/2001/XMLSchema" xmlns:xs="http://www.w3.org/2001/XMLSchema" xmlns:p="http://schemas.microsoft.com/office/2006/metadata/properties" xmlns:ns2="4170d58c-075f-4a60-81f2-faaaa327f98b" xmlns:ns3="4430976e-e7e9-42af-a028-d3d4b3f7834c" targetNamespace="http://schemas.microsoft.com/office/2006/metadata/properties" ma:root="true" ma:fieldsID="35887e907f6c53a68c30fdb24d1b11d2" ns2:_="" ns3:_="">
    <xsd:import namespace="4170d58c-075f-4a60-81f2-faaaa327f98b"/>
    <xsd:import namespace="4430976e-e7e9-42af-a028-d3d4b3f7834c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MediaServiceAutoKeyPoints" minOccurs="0"/>
                <xsd:element ref="ns3:MediaServiceKeyPoints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170d58c-075f-4a60-81f2-faaaa327f98b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430976e-e7e9-42af-a028-d3d4b3f7834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1FDD623B-7157-438F-8B72-567A3A5F8B5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170d58c-075f-4a60-81f2-faaaa327f98b"/>
    <ds:schemaRef ds:uri="4430976e-e7e9-42af-a028-d3d4b3f7834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D748DC4E-2131-42E7-8E59-49ADB1AA87E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2F87915-1D0C-4997-8DD0-FC1D8EBFCC8E}">
  <ds:schemaRefs>
    <ds:schemaRef ds:uri="4430976e-e7e9-42af-a028-d3d4b3f7834c"/>
    <ds:schemaRef ds:uri="http://schemas.microsoft.com/office/2006/documentManagement/types"/>
    <ds:schemaRef ds:uri="http://purl.org/dc/dcmitype/"/>
    <ds:schemaRef ds:uri="http://schemas.microsoft.com/office/2006/metadata/properties"/>
    <ds:schemaRef ds:uri="http://purl.org/dc/elements/1.1/"/>
    <ds:schemaRef ds:uri="http://purl.org/dc/terms/"/>
    <ds:schemaRef ds:uri="http://schemas.openxmlformats.org/package/2006/metadata/core-properties"/>
    <ds:schemaRef ds:uri="http://www.w3.org/XML/1998/namespace"/>
    <ds:schemaRef ds:uri="http://schemas.microsoft.com/office/infopath/2007/PartnerControls"/>
    <ds:schemaRef ds:uri="4170d58c-075f-4a60-81f2-faaaa327f98b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AuE 8930 Lecture 01 Introduction Course Conduct</Template>
  <TotalTime>23286</TotalTime>
  <Words>862</Words>
  <Application>Microsoft Office PowerPoint</Application>
  <PresentationFormat>Widescreen</PresentationFormat>
  <Paragraphs>144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Franklin Gothic Demi</vt:lpstr>
      <vt:lpstr>Franklin Gothic Medium</vt:lpstr>
      <vt:lpstr>template_GRAIL Research Lab</vt:lpstr>
      <vt:lpstr>Deep Reinforcement Learning (DRL) Agents</vt:lpstr>
      <vt:lpstr>DQN Agent</vt:lpstr>
      <vt:lpstr>Soft Actor-Critic (SAC) Agent:</vt:lpstr>
      <vt:lpstr>Soft Actor-Critic (SAC) Agent (5 networks in total, 4 in use):</vt:lpstr>
      <vt:lpstr>Soft Actor-Critic (SAC) Agent (5 networks in total, 4 in use):</vt:lpstr>
      <vt:lpstr>SAC Agent: Training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Visualization</dc:title>
  <dc:creator>Shengli Xu</dc:creator>
  <cp:lastModifiedBy>Shubhendu Kumar Singh</cp:lastModifiedBy>
  <cp:revision>555</cp:revision>
  <dcterms:created xsi:type="dcterms:W3CDTF">2021-09-26T23:34:49Z</dcterms:created>
  <dcterms:modified xsi:type="dcterms:W3CDTF">2025-04-15T07:14:28Z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0x010100DD398C9F2FB735429A19D9F9E57C52E4</vt:lpwstr>
  </property>
</Properties>
</file>
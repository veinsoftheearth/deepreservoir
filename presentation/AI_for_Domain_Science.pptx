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D1tpOuK4cYLBdhI5h1NNh71RG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6"/>
    <p:restoredTop sz="80000"/>
  </p:normalViewPr>
  <p:slideViewPr>
    <p:cSldViewPr snapToGrid="0">
      <p:cViewPr varScale="1">
        <p:scale>
          <a:sx n="101" d="100"/>
          <a:sy n="101" d="100"/>
        </p:scale>
        <p:origin x="1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customschemas.google.com/relationships/presentationmetadata" Target="meta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4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73f9a0ad7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g373f9a0ad74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0" name="Google Shape;120;g373f9a0ad74_0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Only-No Subhead">
  <p:cSld name="1_Text Only-No Subhead">
    <p:bg>
      <p:bgPr>
        <a:solidFill>
          <a:srgbClr val="000F7E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609600" y="609600"/>
            <a:ext cx="10972800" cy="892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i="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i="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i="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2"/>
          </p:nvPr>
        </p:nvSpPr>
        <p:spPr>
          <a:xfrm>
            <a:off x="609600" y="1524000"/>
            <a:ext cx="10972800" cy="4260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73f9a0ad74_0_8"/>
          <p:cNvSpPr txBox="1">
            <a:spLocks noGrp="1"/>
          </p:cNvSpPr>
          <p:nvPr>
            <p:ph type="body" idx="1"/>
          </p:nvPr>
        </p:nvSpPr>
        <p:spPr>
          <a:xfrm>
            <a:off x="240950" y="127600"/>
            <a:ext cx="11862150" cy="8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/>
            <a:r>
              <a:rPr lang="en-US" sz="2400" dirty="0"/>
              <a:t>AI-[Enhanced, Driven], ready for [Domain: Material Science, Drug Discovery, etc.] [rest of the title states the breakthrough or speed up in the domain science problem solved]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endParaRPr sz="2400" dirty="0"/>
          </a:p>
        </p:txBody>
      </p:sp>
      <p:sp>
        <p:nvSpPr>
          <p:cNvPr id="123" name="Google Shape;123;g373f9a0ad74_0_8"/>
          <p:cNvSpPr txBox="1">
            <a:spLocks noGrp="1"/>
          </p:cNvSpPr>
          <p:nvPr>
            <p:ph type="body" idx="2"/>
          </p:nvPr>
        </p:nvSpPr>
        <p:spPr>
          <a:xfrm>
            <a:off x="269224" y="1317649"/>
            <a:ext cx="8430276" cy="5230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06909" lvl="0" indent="-30690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2400"/>
              <a:buChar char="•"/>
            </a:pPr>
            <a:r>
              <a:rPr lang="en-US" sz="2400" dirty="0">
                <a:solidFill>
                  <a:srgbClr val="FFC000"/>
                </a:solidFill>
              </a:rPr>
              <a:t>What science problem are you solving ? 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rgbClr val="FFC000"/>
              </a:buClr>
              <a:buNone/>
            </a:pPr>
            <a:r>
              <a:rPr lang="en-US" sz="1600" dirty="0">
                <a:solidFill>
                  <a:srgbClr val="FFC000"/>
                </a:solidFill>
              </a:rPr>
              <a:t>why is AI/ML the right technology ? </a:t>
            </a:r>
            <a:endParaRPr dirty="0"/>
          </a:p>
          <a:p>
            <a:pPr marL="0" lvl="0" indent="0">
              <a:buClr>
                <a:srgbClr val="D0D0D0"/>
              </a:buClr>
              <a:buSzPts val="1600"/>
              <a:buNone/>
            </a:pPr>
            <a:r>
              <a:rPr lang="en-US" sz="1600" dirty="0">
                <a:solidFill>
                  <a:srgbClr val="D0D0D0"/>
                </a:solidFill>
              </a:rPr>
              <a:t>text text</a:t>
            </a:r>
          </a:p>
          <a:p>
            <a:pPr marL="285750" lvl="0" indent="-2667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FFC000"/>
              </a:buClr>
              <a:buSzPts val="2400"/>
              <a:buChar char="•"/>
            </a:pPr>
            <a:r>
              <a:rPr lang="en-US" sz="2400" dirty="0">
                <a:solidFill>
                  <a:srgbClr val="FFC000"/>
                </a:solidFill>
              </a:rPr>
              <a:t>What AI/ML method(s) are you using </a:t>
            </a:r>
            <a:r>
              <a:rPr lang="en-US" sz="2400" dirty="0">
                <a:solidFill>
                  <a:srgbClr val="FFC000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"/>
                  </a:ext>
                </a:extLst>
              </a:rPr>
              <a:t>?</a:t>
            </a: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0D0D0"/>
              </a:buClr>
              <a:buSzPts val="1600"/>
              <a:buNone/>
            </a:pPr>
            <a:r>
              <a:rPr lang="en-US" sz="1600" dirty="0">
                <a:solidFill>
                  <a:srgbClr val="D0D0D0"/>
                </a:solidFill>
              </a:rPr>
              <a:t>Text  text</a:t>
            </a:r>
          </a:p>
          <a:p>
            <a:pPr marL="285750" indent="-285750">
              <a:buClr>
                <a:srgbClr val="D0D0D0"/>
              </a:buClr>
              <a:buSzPts val="1600"/>
            </a:pPr>
            <a:r>
              <a:rPr lang="en-US" sz="2400" dirty="0">
                <a:solidFill>
                  <a:srgbClr val="FFC000"/>
                </a:solidFill>
              </a:rPr>
              <a:t>What is the impact/breakthrough </a:t>
            </a:r>
            <a:r>
              <a:rPr lang="en-US" sz="2400" dirty="0">
                <a:solidFill>
                  <a:srgbClr val="FFC000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  </a:ext>
                </a:extLst>
              </a:rPr>
              <a:t>?</a:t>
            </a:r>
          </a:p>
          <a:p>
            <a:pPr marL="0" indent="0">
              <a:buClr>
                <a:srgbClr val="D0D0D0"/>
              </a:buClr>
              <a:buSzPts val="1600"/>
              <a:buNone/>
            </a:pPr>
            <a:r>
              <a:rPr lang="en-US" sz="1600" dirty="0">
                <a:solidFill>
                  <a:schemeClr val="tx2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  </a:ext>
                </a:extLst>
              </a:rPr>
              <a:t>Speed up (gain over non AI approach) ? Breakthrough ? Better physics models ? Design Optimization ? other ?</a:t>
            </a:r>
          </a:p>
          <a:p>
            <a:pPr marL="285750" lvl="0" indent="-266700">
              <a:buClr>
                <a:srgbClr val="FFC000"/>
              </a:buClr>
              <a:buSzPts val="2400"/>
            </a:pPr>
            <a:r>
              <a:rPr lang="en-US" sz="2400" dirty="0">
                <a:solidFill>
                  <a:srgbClr val="FFC000"/>
                </a:solidFill>
              </a:rPr>
              <a:t>What infrastructure are you using/would ideally like to use ?</a:t>
            </a:r>
          </a:p>
          <a:p>
            <a:pPr marL="285750" lvl="0" indent="-266700">
              <a:buClr>
                <a:srgbClr val="FFC000"/>
              </a:buClr>
              <a:buSzPts val="2400"/>
            </a:pPr>
            <a:r>
              <a:rPr lang="en-US" sz="2400" dirty="0">
                <a:solidFill>
                  <a:srgbClr val="FFC000"/>
                </a:solidFill>
              </a:rPr>
              <a:t>Who is funding the work ? (current sponsors )</a:t>
            </a:r>
          </a:p>
          <a:p>
            <a:pPr marL="476250" lvl="1" indent="0">
              <a:buClr>
                <a:srgbClr val="FFC000"/>
              </a:buClr>
              <a:buNone/>
            </a:pPr>
            <a:r>
              <a:rPr lang="en-US" sz="2000" dirty="0">
                <a:solidFill>
                  <a:srgbClr val="FFC000"/>
                </a:solidFill>
              </a:rPr>
              <a:t>if you are funded by LDRD and Artimis, what is your transition plan to programmatic funding ?</a:t>
            </a:r>
            <a:endParaRPr lang="en-US" sz="2000" dirty="0">
              <a:solidFill>
                <a:srgbClr val="FFC000"/>
              </a:solidFill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</a:ext>
              </a:extLst>
            </a:endParaRPr>
          </a:p>
          <a:p>
            <a:pPr marL="0" lvl="0" indent="0">
              <a:buClr>
                <a:srgbClr val="D0D0D0"/>
              </a:buClr>
              <a:buSzPts val="1600"/>
              <a:buNone/>
            </a:pPr>
            <a:r>
              <a:rPr lang="en-US" sz="1600" dirty="0">
                <a:solidFill>
                  <a:srgbClr val="D0D0D0"/>
                </a:solidFill>
              </a:rPr>
              <a:t>ASC, DOD, ASCR, BES, </a:t>
            </a:r>
            <a:r>
              <a:rPr lang="en-US" sz="1600" dirty="0" err="1">
                <a:solidFill>
                  <a:srgbClr val="D0D0D0"/>
                </a:solidFill>
              </a:rPr>
              <a:t>etc</a:t>
            </a:r>
            <a:endParaRPr lang="en-US" sz="1600" dirty="0">
              <a:solidFill>
                <a:srgbClr val="D0D0D0"/>
              </a:solidFill>
            </a:endParaRPr>
          </a:p>
          <a:p>
            <a:pPr marL="0" indent="0">
              <a:buClr>
                <a:srgbClr val="D0D0D0"/>
              </a:buClr>
              <a:buSzPts val="1600"/>
              <a:buNone/>
            </a:pPr>
            <a:endParaRPr lang="en-US" sz="1600" dirty="0">
              <a:solidFill>
                <a:schemeClr val="tx2"/>
              </a:solidFill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</a:ext>
              </a:extLst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0D0D0"/>
              </a:buClr>
              <a:buSzPts val="1600"/>
              <a:buNone/>
            </a:pPr>
            <a:endParaRPr lang="en-US" sz="1600" dirty="0">
              <a:solidFill>
                <a:srgbClr val="D0D0D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0D0D0"/>
              </a:buClr>
              <a:buSzPts val="1600"/>
              <a:buNone/>
            </a:pPr>
            <a:endParaRPr lang="en-US" sz="1600" dirty="0">
              <a:solidFill>
                <a:srgbClr val="D0D0D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0D0D0"/>
              </a:buClr>
              <a:buSzPts val="1600"/>
              <a:buNone/>
            </a:pPr>
            <a:endParaRPr dirty="0">
              <a:solidFill>
                <a:srgbClr val="FFFF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C93536-295C-C6C9-F898-8C4C10F4845A}"/>
              </a:ext>
            </a:extLst>
          </p:cNvPr>
          <p:cNvSpPr/>
          <p:nvPr/>
        </p:nvSpPr>
        <p:spPr>
          <a:xfrm>
            <a:off x="8877299" y="1215781"/>
            <a:ext cx="2717801" cy="48675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Picture or Graphic illustrating the problem, solution, concept or breakthrough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A75969-C86A-2826-4A2D-9BA31CC3DC67}"/>
              </a:ext>
            </a:extLst>
          </p:cNvPr>
          <p:cNvSpPr txBox="1"/>
          <p:nvPr/>
        </p:nvSpPr>
        <p:spPr>
          <a:xfrm>
            <a:off x="4988871" y="6083301"/>
            <a:ext cx="253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i="1" dirty="0">
                <a:solidFill>
                  <a:schemeClr val="bg1"/>
                </a:solidFill>
              </a:rPr>
              <a:t>POC: Name,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</TotalTime>
  <Words>164</Words>
  <Application>Microsoft Macintosh PowerPoint</Application>
  <PresentationFormat>Widescreen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Ticknor, Christopher</dc:creator>
  <cp:lastModifiedBy>Francois, Marianne</cp:lastModifiedBy>
  <cp:revision>15</cp:revision>
  <dcterms:created xsi:type="dcterms:W3CDTF">2025-07-22T21:26:13Z</dcterms:created>
  <dcterms:modified xsi:type="dcterms:W3CDTF">2025-08-11T18:56:51Z</dcterms:modified>
</cp:coreProperties>
</file>
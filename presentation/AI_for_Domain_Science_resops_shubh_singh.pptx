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3"/>
  </p:notesMasterIdLst>
  <p:sldIdLst>
    <p:sldId id="259" r:id="rId2"/>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11" roundtripDataSignature="AMtx7mjD1tpOuK4cYLBdhI5h1NNh71RGGw=="/>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7116"/>
    <p:restoredTop sz="80000"/>
  </p:normalViewPr>
  <p:slideViewPr>
    <p:cSldViewPr snapToGrid="0">
      <p:cViewPr varScale="1">
        <p:scale>
          <a:sx n="76" d="100"/>
          <a:sy n="76" d="100"/>
        </p:scale>
        <p:origin x="624" y="2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viewProps" Target="viewProps.xml"/><Relationship Id="rId3" Type="http://schemas.openxmlformats.org/officeDocument/2006/relationships/notesMaster" Target="notesMasters/notesMaster1.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11" Type="http://customschemas.google.com/relationships/presentationmetadata" Target="metadata"/><Relationship Id="rId15" Type="http://schemas.openxmlformats.org/officeDocument/2006/relationships/tableStyles" Target="tableStyles.xml"/><Relationship Id="rId14"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1pPr>
            <a:lvl2pPr marL="914400" marR="0" lvl="1"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2pPr>
            <a:lvl3pPr marL="1371600" marR="0" lvl="2"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3pPr>
            <a:lvl4pPr marL="1828800" marR="0" lvl="3"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4pPr>
            <a:lvl5pPr marL="2286000" marR="0" lvl="4"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5pPr>
            <a:lvl6pPr marL="2743200" marR="0" lvl="5"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6pPr>
            <a:lvl7pPr marL="3200400" marR="0" lvl="6"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7pPr>
            <a:lvl8pPr marL="3657600" marR="0" lvl="7"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8pPr>
            <a:lvl9pPr marL="4114800" marR="0" lvl="8"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Arial"/>
                <a:ea typeface="Arial"/>
                <a:cs typeface="Arial"/>
                <a:sym typeface="Arial"/>
              </a:rPr>
              <a:t>‹#›</a:t>
            </a:fld>
            <a:endParaRPr sz="1200" b="0" i="0" u="none" strike="noStrike" cap="none">
              <a:solidFill>
                <a:schemeClr val="dk1"/>
              </a:solidFill>
              <a:latin typeface="Arial"/>
              <a:ea typeface="Arial"/>
              <a:cs typeface="Arial"/>
              <a:sym typeface="Arial"/>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7"/>
        <p:cNvGrpSpPr/>
        <p:nvPr/>
      </p:nvGrpSpPr>
      <p:grpSpPr>
        <a:xfrm>
          <a:off x="0" y="0"/>
          <a:ext cx="0" cy="0"/>
          <a:chOff x="0" y="0"/>
          <a:chExt cx="0" cy="0"/>
        </a:xfrm>
      </p:grpSpPr>
      <p:sp>
        <p:nvSpPr>
          <p:cNvPr id="118" name="Google Shape;118;g373f9a0ad74_0_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19" name="Google Shape;119;g373f9a0ad74_0_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120" name="Google Shape;120;g373f9a0ad74_0_8: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1_Text Only-No Subhead">
  <p:cSld name="1_Text Only-No Subhead">
    <p:bg>
      <p:bgPr>
        <a:solidFill>
          <a:srgbClr val="000F7E"/>
        </a:solidFill>
        <a:effectLst/>
      </p:bgPr>
    </p:bg>
    <p:spTree>
      <p:nvGrpSpPr>
        <p:cNvPr id="1" name="Shape 15"/>
        <p:cNvGrpSpPr/>
        <p:nvPr/>
      </p:nvGrpSpPr>
      <p:grpSpPr>
        <a:xfrm>
          <a:off x="0" y="0"/>
          <a:ext cx="0" cy="0"/>
          <a:chOff x="0" y="0"/>
          <a:chExt cx="0" cy="0"/>
        </a:xfrm>
      </p:grpSpPr>
      <p:sp>
        <p:nvSpPr>
          <p:cNvPr id="16" name="Google Shape;16;p3"/>
          <p:cNvSpPr txBox="1">
            <a:spLocks noGrp="1"/>
          </p:cNvSpPr>
          <p:nvPr>
            <p:ph type="body" idx="1"/>
          </p:nvPr>
        </p:nvSpPr>
        <p:spPr>
          <a:xfrm>
            <a:off x="609600" y="609600"/>
            <a:ext cx="10972800" cy="892208"/>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0"/>
              </a:spcBef>
              <a:spcAft>
                <a:spcPts val="0"/>
              </a:spcAft>
              <a:buClr>
                <a:schemeClr val="lt1"/>
              </a:buClr>
              <a:buSzPts val="3200"/>
              <a:buNone/>
              <a:defRPr sz="3200" b="1" i="0">
                <a:solidFill>
                  <a:schemeClr val="lt1"/>
                </a:solidFill>
                <a:latin typeface="Arial"/>
                <a:ea typeface="Arial"/>
                <a:cs typeface="Arial"/>
                <a:sym typeface="Arial"/>
              </a:defRPr>
            </a:lvl1pPr>
            <a:lvl2pPr marL="914400" lvl="1" indent="-228600" algn="l">
              <a:lnSpc>
                <a:spcPct val="90000"/>
              </a:lnSpc>
              <a:spcBef>
                <a:spcPts val="500"/>
              </a:spcBef>
              <a:spcAft>
                <a:spcPts val="0"/>
              </a:spcAft>
              <a:buClr>
                <a:schemeClr val="dk1"/>
              </a:buClr>
              <a:buSzPts val="2400"/>
              <a:buNone/>
              <a:defRPr b="1" i="0">
                <a:latin typeface="Arial"/>
                <a:ea typeface="Arial"/>
                <a:cs typeface="Arial"/>
                <a:sym typeface="Arial"/>
              </a:defRPr>
            </a:lvl2pPr>
            <a:lvl3pPr marL="1371600" lvl="2" indent="-228600" algn="l">
              <a:lnSpc>
                <a:spcPct val="90000"/>
              </a:lnSpc>
              <a:spcBef>
                <a:spcPts val="500"/>
              </a:spcBef>
              <a:spcAft>
                <a:spcPts val="0"/>
              </a:spcAft>
              <a:buClr>
                <a:schemeClr val="dk1"/>
              </a:buClr>
              <a:buSzPts val="2000"/>
              <a:buNone/>
              <a:defRPr b="1" i="0">
                <a:latin typeface="Arial"/>
                <a:ea typeface="Arial"/>
                <a:cs typeface="Arial"/>
                <a:sym typeface="Arial"/>
              </a:defRPr>
            </a:lvl3pPr>
            <a:lvl4pPr marL="1828800" lvl="3" indent="-228600" algn="l">
              <a:lnSpc>
                <a:spcPct val="90000"/>
              </a:lnSpc>
              <a:spcBef>
                <a:spcPts val="500"/>
              </a:spcBef>
              <a:spcAft>
                <a:spcPts val="0"/>
              </a:spcAft>
              <a:buClr>
                <a:schemeClr val="dk1"/>
              </a:buClr>
              <a:buSzPts val="1800"/>
              <a:buNone/>
              <a:defRPr b="1" i="0">
                <a:latin typeface="Arial"/>
                <a:ea typeface="Arial"/>
                <a:cs typeface="Arial"/>
                <a:sym typeface="Arial"/>
              </a:defRPr>
            </a:lvl4pPr>
            <a:lvl5pPr marL="2286000" lvl="4" indent="-228600" algn="l">
              <a:lnSpc>
                <a:spcPct val="90000"/>
              </a:lnSpc>
              <a:spcBef>
                <a:spcPts val="500"/>
              </a:spcBef>
              <a:spcAft>
                <a:spcPts val="0"/>
              </a:spcAft>
              <a:buClr>
                <a:schemeClr val="dk1"/>
              </a:buClr>
              <a:buSzPts val="1800"/>
              <a:buNone/>
              <a:defRPr b="1" i="0">
                <a:latin typeface="Arial"/>
                <a:ea typeface="Arial"/>
                <a:cs typeface="Arial"/>
                <a:sym typeface="Arial"/>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7" name="Google Shape;17;p3"/>
          <p:cNvSpPr txBox="1">
            <a:spLocks noGrp="1"/>
          </p:cNvSpPr>
          <p:nvPr>
            <p:ph type="body" idx="2"/>
          </p:nvPr>
        </p:nvSpPr>
        <p:spPr>
          <a:xfrm>
            <a:off x="609600" y="1524000"/>
            <a:ext cx="10972800" cy="4260851"/>
          </a:xfrm>
          <a:prstGeom prst="rect">
            <a:avLst/>
          </a:prstGeom>
          <a:noFill/>
          <a:ln>
            <a:noFill/>
          </a:ln>
        </p:spPr>
        <p:txBody>
          <a:bodyPr spcFirstLastPara="1" wrap="square" lIns="0" tIns="0" rIns="0" bIns="0" anchor="t" anchorCtr="0">
            <a:noAutofit/>
          </a:bodyPr>
          <a:lstStyle>
            <a:lvl1pPr marL="457200" lvl="0" indent="-406400" algn="l">
              <a:lnSpc>
                <a:spcPct val="100000"/>
              </a:lnSpc>
              <a:spcBef>
                <a:spcPts val="800"/>
              </a:spcBef>
              <a:spcAft>
                <a:spcPts val="0"/>
              </a:spcAft>
              <a:buClr>
                <a:schemeClr val="lt1"/>
              </a:buClr>
              <a:buSzPts val="2800"/>
              <a:buChar char="•"/>
              <a:defRPr>
                <a:solidFill>
                  <a:schemeClr val="lt1"/>
                </a:solidFill>
              </a:defRPr>
            </a:lvl1pPr>
            <a:lvl2pPr marL="914400" lvl="1" indent="-381000" algn="l">
              <a:lnSpc>
                <a:spcPct val="90000"/>
              </a:lnSpc>
              <a:spcBef>
                <a:spcPts val="500"/>
              </a:spcBef>
              <a:spcAft>
                <a:spcPts val="0"/>
              </a:spcAft>
              <a:buClr>
                <a:schemeClr val="lt1"/>
              </a:buClr>
              <a:buSzPts val="2400"/>
              <a:buChar char="•"/>
              <a:defRPr>
                <a:solidFill>
                  <a:schemeClr val="lt1"/>
                </a:solidFill>
              </a:defRPr>
            </a:lvl2pPr>
            <a:lvl3pPr marL="1371600" lvl="2" indent="-355600" algn="l">
              <a:lnSpc>
                <a:spcPct val="90000"/>
              </a:lnSpc>
              <a:spcBef>
                <a:spcPts val="500"/>
              </a:spcBef>
              <a:spcAft>
                <a:spcPts val="0"/>
              </a:spcAft>
              <a:buClr>
                <a:schemeClr val="lt1"/>
              </a:buClr>
              <a:buSzPts val="2000"/>
              <a:buChar char="•"/>
              <a:defRPr>
                <a:solidFill>
                  <a:schemeClr val="lt1"/>
                </a:solidFill>
              </a:defRPr>
            </a:lvl3pPr>
            <a:lvl4pPr marL="1828800" lvl="3" indent="-342900" algn="l">
              <a:lnSpc>
                <a:spcPct val="90000"/>
              </a:lnSpc>
              <a:spcBef>
                <a:spcPts val="500"/>
              </a:spcBef>
              <a:spcAft>
                <a:spcPts val="0"/>
              </a:spcAft>
              <a:buClr>
                <a:schemeClr val="lt1"/>
              </a:buClr>
              <a:buSzPts val="1800"/>
              <a:buChar char="•"/>
              <a:defRPr>
                <a:solidFill>
                  <a:schemeClr val="lt1"/>
                </a:solidFill>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8"/>
        <p:cNvGrpSpPr/>
        <p:nvPr/>
      </p:nvGrpSpPr>
      <p:grpSpPr>
        <a:xfrm>
          <a:off x="0" y="0"/>
          <a:ext cx="0" cy="0"/>
          <a:chOff x="0" y="0"/>
          <a:chExt cx="0" cy="0"/>
        </a:xfrm>
      </p:grpSpPr>
      <p:sp>
        <p:nvSpPr>
          <p:cNvPr id="19" name="Google Shape;19;p4"/>
          <p:cNvSpPr txBox="1">
            <a:spLocks noGrp="1"/>
          </p:cNvSpPr>
          <p:nvPr>
            <p:ph type="ctrTitle"/>
          </p:nvPr>
        </p:nvSpPr>
        <p:spPr>
          <a:xfrm>
            <a:off x="1524000" y="1122363"/>
            <a:ext cx="9144000" cy="23876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6000"/>
              <a:buFont typeface="Play"/>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0" name="Google Shape;20;p4"/>
          <p:cNvSpPr txBox="1">
            <a:spLocks noGrp="1"/>
          </p:cNvSpPr>
          <p:nvPr>
            <p:ph type="subTitle" idx="1"/>
          </p:nvPr>
        </p:nvSpPr>
        <p:spPr>
          <a:xfrm>
            <a:off x="1524000" y="3602038"/>
            <a:ext cx="9144000" cy="1655762"/>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21" name="Google Shape;21;p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2" name="Google Shape;22;p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3" name="Google Shape;23;p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4"/>
        <p:cNvGrpSpPr/>
        <p:nvPr/>
      </p:nvGrpSpPr>
      <p:grpSpPr>
        <a:xfrm>
          <a:off x="0" y="0"/>
          <a:ext cx="0" cy="0"/>
          <a:chOff x="0" y="0"/>
          <a:chExt cx="0" cy="0"/>
        </a:xfrm>
      </p:grpSpPr>
      <p:sp>
        <p:nvSpPr>
          <p:cNvPr id="25" name="Google Shape;25;p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6" name="Google Shape;26;p5"/>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7" name="Google Shape;27;p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8" name="Google Shape;28;p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9" name="Google Shape;29;p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30"/>
        <p:cNvGrpSpPr/>
        <p:nvPr/>
      </p:nvGrpSpPr>
      <p:grpSpPr>
        <a:xfrm>
          <a:off x="0" y="0"/>
          <a:ext cx="0" cy="0"/>
          <a:chOff x="0" y="0"/>
          <a:chExt cx="0" cy="0"/>
        </a:xfrm>
      </p:grpSpPr>
      <p:sp>
        <p:nvSpPr>
          <p:cNvPr id="31" name="Google Shape;31;p6"/>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Play"/>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2" name="Google Shape;32;p6"/>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757575"/>
              </a:buClr>
              <a:buSzPts val="2400"/>
              <a:buNone/>
              <a:defRPr sz="2400">
                <a:solidFill>
                  <a:srgbClr val="757575"/>
                </a:solidFill>
              </a:defRPr>
            </a:lvl1pPr>
            <a:lvl2pPr marL="914400" lvl="1" indent="-228600" algn="l">
              <a:lnSpc>
                <a:spcPct val="90000"/>
              </a:lnSpc>
              <a:spcBef>
                <a:spcPts val="500"/>
              </a:spcBef>
              <a:spcAft>
                <a:spcPts val="0"/>
              </a:spcAft>
              <a:buClr>
                <a:srgbClr val="757575"/>
              </a:buClr>
              <a:buSzPts val="2000"/>
              <a:buNone/>
              <a:defRPr sz="2000">
                <a:solidFill>
                  <a:srgbClr val="757575"/>
                </a:solidFill>
              </a:defRPr>
            </a:lvl2pPr>
            <a:lvl3pPr marL="1371600" lvl="2" indent="-228600" algn="l">
              <a:lnSpc>
                <a:spcPct val="90000"/>
              </a:lnSpc>
              <a:spcBef>
                <a:spcPts val="500"/>
              </a:spcBef>
              <a:spcAft>
                <a:spcPts val="0"/>
              </a:spcAft>
              <a:buClr>
                <a:srgbClr val="757575"/>
              </a:buClr>
              <a:buSzPts val="1800"/>
              <a:buNone/>
              <a:defRPr sz="1800">
                <a:solidFill>
                  <a:srgbClr val="757575"/>
                </a:solidFill>
              </a:defRPr>
            </a:lvl3pPr>
            <a:lvl4pPr marL="1828800" lvl="3" indent="-228600" algn="l">
              <a:lnSpc>
                <a:spcPct val="90000"/>
              </a:lnSpc>
              <a:spcBef>
                <a:spcPts val="500"/>
              </a:spcBef>
              <a:spcAft>
                <a:spcPts val="0"/>
              </a:spcAft>
              <a:buClr>
                <a:srgbClr val="757575"/>
              </a:buClr>
              <a:buSzPts val="1600"/>
              <a:buNone/>
              <a:defRPr sz="1600">
                <a:solidFill>
                  <a:srgbClr val="757575"/>
                </a:solidFill>
              </a:defRPr>
            </a:lvl4pPr>
            <a:lvl5pPr marL="2286000" lvl="4" indent="-228600" algn="l">
              <a:lnSpc>
                <a:spcPct val="90000"/>
              </a:lnSpc>
              <a:spcBef>
                <a:spcPts val="500"/>
              </a:spcBef>
              <a:spcAft>
                <a:spcPts val="0"/>
              </a:spcAft>
              <a:buClr>
                <a:srgbClr val="757575"/>
              </a:buClr>
              <a:buSzPts val="1600"/>
              <a:buNone/>
              <a:defRPr sz="1600">
                <a:solidFill>
                  <a:srgbClr val="757575"/>
                </a:solidFill>
              </a:defRPr>
            </a:lvl5pPr>
            <a:lvl6pPr marL="2743200" lvl="5" indent="-228600" algn="l">
              <a:lnSpc>
                <a:spcPct val="90000"/>
              </a:lnSpc>
              <a:spcBef>
                <a:spcPts val="500"/>
              </a:spcBef>
              <a:spcAft>
                <a:spcPts val="0"/>
              </a:spcAft>
              <a:buClr>
                <a:srgbClr val="757575"/>
              </a:buClr>
              <a:buSzPts val="1600"/>
              <a:buNone/>
              <a:defRPr sz="1600">
                <a:solidFill>
                  <a:srgbClr val="757575"/>
                </a:solidFill>
              </a:defRPr>
            </a:lvl6pPr>
            <a:lvl7pPr marL="3200400" lvl="6" indent="-228600" algn="l">
              <a:lnSpc>
                <a:spcPct val="90000"/>
              </a:lnSpc>
              <a:spcBef>
                <a:spcPts val="500"/>
              </a:spcBef>
              <a:spcAft>
                <a:spcPts val="0"/>
              </a:spcAft>
              <a:buClr>
                <a:srgbClr val="757575"/>
              </a:buClr>
              <a:buSzPts val="1600"/>
              <a:buNone/>
              <a:defRPr sz="1600">
                <a:solidFill>
                  <a:srgbClr val="757575"/>
                </a:solidFill>
              </a:defRPr>
            </a:lvl7pPr>
            <a:lvl8pPr marL="3657600" lvl="7" indent="-228600" algn="l">
              <a:lnSpc>
                <a:spcPct val="90000"/>
              </a:lnSpc>
              <a:spcBef>
                <a:spcPts val="500"/>
              </a:spcBef>
              <a:spcAft>
                <a:spcPts val="0"/>
              </a:spcAft>
              <a:buClr>
                <a:srgbClr val="757575"/>
              </a:buClr>
              <a:buSzPts val="1600"/>
              <a:buNone/>
              <a:defRPr sz="1600">
                <a:solidFill>
                  <a:srgbClr val="757575"/>
                </a:solidFill>
              </a:defRPr>
            </a:lvl8pPr>
            <a:lvl9pPr marL="4114800" lvl="8" indent="-228600" algn="l">
              <a:lnSpc>
                <a:spcPct val="90000"/>
              </a:lnSpc>
              <a:spcBef>
                <a:spcPts val="500"/>
              </a:spcBef>
              <a:spcAft>
                <a:spcPts val="0"/>
              </a:spcAft>
              <a:buClr>
                <a:srgbClr val="757575"/>
              </a:buClr>
              <a:buSzPts val="1600"/>
              <a:buNone/>
              <a:defRPr sz="1600">
                <a:solidFill>
                  <a:srgbClr val="757575"/>
                </a:solidFill>
              </a:defRPr>
            </a:lvl9pPr>
          </a:lstStyle>
          <a:p>
            <a:endParaRPr/>
          </a:p>
        </p:txBody>
      </p:sp>
      <p:sp>
        <p:nvSpPr>
          <p:cNvPr id="33" name="Google Shape;33;p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4" name="Google Shape;34;p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5" name="Google Shape;35;p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6"/>
        <p:cNvGrpSpPr/>
        <p:nvPr/>
      </p:nvGrpSpPr>
      <p:grpSpPr>
        <a:xfrm>
          <a:off x="0" y="0"/>
          <a:ext cx="0" cy="0"/>
          <a:chOff x="0" y="0"/>
          <a:chExt cx="0" cy="0"/>
        </a:xfrm>
      </p:grpSpPr>
      <p:sp>
        <p:nvSpPr>
          <p:cNvPr id="37" name="Google Shape;37;p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8" name="Google Shape;38;p7"/>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9" name="Google Shape;39;p7"/>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0" name="Google Shape;40;p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1" name="Google Shape;41;p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2" name="Google Shape;42;p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3"/>
        <p:cNvGrpSpPr/>
        <p:nvPr/>
      </p:nvGrpSpPr>
      <p:grpSpPr>
        <a:xfrm>
          <a:off x="0" y="0"/>
          <a:ext cx="0" cy="0"/>
          <a:chOff x="0" y="0"/>
          <a:chExt cx="0" cy="0"/>
        </a:xfrm>
      </p:grpSpPr>
      <p:sp>
        <p:nvSpPr>
          <p:cNvPr id="44" name="Google Shape;44;p8"/>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5" name="Google Shape;45;p8"/>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6" name="Google Shape;46;p8"/>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7" name="Google Shape;47;p8"/>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8" name="Google Shape;48;p8"/>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9" name="Google Shape;49;p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0" name="Google Shape;50;p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1" name="Google Shape;51;p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52"/>
        <p:cNvGrpSpPr/>
        <p:nvPr/>
      </p:nvGrpSpPr>
      <p:grpSpPr>
        <a:xfrm>
          <a:off x="0" y="0"/>
          <a:ext cx="0" cy="0"/>
          <a:chOff x="0" y="0"/>
          <a:chExt cx="0" cy="0"/>
        </a:xfrm>
      </p:grpSpPr>
      <p:sp>
        <p:nvSpPr>
          <p:cNvPr id="53" name="Google Shape;53;p9"/>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4" name="Google Shape;54;p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5" name="Google Shape;55;p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6" name="Google Shape;56;p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7"/>
        <p:cNvGrpSpPr/>
        <p:nvPr/>
      </p:nvGrpSpPr>
      <p:grpSpPr>
        <a:xfrm>
          <a:off x="0" y="0"/>
          <a:ext cx="0" cy="0"/>
          <a:chOff x="0" y="0"/>
          <a:chExt cx="0" cy="0"/>
        </a:xfrm>
      </p:grpSpPr>
      <p:sp>
        <p:nvSpPr>
          <p:cNvPr id="58" name="Google Shape;58;p1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1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1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61"/>
        <p:cNvGrpSpPr/>
        <p:nvPr/>
      </p:nvGrpSpPr>
      <p:grpSpPr>
        <a:xfrm>
          <a:off x="0" y="0"/>
          <a:ext cx="0" cy="0"/>
          <a:chOff x="0" y="0"/>
          <a:chExt cx="0" cy="0"/>
        </a:xfrm>
      </p:grpSpPr>
      <p:sp>
        <p:nvSpPr>
          <p:cNvPr id="62" name="Google Shape;62;p11"/>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Play"/>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3" name="Google Shape;63;p11"/>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64" name="Google Shape;64;p11"/>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5" name="Google Shape;65;p1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1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 name="Google Shape;67;p1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8"/>
        <p:cNvGrpSpPr/>
        <p:nvPr/>
      </p:nvGrpSpPr>
      <p:grpSpPr>
        <a:xfrm>
          <a:off x="0" y="0"/>
          <a:ext cx="0" cy="0"/>
          <a:chOff x="0" y="0"/>
          <a:chExt cx="0" cy="0"/>
        </a:xfrm>
      </p:grpSpPr>
      <p:sp>
        <p:nvSpPr>
          <p:cNvPr id="69" name="Google Shape;69;p12"/>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Play"/>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0" name="Google Shape;70;p12"/>
          <p:cNvSpPr>
            <a:spLocks noGrp="1"/>
          </p:cNvSpPr>
          <p:nvPr>
            <p:ph type="pic" idx="2"/>
          </p:nvPr>
        </p:nvSpPr>
        <p:spPr>
          <a:xfrm>
            <a:off x="5183188" y="987425"/>
            <a:ext cx="6172200" cy="4873625"/>
          </a:xfrm>
          <a:prstGeom prst="rect">
            <a:avLst/>
          </a:prstGeom>
          <a:noFill/>
          <a:ln>
            <a:noFill/>
          </a:ln>
        </p:spPr>
      </p:sp>
      <p:sp>
        <p:nvSpPr>
          <p:cNvPr id="71" name="Google Shape;71;p12"/>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72" name="Google Shape;72;p1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1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4" name="Google Shape;74;p1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5"/>
        <p:cNvGrpSpPr/>
        <p:nvPr/>
      </p:nvGrpSpPr>
      <p:grpSpPr>
        <a:xfrm>
          <a:off x="0" y="0"/>
          <a:ext cx="0" cy="0"/>
          <a:chOff x="0" y="0"/>
          <a:chExt cx="0" cy="0"/>
        </a:xfrm>
      </p:grpSpPr>
      <p:sp>
        <p:nvSpPr>
          <p:cNvPr id="76" name="Google Shape;76;p1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7" name="Google Shape;77;p13"/>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8" name="Google Shape;78;p1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1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0" name="Google Shape;80;p1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81"/>
        <p:cNvGrpSpPr/>
        <p:nvPr/>
      </p:nvGrpSpPr>
      <p:grpSpPr>
        <a:xfrm>
          <a:off x="0" y="0"/>
          <a:ext cx="0" cy="0"/>
          <a:chOff x="0" y="0"/>
          <a:chExt cx="0" cy="0"/>
        </a:xfrm>
      </p:grpSpPr>
      <p:sp>
        <p:nvSpPr>
          <p:cNvPr id="82" name="Google Shape;82;p14"/>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83" name="Google Shape;83;p14"/>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4" name="Google Shape;84;p1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5" name="Google Shape;85;p1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6" name="Google Shape;86;p1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2"/>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Play"/>
              <a:buNone/>
              <a:defRPr sz="4400" b="0" i="0" u="none" strike="noStrike" cap="none">
                <a:solidFill>
                  <a:schemeClr val="dk1"/>
                </a:solidFill>
                <a:latin typeface="Play"/>
                <a:ea typeface="Play"/>
                <a:cs typeface="Play"/>
                <a:sym typeface="Play"/>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1" name="Google Shape;11;p2"/>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Arial"/>
                <a:ea typeface="Arial"/>
                <a:cs typeface="Arial"/>
                <a:sym typeface="Arial"/>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sp>
        <p:nvSpPr>
          <p:cNvPr id="12" name="Google Shape;12;p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757575"/>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13" name="Google Shape;13;p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757575"/>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14" name="Google Shape;14;p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757575"/>
                </a:solidFill>
                <a:latin typeface="Arial"/>
                <a:ea typeface="Arial"/>
                <a:cs typeface="Arial"/>
                <a:sym typeface="Arial"/>
              </a:defRPr>
            </a:lvl1pPr>
            <a:lvl2pPr marL="0" marR="0" lvl="1" indent="0" algn="r" rtl="0">
              <a:spcBef>
                <a:spcPts val="0"/>
              </a:spcBef>
              <a:buNone/>
              <a:defRPr sz="1200" b="0" i="0" u="none" strike="noStrike" cap="none">
                <a:solidFill>
                  <a:srgbClr val="757575"/>
                </a:solidFill>
                <a:latin typeface="Arial"/>
                <a:ea typeface="Arial"/>
                <a:cs typeface="Arial"/>
                <a:sym typeface="Arial"/>
              </a:defRPr>
            </a:lvl2pPr>
            <a:lvl3pPr marL="0" marR="0" lvl="2" indent="0" algn="r" rtl="0">
              <a:spcBef>
                <a:spcPts val="0"/>
              </a:spcBef>
              <a:buNone/>
              <a:defRPr sz="1200" b="0" i="0" u="none" strike="noStrike" cap="none">
                <a:solidFill>
                  <a:srgbClr val="757575"/>
                </a:solidFill>
                <a:latin typeface="Arial"/>
                <a:ea typeface="Arial"/>
                <a:cs typeface="Arial"/>
                <a:sym typeface="Arial"/>
              </a:defRPr>
            </a:lvl3pPr>
            <a:lvl4pPr marL="0" marR="0" lvl="3" indent="0" algn="r" rtl="0">
              <a:spcBef>
                <a:spcPts val="0"/>
              </a:spcBef>
              <a:buNone/>
              <a:defRPr sz="1200" b="0" i="0" u="none" strike="noStrike" cap="none">
                <a:solidFill>
                  <a:srgbClr val="757575"/>
                </a:solidFill>
                <a:latin typeface="Arial"/>
                <a:ea typeface="Arial"/>
                <a:cs typeface="Arial"/>
                <a:sym typeface="Arial"/>
              </a:defRPr>
            </a:lvl4pPr>
            <a:lvl5pPr marL="0" marR="0" lvl="4" indent="0" algn="r" rtl="0">
              <a:spcBef>
                <a:spcPts val="0"/>
              </a:spcBef>
              <a:buNone/>
              <a:defRPr sz="1200" b="0" i="0" u="none" strike="noStrike" cap="none">
                <a:solidFill>
                  <a:srgbClr val="757575"/>
                </a:solidFill>
                <a:latin typeface="Arial"/>
                <a:ea typeface="Arial"/>
                <a:cs typeface="Arial"/>
                <a:sym typeface="Arial"/>
              </a:defRPr>
            </a:lvl5pPr>
            <a:lvl6pPr marL="0" marR="0" lvl="5" indent="0" algn="r" rtl="0">
              <a:spcBef>
                <a:spcPts val="0"/>
              </a:spcBef>
              <a:buNone/>
              <a:defRPr sz="1200" b="0" i="0" u="none" strike="noStrike" cap="none">
                <a:solidFill>
                  <a:srgbClr val="757575"/>
                </a:solidFill>
                <a:latin typeface="Arial"/>
                <a:ea typeface="Arial"/>
                <a:cs typeface="Arial"/>
                <a:sym typeface="Arial"/>
              </a:defRPr>
            </a:lvl6pPr>
            <a:lvl7pPr marL="0" marR="0" lvl="6" indent="0" algn="r" rtl="0">
              <a:spcBef>
                <a:spcPts val="0"/>
              </a:spcBef>
              <a:buNone/>
              <a:defRPr sz="1200" b="0" i="0" u="none" strike="noStrike" cap="none">
                <a:solidFill>
                  <a:srgbClr val="757575"/>
                </a:solidFill>
                <a:latin typeface="Arial"/>
                <a:ea typeface="Arial"/>
                <a:cs typeface="Arial"/>
                <a:sym typeface="Arial"/>
              </a:defRPr>
            </a:lvl7pPr>
            <a:lvl8pPr marL="0" marR="0" lvl="7" indent="0" algn="r" rtl="0">
              <a:spcBef>
                <a:spcPts val="0"/>
              </a:spcBef>
              <a:buNone/>
              <a:defRPr sz="1200" b="0" i="0" u="none" strike="noStrike" cap="none">
                <a:solidFill>
                  <a:srgbClr val="757575"/>
                </a:solidFill>
                <a:latin typeface="Arial"/>
                <a:ea typeface="Arial"/>
                <a:cs typeface="Arial"/>
                <a:sym typeface="Arial"/>
              </a:defRPr>
            </a:lvl8pPr>
            <a:lvl9pPr marL="0" marR="0" lvl="8" indent="0" algn="r" rtl="0">
              <a:spcBef>
                <a:spcPts val="0"/>
              </a:spcBef>
              <a:buNone/>
              <a:defRPr sz="1200" b="0" i="0" u="none" strike="noStrike" cap="none">
                <a:solidFill>
                  <a:srgbClr val="757575"/>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21"/>
        <p:cNvGrpSpPr/>
        <p:nvPr/>
      </p:nvGrpSpPr>
      <p:grpSpPr>
        <a:xfrm>
          <a:off x="0" y="0"/>
          <a:ext cx="0" cy="0"/>
          <a:chOff x="0" y="0"/>
          <a:chExt cx="0" cy="0"/>
        </a:xfrm>
      </p:grpSpPr>
      <p:sp>
        <p:nvSpPr>
          <p:cNvPr id="122" name="Google Shape;122;g373f9a0ad74_0_8"/>
          <p:cNvSpPr txBox="1">
            <a:spLocks noGrp="1"/>
          </p:cNvSpPr>
          <p:nvPr>
            <p:ph type="body" idx="1"/>
          </p:nvPr>
        </p:nvSpPr>
        <p:spPr>
          <a:xfrm>
            <a:off x="240950" y="127600"/>
            <a:ext cx="11862150" cy="892200"/>
          </a:xfrm>
          <a:prstGeom prst="rect">
            <a:avLst/>
          </a:prstGeom>
          <a:noFill/>
          <a:ln>
            <a:noFill/>
          </a:ln>
        </p:spPr>
        <p:txBody>
          <a:bodyPr spcFirstLastPara="1" wrap="square" lIns="0" tIns="0" rIns="0" bIns="0" anchor="t" anchorCtr="0">
            <a:noAutofit/>
          </a:bodyPr>
          <a:lstStyle/>
          <a:p>
            <a:pPr marL="0" lvl="0" indent="0"/>
            <a:r>
              <a:rPr lang="en-US" sz="2400" dirty="0"/>
              <a:t>AI-Driven, faster, more robust solutions to resource optimization problems</a:t>
            </a:r>
            <a:endParaRPr sz="2400" dirty="0"/>
          </a:p>
        </p:txBody>
      </p:sp>
      <p:sp>
        <p:nvSpPr>
          <p:cNvPr id="123" name="Google Shape;123;g373f9a0ad74_0_8"/>
          <p:cNvSpPr txBox="1">
            <a:spLocks noGrp="1"/>
          </p:cNvSpPr>
          <p:nvPr>
            <p:ph type="body" idx="2"/>
          </p:nvPr>
        </p:nvSpPr>
        <p:spPr>
          <a:xfrm>
            <a:off x="21063" y="1019800"/>
            <a:ext cx="8620017" cy="4230294"/>
          </a:xfrm>
          <a:prstGeom prst="rect">
            <a:avLst/>
          </a:prstGeom>
          <a:noFill/>
          <a:ln>
            <a:noFill/>
          </a:ln>
        </p:spPr>
        <p:txBody>
          <a:bodyPr spcFirstLastPara="1" wrap="square" lIns="0" tIns="0" rIns="0" bIns="0" anchor="t" anchorCtr="0">
            <a:noAutofit/>
          </a:bodyPr>
          <a:lstStyle/>
          <a:p>
            <a:pPr marL="306909" lvl="0" indent="-306909" algn="l" rtl="0">
              <a:lnSpc>
                <a:spcPct val="100000"/>
              </a:lnSpc>
              <a:spcBef>
                <a:spcPts val="0"/>
              </a:spcBef>
              <a:spcAft>
                <a:spcPts val="0"/>
              </a:spcAft>
              <a:buClr>
                <a:srgbClr val="FFC000"/>
              </a:buClr>
              <a:buSzPts val="2400"/>
              <a:buChar char="•"/>
            </a:pPr>
            <a:r>
              <a:rPr lang="en-US" sz="1400" dirty="0">
                <a:solidFill>
                  <a:srgbClr val="FFC000"/>
                </a:solidFill>
              </a:rPr>
              <a:t>What science problem are you solving ? Why is AI/ML the right technology ?</a:t>
            </a:r>
            <a:br>
              <a:rPr lang="en-US" sz="1400" dirty="0">
                <a:solidFill>
                  <a:srgbClr val="FFC000"/>
                </a:solidFill>
              </a:rPr>
            </a:br>
            <a:r>
              <a:rPr lang="en-US" sz="1400" dirty="0"/>
              <a:t>How to optimally allocate water from the Navajo Reservoir considering many constraints (water supply, hydropower, ecology). AI allows the use of novel data streams, incorporation of uncertain forecasts, and intuitive “rulesets” to provide adaptive, maximally-optimal solutions.</a:t>
            </a:r>
            <a:endParaRPr lang="en-US" sz="1400" dirty="0">
              <a:solidFill>
                <a:srgbClr val="D0D0D0"/>
              </a:solidFill>
            </a:endParaRPr>
          </a:p>
          <a:p>
            <a:pPr marL="285750" lvl="0" indent="-266700" algn="l" rtl="0">
              <a:lnSpc>
                <a:spcPct val="100000"/>
              </a:lnSpc>
              <a:spcBef>
                <a:spcPts val="800"/>
              </a:spcBef>
              <a:spcAft>
                <a:spcPts val="0"/>
              </a:spcAft>
              <a:buClr>
                <a:srgbClr val="FFC000"/>
              </a:buClr>
              <a:buSzPts val="2400"/>
              <a:buChar char="•"/>
            </a:pPr>
            <a:r>
              <a:rPr lang="en-US" sz="1400" dirty="0">
                <a:solidFill>
                  <a:schemeClr val="bg1"/>
                </a:solidFill>
              </a:rPr>
              <a:t>What AI/ML method(s) are you using </a:t>
            </a:r>
            <a:r>
              <a:rPr lang="en-US" sz="1400" dirty="0">
                <a:solidFill>
                  <a:schemeClr val="bg1"/>
                </a:solidFill>
                <a:extLst>
                  <a:ext uri="http://customooxmlschemas.google.com/">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textRoundtripDataId="1"/>
                  </a:ext>
                </a:extLst>
              </a:rPr>
              <a:t>?</a:t>
            </a:r>
            <a:br>
              <a:rPr lang="en-US" sz="1400" dirty="0">
                <a:solidFill>
                  <a:schemeClr val="bg1"/>
                </a:solidFill>
                <a:extLst>
                  <a:ext uri="http://customooxmlschemas.google.com/">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textRoundtripDataId="1"/>
                  </a:ext>
                </a:extLst>
              </a:rPr>
            </a:br>
            <a:r>
              <a:rPr lang="en-US" sz="1400" dirty="0">
                <a:solidFill>
                  <a:schemeClr val="bg1"/>
                </a:solidFill>
              </a:rPr>
              <a:t>Reinforcement Learning (PPO, TD3) for reservoir control, LSTM for digitally representing the environment.</a:t>
            </a:r>
            <a:endParaRPr lang="en-US" sz="1400" dirty="0">
              <a:solidFill>
                <a:schemeClr val="bg1"/>
              </a:solidFill>
              <a:extLst>
                <a:ext uri="http://customooxmlschemas.google.com/">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textRoundtripDataId="1"/>
                </a:ext>
              </a:extLst>
            </a:endParaRPr>
          </a:p>
          <a:p>
            <a:pPr marL="285750" indent="-285750">
              <a:buClr>
                <a:srgbClr val="D0D0D0"/>
              </a:buClr>
              <a:buSzPts val="1600"/>
            </a:pPr>
            <a:r>
              <a:rPr lang="en-US" sz="1400" dirty="0">
                <a:solidFill>
                  <a:srgbClr val="FFC000"/>
                </a:solidFill>
              </a:rPr>
              <a:t>What is the impact/breakthrough</a:t>
            </a:r>
            <a:r>
              <a:rPr lang="en-US" sz="1400" dirty="0">
                <a:solidFill>
                  <a:srgbClr val="FFC000"/>
                </a:solidFill>
                <a:extLst>
                  <a:ext uri="http://customooxmlschemas.google.com/">
                    <go:slidesCustomData xmlns:lc="http://schemas.openxmlformats.org/drawingml/2006/lockedCanvas"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textRoundtripDataId="1"/>
                  </a:ext>
                </a:extLst>
              </a:rPr>
              <a:t>?</a:t>
            </a:r>
            <a:br>
              <a:rPr lang="en-US" sz="1400" dirty="0">
                <a:solidFill>
                  <a:srgbClr val="FFC000"/>
                </a:solidFill>
                <a:extLst>
                  <a:ext uri="http://customooxmlschemas.google.com/">
                    <go:slidesCustomData xmlns:lc="http://schemas.openxmlformats.org/drawingml/2006/lockedCanvas"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textRoundtripDataId="1"/>
                  </a:ext>
                </a:extLst>
              </a:rPr>
            </a:br>
            <a:r>
              <a:rPr lang="en-US" sz="1400" dirty="0">
                <a:solidFill>
                  <a:schemeClr val="bg1"/>
                </a:solidFill>
                <a:extLst>
                  <a:ext uri="http://customooxmlschemas.google.com/">
                    <go:slidesCustomData xmlns:lc="http://schemas.openxmlformats.org/drawingml/2006/lockedCanvas"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textRoundtripDataId="1"/>
                  </a:ext>
                </a:extLst>
              </a:rPr>
              <a:t>Very few studies have attempted to use reinforcement learning for reservoir optimization, and none in the context of a completely digital environment. </a:t>
            </a:r>
          </a:p>
          <a:p>
            <a:pPr marL="285750" indent="-285750">
              <a:buClr>
                <a:srgbClr val="D0D0D0"/>
              </a:buClr>
              <a:buSzPts val="1600"/>
            </a:pPr>
            <a:r>
              <a:rPr lang="en-US" sz="1400" dirty="0">
                <a:solidFill>
                  <a:schemeClr val="bg1"/>
                </a:solidFill>
                <a:extLst>
                  <a:ext uri="http://customooxmlschemas.google.com/">
                    <go:slidesCustomData xmlns:lc="http://schemas.openxmlformats.org/drawingml/2006/lockedCanvas"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textRoundtripDataId="1"/>
                  </a:ext>
                </a:extLst>
              </a:rPr>
              <a:t>(improved optimization) Initial results show great potential to provide solutions that meet objectives more often (e.g. maximize hydropower production while maintaining safe reservoir levels).</a:t>
            </a:r>
          </a:p>
          <a:p>
            <a:pPr marL="285750" indent="-285750">
              <a:buClr>
                <a:srgbClr val="D0D0D0"/>
              </a:buClr>
              <a:buSzPts val="1600"/>
            </a:pPr>
            <a:r>
              <a:rPr lang="en-US" sz="1400" dirty="0">
                <a:solidFill>
                  <a:schemeClr val="bg1"/>
                </a:solidFill>
                <a:extLst>
                  <a:ext uri="http://customooxmlschemas.google.com/">
                    <go:slidesCustomData xmlns:lc="http://schemas.openxmlformats.org/drawingml/2006/lockedCanvas"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textRoundtripDataId="1"/>
                  </a:ext>
                </a:extLst>
              </a:rPr>
              <a:t>(speed) The speed of the digital testbed allows managers to explore many more scenarios intuitively and rapidly without hardcoding rulesets.</a:t>
            </a:r>
          </a:p>
          <a:p>
            <a:pPr marL="285750" lvl="0" indent="-266700">
              <a:buClr>
                <a:srgbClr val="FFC000"/>
              </a:buClr>
              <a:buSzPts val="2400"/>
            </a:pPr>
            <a:r>
              <a:rPr lang="en-US" sz="1400" dirty="0">
                <a:solidFill>
                  <a:srgbClr val="FFC000"/>
                </a:solidFill>
              </a:rPr>
              <a:t>What infrastructure are you using/would ideally like to use ?</a:t>
            </a:r>
            <a:br>
              <a:rPr lang="en-US" sz="1400" dirty="0">
                <a:solidFill>
                  <a:srgbClr val="FFC000"/>
                </a:solidFill>
              </a:rPr>
            </a:br>
            <a:r>
              <a:rPr lang="en-US" sz="1400" dirty="0"/>
              <a:t>Currently using HPC for training RL models; ideally would scale to more powerful GPU/cloud infrastructure to handle future multi-objective, multi-agent systems more efficiently—e.g. when connecting reservoirs</a:t>
            </a:r>
            <a:endParaRPr lang="en-US" sz="1400" dirty="0">
              <a:solidFill>
                <a:srgbClr val="FFC000"/>
              </a:solidFill>
            </a:endParaRPr>
          </a:p>
          <a:p>
            <a:pPr marL="0" lvl="0" indent="0" algn="l" rtl="0">
              <a:lnSpc>
                <a:spcPct val="100000"/>
              </a:lnSpc>
              <a:spcBef>
                <a:spcPts val="800"/>
              </a:spcBef>
              <a:spcAft>
                <a:spcPts val="0"/>
              </a:spcAft>
              <a:buClr>
                <a:srgbClr val="D0D0D0"/>
              </a:buClr>
              <a:buSzPts val="1600"/>
              <a:buNone/>
            </a:pPr>
            <a:endParaRPr lang="en-US" sz="1400" dirty="0">
              <a:solidFill>
                <a:srgbClr val="D0D0D0"/>
              </a:solidFill>
            </a:endParaRPr>
          </a:p>
          <a:p>
            <a:pPr marL="0" lvl="0" indent="0" algn="l" rtl="0">
              <a:lnSpc>
                <a:spcPct val="100000"/>
              </a:lnSpc>
              <a:spcBef>
                <a:spcPts val="800"/>
              </a:spcBef>
              <a:spcAft>
                <a:spcPts val="0"/>
              </a:spcAft>
              <a:buClr>
                <a:srgbClr val="D0D0D0"/>
              </a:buClr>
              <a:buSzPts val="1600"/>
              <a:buNone/>
            </a:pPr>
            <a:endParaRPr lang="en-US" sz="1400" dirty="0">
              <a:solidFill>
                <a:srgbClr val="D0D0D0"/>
              </a:solidFill>
            </a:endParaRPr>
          </a:p>
          <a:p>
            <a:pPr marL="0" lvl="0" indent="0" algn="l" rtl="0">
              <a:lnSpc>
                <a:spcPct val="100000"/>
              </a:lnSpc>
              <a:spcBef>
                <a:spcPts val="800"/>
              </a:spcBef>
              <a:spcAft>
                <a:spcPts val="0"/>
              </a:spcAft>
              <a:buClr>
                <a:srgbClr val="D0D0D0"/>
              </a:buClr>
              <a:buSzPts val="1600"/>
              <a:buNone/>
            </a:pPr>
            <a:endParaRPr sz="1400" dirty="0">
              <a:solidFill>
                <a:srgbClr val="FFFF00"/>
              </a:solidFill>
            </a:endParaRPr>
          </a:p>
        </p:txBody>
      </p:sp>
      <p:sp>
        <p:nvSpPr>
          <p:cNvPr id="3" name="TextBox 2">
            <a:extLst>
              <a:ext uri="{FF2B5EF4-FFF2-40B4-BE49-F238E27FC236}">
                <a16:creationId xmlns:a16="http://schemas.microsoft.com/office/drawing/2014/main" id="{2CA75969-C86A-2826-4A2D-9BA31CC3DC67}"/>
              </a:ext>
            </a:extLst>
          </p:cNvPr>
          <p:cNvSpPr txBox="1"/>
          <p:nvPr/>
        </p:nvSpPr>
        <p:spPr>
          <a:xfrm>
            <a:off x="8987" y="6488668"/>
            <a:ext cx="12161691" cy="369332"/>
          </a:xfrm>
          <a:prstGeom prst="rect">
            <a:avLst/>
          </a:prstGeom>
          <a:noFill/>
        </p:spPr>
        <p:txBody>
          <a:bodyPr wrap="square" rtlCol="0">
            <a:spAutoFit/>
          </a:bodyPr>
          <a:lstStyle/>
          <a:p>
            <a:pPr algn="ctr"/>
            <a:r>
              <a:rPr lang="en-US" sz="1800" i="1" dirty="0">
                <a:solidFill>
                  <a:schemeClr val="bg1"/>
                </a:solidFill>
              </a:rPr>
              <a:t>POC: Jon Schwenk, A-1; Presenter: Shubhendu Singh, CCS-3</a:t>
            </a:r>
          </a:p>
        </p:txBody>
      </p:sp>
      <p:pic>
        <p:nvPicPr>
          <p:cNvPr id="7" name="Picture 6">
            <a:extLst>
              <a:ext uri="{FF2B5EF4-FFF2-40B4-BE49-F238E27FC236}">
                <a16:creationId xmlns:a16="http://schemas.microsoft.com/office/drawing/2014/main" id="{9FD522F1-4870-CB00-587E-087D53F3E63B}"/>
              </a:ext>
            </a:extLst>
          </p:cNvPr>
          <p:cNvPicPr>
            <a:picLocks noChangeAspect="1"/>
          </p:cNvPicPr>
          <p:nvPr/>
        </p:nvPicPr>
        <p:blipFill>
          <a:blip r:embed="rId3"/>
          <a:stretch>
            <a:fillRect/>
          </a:stretch>
        </p:blipFill>
        <p:spPr>
          <a:xfrm>
            <a:off x="8641080" y="1070685"/>
            <a:ext cx="3462020" cy="3191267"/>
          </a:xfrm>
          <a:prstGeom prst="rect">
            <a:avLst/>
          </a:prstGeom>
        </p:spPr>
      </p:pic>
      <p:sp>
        <p:nvSpPr>
          <p:cNvPr id="4" name="TextBox 3">
            <a:extLst>
              <a:ext uri="{FF2B5EF4-FFF2-40B4-BE49-F238E27FC236}">
                <a16:creationId xmlns:a16="http://schemas.microsoft.com/office/drawing/2014/main" id="{C664BADF-BEA1-CFC5-38CA-975FCB0A9410}"/>
              </a:ext>
            </a:extLst>
          </p:cNvPr>
          <p:cNvSpPr txBox="1"/>
          <p:nvPr/>
        </p:nvSpPr>
        <p:spPr>
          <a:xfrm>
            <a:off x="154112" y="5300979"/>
            <a:ext cx="11938713" cy="954107"/>
          </a:xfrm>
          <a:prstGeom prst="rect">
            <a:avLst/>
          </a:prstGeom>
          <a:noFill/>
        </p:spPr>
        <p:txBody>
          <a:bodyPr wrap="square">
            <a:spAutoFit/>
          </a:bodyPr>
          <a:lstStyle/>
          <a:p>
            <a:pPr marL="285750" lvl="0" indent="-266700">
              <a:buClr>
                <a:srgbClr val="FFC000"/>
              </a:buClr>
              <a:buSzPts val="2400"/>
            </a:pPr>
            <a:r>
              <a:rPr lang="en-US" sz="1400" dirty="0">
                <a:solidFill>
                  <a:srgbClr val="FFC000"/>
                </a:solidFill>
              </a:rPr>
              <a:t>Who is funding the work? If you are funded by LDRD and Artimis, what is your transition plan to programmatic funding?</a:t>
            </a:r>
          </a:p>
          <a:p>
            <a:pPr marL="285750" lvl="0" indent="-266700">
              <a:buClr>
                <a:srgbClr val="FFC000"/>
              </a:buClr>
              <a:buSzPts val="2400"/>
            </a:pPr>
            <a:r>
              <a:rPr lang="en-US" sz="1400" dirty="0">
                <a:solidFill>
                  <a:schemeClr val="bg1"/>
                </a:solidFill>
                <a:extLst>
                  <a:ext uri="http://customooxmlschemas.google.com/">
                    <go:slidesCustomData xmlns:lc="http://schemas.openxmlformats.org/drawingml/2006/lockedCanvas"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textRoundtripDataId="1"/>
                  </a:ext>
                </a:extLst>
              </a:rPr>
              <a:t>The work is solely funded by an LDRD ER. We are targeting the DOE WPTO for more sustainable support of the immediate research, and considering how to deploy reinforcement learning for other LANL/DOE-relevant optimization problems such as power grids (DOE OE) and sampling strategies (DOE </a:t>
            </a:r>
            <a:r>
              <a:rPr lang="en-US" sz="1400" dirty="0" err="1">
                <a:solidFill>
                  <a:schemeClr val="bg1"/>
                </a:solidFill>
                <a:extLst>
                  <a:ext uri="http://customooxmlschemas.google.com/">
                    <go:slidesCustomData xmlns:lc="http://schemas.openxmlformats.org/drawingml/2006/lockedCanvas"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textRoundtripDataId="1"/>
                  </a:ext>
                </a:extLst>
              </a:rPr>
              <a:t>OSc</a:t>
            </a:r>
            <a:r>
              <a:rPr lang="en-US" sz="1400" dirty="0">
                <a:solidFill>
                  <a:schemeClr val="bg1"/>
                </a:solidFill>
                <a:extLst>
                  <a:ext uri="http://customooxmlschemas.google.com/">
                    <go:slidesCustomData xmlns:lc="http://schemas.openxmlformats.org/drawingml/2006/lockedCanvas"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textRoundtripDataId="1"/>
                  </a:ext>
                </a:extLst>
              </a:rPr>
              <a:t>)</a:t>
            </a:r>
            <a:endParaRPr lang="en-US" sz="1400" dirty="0">
              <a:solidFill>
                <a:schemeClr val="bg1"/>
              </a:solidFill>
              <a:extLst>
                <a:ext uri="http://customooxmlschemas.google.com/">
                  <go:slidesCustomData xmlns:lc="http://schemas.openxmlformats.org/drawingml/2006/lockedCanvas"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textRoundtripDataId="1"/>
                </a:ext>
              </a:extLst>
            </a:endParaRP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2496</TotalTime>
  <Words>331</Words>
  <Application>Microsoft Office PowerPoint</Application>
  <PresentationFormat>Widescreen</PresentationFormat>
  <Paragraphs>12</Paragraphs>
  <Slides>1</Slides>
  <Notes>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vt:i4>
      </vt:variant>
    </vt:vector>
  </HeadingPairs>
  <TitlesOfParts>
    <vt:vector size="4" baseType="lpstr">
      <vt:lpstr>Arial</vt:lpstr>
      <vt:lpstr>Play</vt:lpstr>
      <vt:lpstr>Office Theme</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Ticknor, Christopher</dc:creator>
  <cp:lastModifiedBy>Singh, Shubhendu Kumar</cp:lastModifiedBy>
  <cp:revision>22</cp:revision>
  <dcterms:created xsi:type="dcterms:W3CDTF">2025-07-22T21:26:13Z</dcterms:created>
  <dcterms:modified xsi:type="dcterms:W3CDTF">2025-08-21T19:36:32Z</dcterms:modified>
</cp:coreProperties>
</file>
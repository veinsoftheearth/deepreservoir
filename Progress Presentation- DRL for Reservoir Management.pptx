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32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8" r:id="rId14"/>
    <p:sldId id="385" r:id="rId15"/>
    <p:sldId id="383" r:id="rId16"/>
    <p:sldId id="384" r:id="rId17"/>
    <p:sldId id="386" r:id="rId18"/>
    <p:sldId id="389" r:id="rId19"/>
    <p:sldId id="390" r:id="rId20"/>
    <p:sldId id="391" r:id="rId21"/>
    <p:sldId id="380" r:id="rId22"/>
    <p:sldId id="393" r:id="rId23"/>
    <p:sldId id="398" r:id="rId24"/>
    <p:sldId id="396" r:id="rId25"/>
    <p:sldId id="397" r:id="rId26"/>
    <p:sldId id="399" r:id="rId27"/>
    <p:sldId id="395" r:id="rId28"/>
    <p:sldId id="400" r:id="rId29"/>
    <p:sldId id="392" r:id="rId30"/>
    <p:sldId id="40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1220" dt="2024-09-12T06:06:51.5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08"/>
  </p:normalViewPr>
  <p:slideViewPr>
    <p:cSldViewPr snapToGrid="0" snapToObjects="1">
      <p:cViewPr varScale="1">
        <p:scale>
          <a:sx n="83" d="100"/>
          <a:sy n="83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9-12T06:06:51.504" v="5558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9-05T01:30:12.680" v="2949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9-05T01:30:12.680" v="2949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ord modAnim modNotesTx">
        <pc:chgData name="Shubhendu Kumar Singh" userId="461b01912b5747a3" providerId="LiveId" clId="{123257E2-2039-4D81-A3D1-C3DE1B36AB83}" dt="2024-09-12T06:05:24.866" v="5537" actId="13926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15:01.346" v="2326"/>
          <ac:spMkLst>
            <pc:docMk/>
            <pc:sldMk cId="570631743" sldId="380"/>
            <ac:spMk id="3" creationId="{87A8AEB4-5080-C90C-A556-22762B707D14}"/>
          </ac:spMkLst>
        </pc:spChg>
        <pc:spChg chg="add mod">
          <ac:chgData name="Shubhendu Kumar Singh" userId="461b01912b5747a3" providerId="LiveId" clId="{123257E2-2039-4D81-A3D1-C3DE1B36AB83}" dt="2024-09-04T06:25:48.342" v="2827" actId="14100"/>
          <ac:spMkLst>
            <pc:docMk/>
            <pc:sldMk cId="570631743" sldId="380"/>
            <ac:spMk id="4" creationId="{328C5BB5-1B12-AB43-C0FA-8C4CCD8743E0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9-04T06:25:27.769" v="2824" actId="1076"/>
          <ac:spMkLst>
            <pc:docMk/>
            <pc:sldMk cId="570631743" sldId="380"/>
            <ac:spMk id="5" creationId="{462FE504-ED64-29DA-22C5-CA335F74EFB4}"/>
          </ac:spMkLst>
        </pc:spChg>
        <pc:spChg chg="add mod">
          <ac:chgData name="Shubhendu Kumar Singh" userId="461b01912b5747a3" providerId="LiveId" clId="{123257E2-2039-4D81-A3D1-C3DE1B36AB83}" dt="2024-09-12T06:05:24.866" v="5537" actId="13926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9-12T03:20:30.929" v="4058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9-12T03:20:27.872" v="4056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30.929" v="4058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Chg chg="addSp delSp modSp add mod ord">
        <pc:chgData name="Shubhendu Kumar Singh" userId="461b01912b5747a3" providerId="LiveId" clId="{123257E2-2039-4D81-A3D1-C3DE1B36AB83}" dt="2024-09-04T06:28:24.151" v="2850" actId="20577"/>
        <pc:sldMkLst>
          <pc:docMk/>
          <pc:sldMk cId="1970997789" sldId="383"/>
        </pc:sldMkLst>
        <pc:spChg chg="mod">
          <ac:chgData name="Shubhendu Kumar Singh" userId="461b01912b5747a3" providerId="LiveId" clId="{123257E2-2039-4D81-A3D1-C3DE1B36AB83}" dt="2024-09-04T06:28:24.151" v="2850" actId="20577"/>
          <ac:spMkLst>
            <pc:docMk/>
            <pc:sldMk cId="1970997789" sldId="38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4T06:10:50.727" v="2169" actId="20577"/>
          <ac:spMkLst>
            <pc:docMk/>
            <pc:sldMk cId="1970997789" sldId="38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4T06:12:12.906" v="2219" actId="20577"/>
          <ac:spMkLst>
            <pc:docMk/>
            <pc:sldMk cId="1970997789" sldId="383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4T03:39:21.153" v="2109" actId="1076"/>
          <ac:picMkLst>
            <pc:docMk/>
            <pc:sldMk cId="1970997789" sldId="383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0:20.332" v="2117" actId="1076"/>
          <ac:picMkLst>
            <pc:docMk/>
            <pc:sldMk cId="1970997789" sldId="383"/>
            <ac:picMk id="4" creationId="{85B294F3-A393-6F08-59E5-C54B56CF3053}"/>
          </ac:picMkLst>
        </pc:picChg>
        <pc:picChg chg="del">
          <ac:chgData name="Shubhendu Kumar Singh" userId="461b01912b5747a3" providerId="LiveId" clId="{123257E2-2039-4D81-A3D1-C3DE1B36AB83}" dt="2024-09-04T03:38:46.704" v="2102" actId="478"/>
          <ac:picMkLst>
            <pc:docMk/>
            <pc:sldMk cId="1970997789" sldId="383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9-04T03:39:32.228" v="2110" actId="478"/>
          <ac:picMkLst>
            <pc:docMk/>
            <pc:sldMk cId="1970997789" sldId="383"/>
            <ac:picMk id="6" creationId="{182AFB4C-6A7F-A37D-14C2-3BB1D78AF19A}"/>
          </ac:picMkLst>
        </pc:picChg>
      </pc:sldChg>
      <pc:sldChg chg="addSp delSp modSp add mod">
        <pc:chgData name="Shubhendu Kumar Singh" userId="461b01912b5747a3" providerId="LiveId" clId="{123257E2-2039-4D81-A3D1-C3DE1B36AB83}" dt="2024-09-04T06:28:49.442" v="2853"/>
        <pc:sldMkLst>
          <pc:docMk/>
          <pc:sldMk cId="876155432" sldId="384"/>
        </pc:sldMkLst>
        <pc:spChg chg="del">
          <ac:chgData name="Shubhendu Kumar Singh" userId="461b01912b5747a3" providerId="LiveId" clId="{123257E2-2039-4D81-A3D1-C3DE1B36AB83}" dt="2024-09-04T06:28:30.567" v="2851" actId="478"/>
          <ac:spMkLst>
            <pc:docMk/>
            <pc:sldMk cId="876155432" sldId="38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28:36.218" v="2852" actId="478"/>
          <ac:spMkLst>
            <pc:docMk/>
            <pc:sldMk cId="876155432" sldId="384"/>
            <ac:spMk id="7" creationId="{EAD675A5-996D-03E4-989A-6958508209DD}"/>
          </ac:spMkLst>
        </pc:spChg>
        <pc:spChg chg="add mod">
          <ac:chgData name="Shubhendu Kumar Singh" userId="461b01912b5747a3" providerId="LiveId" clId="{123257E2-2039-4D81-A3D1-C3DE1B36AB83}" dt="2024-09-04T06:28:49.442" v="2853"/>
          <ac:spMkLst>
            <pc:docMk/>
            <pc:sldMk cId="876155432" sldId="384"/>
            <ac:spMk id="8" creationId="{DD1220C3-7BD8-7F1D-561A-C424393AC867}"/>
          </ac:spMkLst>
        </pc:spChg>
        <pc:spChg chg="del">
          <ac:chgData name="Shubhendu Kumar Singh" userId="461b01912b5747a3" providerId="LiveId" clId="{123257E2-2039-4D81-A3D1-C3DE1B36AB83}" dt="2024-09-04T03:41:24.636" v="2129" actId="478"/>
          <ac:spMkLst>
            <pc:docMk/>
            <pc:sldMk cId="876155432" sldId="384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4T03:41:21.529" v="2128" actId="478"/>
          <ac:spMkLst>
            <pc:docMk/>
            <pc:sldMk cId="876155432" sldId="384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04T03:40:37.850" v="2120" actId="478"/>
          <ac:picMkLst>
            <pc:docMk/>
            <pc:sldMk cId="876155432" sldId="384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1:13.598" v="2127" actId="1076"/>
          <ac:picMkLst>
            <pc:docMk/>
            <pc:sldMk cId="876155432" sldId="384"/>
            <ac:picMk id="5" creationId="{B0982A43-012D-47A3-DF02-EB534EFAD494}"/>
          </ac:picMkLst>
        </pc:picChg>
      </pc:sldChg>
      <pc:sldChg chg="add del ord">
        <pc:chgData name="Shubhendu Kumar Singh" userId="461b01912b5747a3" providerId="LiveId" clId="{123257E2-2039-4D81-A3D1-C3DE1B36AB83}" dt="2024-09-04T03:40:29.924" v="2118" actId="47"/>
        <pc:sldMkLst>
          <pc:docMk/>
          <pc:sldMk cId="4138892493" sldId="384"/>
        </pc:sldMkLst>
      </pc:sldChg>
      <pc:sldChg chg="delSp modSp add mod ord modNotesTx">
        <pc:chgData name="Shubhendu Kumar Singh" userId="461b01912b5747a3" providerId="LiveId" clId="{123257E2-2039-4D81-A3D1-C3DE1B36AB83}" dt="2024-09-12T03:20:21.404" v="4054" actId="20577"/>
        <pc:sldMkLst>
          <pc:docMk/>
          <pc:sldMk cId="3425223204" sldId="385"/>
        </pc:sldMkLst>
        <pc:spChg chg="del mod">
          <ac:chgData name="Shubhendu Kumar Singh" userId="461b01912b5747a3" providerId="LiveId" clId="{123257E2-2039-4D81-A3D1-C3DE1B36AB83}" dt="2024-09-04T06:17:19.851" v="2343" actId="478"/>
          <ac:spMkLst>
            <pc:docMk/>
            <pc:sldMk cId="3425223204" sldId="385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21.404" v="4054" actId="20577"/>
          <ac:spMkLst>
            <pc:docMk/>
            <pc:sldMk cId="3425223204" sldId="385"/>
            <ac:spMk id="4" creationId="{3743D6F4-E159-B626-338E-538D886DAE09}"/>
          </ac:spMkLst>
        </pc:spChg>
      </pc:sldChg>
      <pc:sldChg chg="addSp delSp modSp add mod ord">
        <pc:chgData name="Shubhendu Kumar Singh" userId="461b01912b5747a3" providerId="LiveId" clId="{123257E2-2039-4D81-A3D1-C3DE1B36AB83}" dt="2024-09-05T06:57:10.902" v="3467" actId="20577"/>
        <pc:sldMkLst>
          <pc:docMk/>
          <pc:sldMk cId="711533023" sldId="386"/>
        </pc:sldMkLst>
        <pc:spChg chg="mod">
          <ac:chgData name="Shubhendu Kumar Singh" userId="461b01912b5747a3" providerId="LiveId" clId="{123257E2-2039-4D81-A3D1-C3DE1B36AB83}" dt="2024-09-05T00:00:16.553" v="2885" actId="20577"/>
          <ac:spMkLst>
            <pc:docMk/>
            <pc:sldMk cId="711533023" sldId="38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6:56:07.759" v="3422" actId="20577"/>
          <ac:spMkLst>
            <pc:docMk/>
            <pc:sldMk cId="711533023" sldId="38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5T06:57:10.902" v="3467" actId="20577"/>
          <ac:spMkLst>
            <pc:docMk/>
            <pc:sldMk cId="711533023" sldId="386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9-05T06:53:26.847" v="3382" actId="478"/>
          <ac:picMkLst>
            <pc:docMk/>
            <pc:sldMk cId="711533023" sldId="386"/>
            <ac:picMk id="3" creationId="{1939C686-81DA-B6BF-B596-6C3F844F5201}"/>
          </ac:picMkLst>
        </pc:picChg>
        <pc:picChg chg="del">
          <ac:chgData name="Shubhendu Kumar Singh" userId="461b01912b5747a3" providerId="LiveId" clId="{123257E2-2039-4D81-A3D1-C3DE1B36AB83}" dt="2024-09-05T00:00:59.412" v="2886" actId="478"/>
          <ac:picMkLst>
            <pc:docMk/>
            <pc:sldMk cId="711533023" sldId="386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5T06:53:54.716" v="3391" actId="14100"/>
          <ac:picMkLst>
            <pc:docMk/>
            <pc:sldMk cId="711533023" sldId="386"/>
            <ac:picMk id="4" creationId="{760E58C6-0F48-0A4A-91A0-3758751A0A40}"/>
          </ac:picMkLst>
        </pc:picChg>
        <pc:picChg chg="del">
          <ac:chgData name="Shubhendu Kumar Singh" userId="461b01912b5747a3" providerId="LiveId" clId="{123257E2-2039-4D81-A3D1-C3DE1B36AB83}" dt="2024-09-05T00:02:13.887" v="2894" actId="478"/>
          <ac:picMkLst>
            <pc:docMk/>
            <pc:sldMk cId="711533023" sldId="38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05T03:55:52.185" v="3100" actId="14100"/>
          <ac:picMkLst>
            <pc:docMk/>
            <pc:sldMk cId="711533023" sldId="386"/>
            <ac:picMk id="4" creationId="{A9010506-7884-BD4B-10E2-45DF842F6B3A}"/>
          </ac:picMkLst>
        </pc:picChg>
        <pc:picChg chg="add del mod">
          <ac:chgData name="Shubhendu Kumar Singh" userId="461b01912b5747a3" providerId="LiveId" clId="{123257E2-2039-4D81-A3D1-C3DE1B36AB83}" dt="2024-09-05T03:51:46.032" v="3059" actId="478"/>
          <ac:picMkLst>
            <pc:docMk/>
            <pc:sldMk cId="711533023" sldId="386"/>
            <ac:picMk id="5" creationId="{33F4BA87-270A-BEAE-76C5-C82360B4E144}"/>
          </ac:picMkLst>
        </pc:picChg>
        <pc:picChg chg="add mod">
          <ac:chgData name="Shubhendu Kumar Singh" userId="461b01912b5747a3" providerId="LiveId" clId="{123257E2-2039-4D81-A3D1-C3DE1B36AB83}" dt="2024-09-05T06:54:39.006" v="3398" actId="1076"/>
          <ac:picMkLst>
            <pc:docMk/>
            <pc:sldMk cId="711533023" sldId="386"/>
            <ac:picMk id="5" creationId="{CF9597AA-580D-F4F5-463F-D87F3A7282C1}"/>
          </ac:picMkLst>
        </pc:picChg>
        <pc:picChg chg="add del mod">
          <ac:chgData name="Shubhendu Kumar Singh" userId="461b01912b5747a3" providerId="LiveId" clId="{123257E2-2039-4D81-A3D1-C3DE1B36AB83}" dt="2024-09-05T06:54:00.078" v="3392" actId="478"/>
          <ac:picMkLst>
            <pc:docMk/>
            <pc:sldMk cId="711533023" sldId="386"/>
            <ac:picMk id="6" creationId="{0428EF84-5DD0-9223-1DD2-546BAB00751C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3:55:36.002" v="3094" actId="2890"/>
        <pc:sldMkLst>
          <pc:docMk/>
          <pc:sldMk cId="2826937322" sldId="387"/>
        </pc:sldMkLst>
        <pc:spChg chg="add del">
          <ac:chgData name="Shubhendu Kumar Singh" userId="461b01912b5747a3" providerId="LiveId" clId="{123257E2-2039-4D81-A3D1-C3DE1B36AB83}" dt="2024-09-05T03:55:24.592" v="3085" actId="478"/>
          <ac:spMkLst>
            <pc:docMk/>
            <pc:sldMk cId="2826937322" sldId="387"/>
            <ac:spMk id="10" creationId="{6277AB85-5785-BE76-0B88-2D2D5EBB08FB}"/>
          </ac:spMkLst>
        </pc:spChg>
        <pc:spChg chg="add del">
          <ac:chgData name="Shubhendu Kumar Singh" userId="461b01912b5747a3" providerId="LiveId" clId="{123257E2-2039-4D81-A3D1-C3DE1B36AB83}" dt="2024-09-05T03:55:23.326" v="3084" actId="478"/>
          <ac:spMkLst>
            <pc:docMk/>
            <pc:sldMk cId="2826937322" sldId="387"/>
            <ac:spMk id="11" creationId="{CCBBCE40-1B85-8519-0B4B-D5170B457515}"/>
          </ac:spMkLst>
        </pc:spChg>
        <pc:picChg chg="add del">
          <ac:chgData name="Shubhendu Kumar Singh" userId="461b01912b5747a3" providerId="LiveId" clId="{123257E2-2039-4D81-A3D1-C3DE1B36AB83}" dt="2024-09-05T03:55:33.556" v="3093" actId="478"/>
          <ac:picMkLst>
            <pc:docMk/>
            <pc:sldMk cId="2826937322" sldId="387"/>
            <ac:picMk id="3" creationId="{1939C686-81DA-B6BF-B596-6C3F844F5201}"/>
          </ac:picMkLst>
        </pc:picChg>
        <pc:picChg chg="add mod">
          <ac:chgData name="Shubhendu Kumar Singh" userId="461b01912b5747a3" providerId="LiveId" clId="{123257E2-2039-4D81-A3D1-C3DE1B36AB83}" dt="2024-09-05T03:55:32.211" v="3092" actId="1076"/>
          <ac:picMkLst>
            <pc:docMk/>
            <pc:sldMk cId="2826937322" sldId="387"/>
            <ac:picMk id="5" creationId="{DD008892-5ACD-A8F4-D805-B18DF10535CD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6:54:45.328" v="3399" actId="47"/>
        <pc:sldMkLst>
          <pc:docMk/>
          <pc:sldMk cId="3262582264" sldId="387"/>
        </pc:sldMkLst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0:03:52.578" v="2910" actId="1076"/>
          <ac:picMkLst>
            <pc:docMk/>
            <pc:sldMk cId="3262582264" sldId="387"/>
            <ac:picMk id="3" creationId="{5B22234A-2F3F-A37B-131D-FE114F29BA78}"/>
          </ac:picMkLst>
        </pc:picChg>
        <pc:picChg chg="del">
          <ac:chgData name="Shubhendu Kumar Singh" userId="461b01912b5747a3" providerId="LiveId" clId="{123257E2-2039-4D81-A3D1-C3DE1B36AB83}" dt="2024-09-05T00:02:53.024" v="2903" actId="478"/>
          <ac:picMkLst>
            <pc:docMk/>
            <pc:sldMk cId="3262582264" sldId="387"/>
            <ac:picMk id="5" creationId="{33F4BA87-270A-BEAE-76C5-C82360B4E144}"/>
          </ac:picMkLst>
        </pc:picChg>
      </pc:sldChg>
      <pc:sldChg chg="modSp add ord modAnim">
        <pc:chgData name="Shubhendu Kumar Singh" userId="461b01912b5747a3" providerId="LiveId" clId="{123257E2-2039-4D81-A3D1-C3DE1B36AB83}" dt="2024-09-05T04:11:31.567" v="3360" actId="20577"/>
        <pc:sldMkLst>
          <pc:docMk/>
          <pc:sldMk cId="2289381446" sldId="388"/>
        </pc:sldMkLst>
        <pc:spChg chg="mod">
          <ac:chgData name="Shubhendu Kumar Singh" userId="461b01912b5747a3" providerId="LiveId" clId="{123257E2-2039-4D81-A3D1-C3DE1B36AB83}" dt="2024-09-05T04:11:31.567" v="3360" actId="20577"/>
          <ac:spMkLst>
            <pc:docMk/>
            <pc:sldMk cId="2289381446" sldId="388"/>
            <ac:spMk id="6" creationId="{E1213369-C061-360A-62C6-ED92D4595CCB}"/>
          </ac:spMkLst>
        </pc:spChg>
      </pc:sldChg>
      <pc:sldChg chg="delSp modSp add del mod ord modAnim">
        <pc:chgData name="Shubhendu Kumar Singh" userId="461b01912b5747a3" providerId="LiveId" clId="{123257E2-2039-4D81-A3D1-C3DE1B36AB83}" dt="2024-09-05T04:03:07.144" v="3178" actId="47"/>
        <pc:sldMkLst>
          <pc:docMk/>
          <pc:sldMk cId="2397749354" sldId="388"/>
        </pc:sldMkLst>
        <pc:spChg chg="mod">
          <ac:chgData name="Shubhendu Kumar Singh" userId="461b01912b5747a3" providerId="LiveId" clId="{123257E2-2039-4D81-A3D1-C3DE1B36AB83}" dt="2024-09-05T04:02:25.003" v="3175" actId="1076"/>
          <ac:spMkLst>
            <pc:docMk/>
            <pc:sldMk cId="2397749354" sldId="388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4" creationId="{328C5BB5-1B12-AB43-C0FA-8C4CCD8743E0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5" creationId="{462FE504-ED64-29DA-22C5-CA335F74EFB4}"/>
          </ac:spMkLst>
        </pc:spChg>
        <pc:spChg chg="mod">
          <ac:chgData name="Shubhendu Kumar Singh" userId="461b01912b5747a3" providerId="LiveId" clId="{123257E2-2039-4D81-A3D1-C3DE1B36AB83}" dt="2024-09-05T04:01:57.480" v="3171" actId="13926"/>
          <ac:spMkLst>
            <pc:docMk/>
            <pc:sldMk cId="2397749354" sldId="388"/>
            <ac:spMk id="6" creationId="{E1213369-C061-360A-62C6-ED92D4595CCB}"/>
          </ac:spMkLst>
        </pc:spChg>
      </pc:sldChg>
      <pc:sldChg chg="addSp delSp modSp add mod">
        <pc:chgData name="Shubhendu Kumar Singh" userId="461b01912b5747a3" providerId="LiveId" clId="{123257E2-2039-4D81-A3D1-C3DE1B36AB83}" dt="2024-09-05T06:55:32.709" v="3410" actId="478"/>
        <pc:sldMkLst>
          <pc:docMk/>
          <pc:sldMk cId="3287042813" sldId="389"/>
        </pc:sldMkLst>
        <pc:spChg chg="del">
          <ac:chgData name="Shubhendu Kumar Singh" userId="461b01912b5747a3" providerId="LiveId" clId="{123257E2-2039-4D81-A3D1-C3DE1B36AB83}" dt="2024-09-05T06:55:29.931" v="3409" actId="478"/>
          <ac:spMkLst>
            <pc:docMk/>
            <pc:sldMk cId="3287042813" sldId="389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6:55:32.709" v="3410" actId="478"/>
          <ac:spMkLst>
            <pc:docMk/>
            <pc:sldMk cId="3287042813" sldId="389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6:55:27.547" v="3408" actId="14100"/>
          <ac:picMkLst>
            <pc:docMk/>
            <pc:sldMk cId="3287042813" sldId="389"/>
            <ac:picMk id="3" creationId="{9859DC3C-6AA3-551D-95C3-28D9974C8528}"/>
          </ac:picMkLst>
        </pc:picChg>
        <pc:picChg chg="del">
          <ac:chgData name="Shubhendu Kumar Singh" userId="461b01912b5747a3" providerId="LiveId" clId="{123257E2-2039-4D81-A3D1-C3DE1B36AB83}" dt="2024-09-05T06:54:52.928" v="3401" actId="478"/>
          <ac:picMkLst>
            <pc:docMk/>
            <pc:sldMk cId="3287042813" sldId="389"/>
            <ac:picMk id="4" creationId="{760E58C6-0F48-0A4A-91A0-3758751A0A40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1:09.629" v="3674" actId="1076"/>
        <pc:sldMkLst>
          <pc:docMk/>
          <pc:sldMk cId="347521997" sldId="390"/>
        </pc:sldMkLst>
        <pc:spChg chg="mod">
          <ac:chgData name="Shubhendu Kumar Singh" userId="461b01912b5747a3" providerId="LiveId" clId="{123257E2-2039-4D81-A3D1-C3DE1B36AB83}" dt="2024-09-05T07:09:06.998" v="3658" actId="20577"/>
          <ac:spMkLst>
            <pc:docMk/>
            <pc:sldMk cId="347521997" sldId="39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05T07:10:13.196" v="3669" actId="1076"/>
          <ac:spMkLst>
            <pc:docMk/>
            <pc:sldMk cId="347521997" sldId="390"/>
            <ac:spMk id="8" creationId="{D4C917A0-5059-A764-08CB-7187C2A2050B}"/>
          </ac:spMkLst>
        </pc:spChg>
        <pc:spChg chg="add mod">
          <ac:chgData name="Shubhendu Kumar Singh" userId="461b01912b5747a3" providerId="LiveId" clId="{123257E2-2039-4D81-A3D1-C3DE1B36AB83}" dt="2024-09-05T07:10:18.873" v="3670" actId="1076"/>
          <ac:spMkLst>
            <pc:docMk/>
            <pc:sldMk cId="347521997" sldId="390"/>
            <ac:spMk id="10" creationId="{D3BBB52A-FBF0-890E-55A4-E79C484612B7}"/>
          </ac:spMkLst>
        </pc:spChg>
        <pc:spChg chg="add del mod">
          <ac:chgData name="Shubhendu Kumar Singh" userId="461b01912b5747a3" providerId="LiveId" clId="{123257E2-2039-4D81-A3D1-C3DE1B36AB83}" dt="2024-09-05T07:08:53.805" v="3652" actId="478"/>
          <ac:spMkLst>
            <pc:docMk/>
            <pc:sldMk cId="347521997" sldId="390"/>
            <ac:spMk id="11" creationId="{6EE75676-E35D-D33B-4C21-CFEF2A658321}"/>
          </ac:spMkLst>
        </pc:spChg>
        <pc:picChg chg="del">
          <ac:chgData name="Shubhendu Kumar Singh" userId="461b01912b5747a3" providerId="LiveId" clId="{123257E2-2039-4D81-A3D1-C3DE1B36AB83}" dt="2024-09-05T06:58:13.061" v="3526" actId="478"/>
          <ac:picMkLst>
            <pc:docMk/>
            <pc:sldMk cId="347521997" sldId="390"/>
            <ac:picMk id="3" creationId="{9859DC3C-6AA3-551D-95C3-28D9974C8528}"/>
          </ac:picMkLst>
        </pc:picChg>
        <pc:picChg chg="add mod">
          <ac:chgData name="Shubhendu Kumar Singh" userId="461b01912b5747a3" providerId="LiveId" clId="{123257E2-2039-4D81-A3D1-C3DE1B36AB83}" dt="2024-09-05T07:10:03.322" v="3667" actId="1076"/>
          <ac:picMkLst>
            <pc:docMk/>
            <pc:sldMk cId="347521997" sldId="390"/>
            <ac:picMk id="4" creationId="{63529BFF-33F1-799C-754C-9C74941D1289}"/>
          </ac:picMkLst>
        </pc:picChg>
        <pc:picChg chg="del">
          <ac:chgData name="Shubhendu Kumar Singh" userId="461b01912b5747a3" providerId="LiveId" clId="{123257E2-2039-4D81-A3D1-C3DE1B36AB83}" dt="2024-09-05T06:58:15.802" v="3527" actId="478"/>
          <ac:picMkLst>
            <pc:docMk/>
            <pc:sldMk cId="347521997" sldId="390"/>
            <ac:picMk id="5" creationId="{CF9597AA-580D-F4F5-463F-D87F3A7282C1}"/>
          </ac:picMkLst>
        </pc:picChg>
        <pc:picChg chg="add mod">
          <ac:chgData name="Shubhendu Kumar Singh" userId="461b01912b5747a3" providerId="LiveId" clId="{123257E2-2039-4D81-A3D1-C3DE1B36AB83}" dt="2024-09-05T07:10:08.603" v="3668" actId="1076"/>
          <ac:picMkLst>
            <pc:docMk/>
            <pc:sldMk cId="347521997" sldId="390"/>
            <ac:picMk id="6" creationId="{5441C5C6-9E9C-C62B-1543-CBD7FFC361C6}"/>
          </ac:picMkLst>
        </pc:picChg>
        <pc:picChg chg="add del mod">
          <ac:chgData name="Shubhendu Kumar Singh" userId="461b01912b5747a3" providerId="LiveId" clId="{123257E2-2039-4D81-A3D1-C3DE1B36AB83}" dt="2024-09-05T07:08:53.805" v="3652" actId="478"/>
          <ac:picMkLst>
            <pc:docMk/>
            <pc:sldMk cId="347521997" sldId="390"/>
            <ac:picMk id="7" creationId="{7E8E37FE-00CB-C0C5-75A3-815A0B75453A}"/>
          </ac:picMkLst>
        </pc:picChg>
        <pc:picChg chg="add del mod">
          <ac:chgData name="Shubhendu Kumar Singh" userId="461b01912b5747a3" providerId="LiveId" clId="{123257E2-2039-4D81-A3D1-C3DE1B36AB83}" dt="2024-09-05T07:05:20.847" v="3631" actId="478"/>
          <ac:picMkLst>
            <pc:docMk/>
            <pc:sldMk cId="347521997" sldId="390"/>
            <ac:picMk id="12" creationId="{A8F579AA-FD2C-DEF5-4D98-F72EF54AD5D8}"/>
          </ac:picMkLst>
        </pc:picChg>
        <pc:picChg chg="add mod">
          <ac:chgData name="Shubhendu Kumar Singh" userId="461b01912b5747a3" providerId="LiveId" clId="{123257E2-2039-4D81-A3D1-C3DE1B36AB83}" dt="2024-09-05T07:10:45.442" v="3672" actId="1076"/>
          <ac:picMkLst>
            <pc:docMk/>
            <pc:sldMk cId="347521997" sldId="390"/>
            <ac:picMk id="13" creationId="{D55678CC-4623-CA7D-6E57-23D8E6082527}"/>
          </ac:picMkLst>
        </pc:picChg>
        <pc:picChg chg="add mod">
          <ac:chgData name="Shubhendu Kumar Singh" userId="461b01912b5747a3" providerId="LiveId" clId="{123257E2-2039-4D81-A3D1-C3DE1B36AB83}" dt="2024-09-05T07:11:09.629" v="3674" actId="1076"/>
          <ac:picMkLst>
            <pc:docMk/>
            <pc:sldMk cId="347521997" sldId="390"/>
            <ac:picMk id="14" creationId="{2A58A02D-6C88-D841-2351-0C1913A6FCB0}"/>
          </ac:picMkLst>
        </pc:picChg>
      </pc:sldChg>
      <pc:sldChg chg="delSp modSp add del mod">
        <pc:chgData name="Shubhendu Kumar Singh" userId="461b01912b5747a3" providerId="LiveId" clId="{123257E2-2039-4D81-A3D1-C3DE1B36AB83}" dt="2024-09-05T07:11:43.790" v="3687" actId="47"/>
        <pc:sldMkLst>
          <pc:docMk/>
          <pc:sldMk cId="3669683544" sldId="391"/>
        </pc:sldMkLst>
        <pc:spChg chg="mod">
          <ac:chgData name="Shubhendu Kumar Singh" userId="461b01912b5747a3" providerId="LiveId" clId="{123257E2-2039-4D81-A3D1-C3DE1B36AB83}" dt="2024-09-05T07:11:23.890" v="3683" actId="20577"/>
          <ac:spMkLst>
            <pc:docMk/>
            <pc:sldMk cId="3669683544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1:34.631" v="3686" actId="20577"/>
          <ac:spMkLst>
            <pc:docMk/>
            <pc:sldMk cId="3669683544" sldId="391"/>
            <ac:spMk id="8" creationId="{D4C917A0-5059-A764-08CB-7187C2A2050B}"/>
          </ac:spMkLst>
        </pc:spChg>
        <pc:picChg chg="del">
          <ac:chgData name="Shubhendu Kumar Singh" userId="461b01912b5747a3" providerId="LiveId" clId="{123257E2-2039-4D81-A3D1-C3DE1B36AB83}" dt="2024-09-05T07:11:30.583" v="3684" actId="478"/>
          <ac:picMkLst>
            <pc:docMk/>
            <pc:sldMk cId="3669683544" sldId="391"/>
            <ac:picMk id="4" creationId="{63529BFF-33F1-799C-754C-9C74941D1289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3:25.863" v="3716" actId="1076"/>
        <pc:sldMkLst>
          <pc:docMk/>
          <pc:sldMk cId="4044542422" sldId="391"/>
        </pc:sldMkLst>
        <pc:spChg chg="mod">
          <ac:chgData name="Shubhendu Kumar Singh" userId="461b01912b5747a3" providerId="LiveId" clId="{123257E2-2039-4D81-A3D1-C3DE1B36AB83}" dt="2024-09-05T07:11:55.676" v="3696" actId="20577"/>
          <ac:spMkLst>
            <pc:docMk/>
            <pc:sldMk cId="4044542422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2:07.178" v="3706" actId="20577"/>
          <ac:spMkLst>
            <pc:docMk/>
            <pc:sldMk cId="4044542422" sldId="391"/>
            <ac:spMk id="8" creationId="{D4C917A0-5059-A764-08CB-7187C2A2050B}"/>
          </ac:spMkLst>
        </pc:spChg>
        <pc:picChg chg="add mod">
          <ac:chgData name="Shubhendu Kumar Singh" userId="461b01912b5747a3" providerId="LiveId" clId="{123257E2-2039-4D81-A3D1-C3DE1B36AB83}" dt="2024-09-05T07:12:56.076" v="3713" actId="1076"/>
          <ac:picMkLst>
            <pc:docMk/>
            <pc:sldMk cId="4044542422" sldId="391"/>
            <ac:picMk id="3" creationId="{32C45551-053F-AEE2-CEAB-1B8CB2671E0F}"/>
          </ac:picMkLst>
        </pc:picChg>
        <pc:picChg chg="del">
          <ac:chgData name="Shubhendu Kumar Singh" userId="461b01912b5747a3" providerId="LiveId" clId="{123257E2-2039-4D81-A3D1-C3DE1B36AB83}" dt="2024-09-05T07:12:09.991" v="3707" actId="478"/>
          <ac:picMkLst>
            <pc:docMk/>
            <pc:sldMk cId="4044542422" sldId="391"/>
            <ac:picMk id="4" creationId="{63529BFF-33F1-799C-754C-9C74941D1289}"/>
          </ac:picMkLst>
        </pc:picChg>
        <pc:picChg chg="add mod">
          <ac:chgData name="Shubhendu Kumar Singh" userId="461b01912b5747a3" providerId="LiveId" clId="{123257E2-2039-4D81-A3D1-C3DE1B36AB83}" dt="2024-09-05T07:13:25.863" v="3716" actId="1076"/>
          <ac:picMkLst>
            <pc:docMk/>
            <pc:sldMk cId="4044542422" sldId="391"/>
            <ac:picMk id="5" creationId="{3D3A83C7-F04C-E9BE-150F-27F542100AD7}"/>
          </ac:picMkLst>
        </pc:picChg>
        <pc:picChg chg="del">
          <ac:chgData name="Shubhendu Kumar Singh" userId="461b01912b5747a3" providerId="LiveId" clId="{123257E2-2039-4D81-A3D1-C3DE1B36AB83}" dt="2024-09-05T07:12:58.992" v="3714" actId="478"/>
          <ac:picMkLst>
            <pc:docMk/>
            <pc:sldMk cId="4044542422" sldId="391"/>
            <ac:picMk id="13" creationId="{D55678CC-4623-CA7D-6E57-23D8E6082527}"/>
          </ac:picMkLst>
        </pc:picChg>
      </pc:sldChg>
      <pc:sldChg chg="modSp add mod ord">
        <pc:chgData name="Shubhendu Kumar Singh" userId="461b01912b5747a3" providerId="LiveId" clId="{123257E2-2039-4D81-A3D1-C3DE1B36AB83}" dt="2024-09-12T04:00:18.597" v="4230"/>
        <pc:sldMkLst>
          <pc:docMk/>
          <pc:sldMk cId="833987533" sldId="392"/>
        </pc:sldMkLst>
        <pc:spChg chg="mod">
          <ac:chgData name="Shubhendu Kumar Singh" userId="461b01912b5747a3" providerId="LiveId" clId="{123257E2-2039-4D81-A3D1-C3DE1B36AB83}" dt="2024-09-12T03:20:42.322" v="4060" actId="20577"/>
          <ac:spMkLst>
            <pc:docMk/>
            <pc:sldMk cId="833987533" sldId="392"/>
            <ac:spMk id="4" creationId="{3743D6F4-E159-B626-338E-538D886DAE09}"/>
          </ac:spMkLst>
        </pc:spChg>
      </pc:sldChg>
      <pc:sldChg chg="modSp del mod">
        <pc:chgData name="Shubhendu Kumar Singh" userId="461b01912b5747a3" providerId="LiveId" clId="{123257E2-2039-4D81-A3D1-C3DE1B36AB83}" dt="2024-09-12T03:06:12.331" v="3866" actId="47"/>
        <pc:sldMkLst>
          <pc:docMk/>
          <pc:sldMk cId="785981386" sldId="393"/>
        </pc:sldMkLst>
        <pc:spChg chg="mod">
          <ac:chgData name="Shubhendu Kumar Singh" userId="461b01912b5747a3" providerId="LiveId" clId="{123257E2-2039-4D81-A3D1-C3DE1B36AB83}" dt="2024-09-12T03:05:16.125" v="3803" actId="20577"/>
          <ac:spMkLst>
            <pc:docMk/>
            <pc:sldMk cId="785981386" sldId="393"/>
            <ac:spMk id="8" creationId="{DD1220C3-7BD8-7F1D-561A-C424393AC867}"/>
          </ac:spMkLst>
        </pc:spChg>
      </pc:sldChg>
      <pc:sldChg chg="addSp delSp modSp mod ord">
        <pc:chgData name="Shubhendu Kumar Singh" userId="461b01912b5747a3" providerId="LiveId" clId="{123257E2-2039-4D81-A3D1-C3DE1B36AB83}" dt="2024-09-12T05:16:53.923" v="4382" actId="20577"/>
        <pc:sldMkLst>
          <pc:docMk/>
          <pc:sldMk cId="1973246558" sldId="393"/>
        </pc:sldMkLst>
        <pc:spChg chg="mod">
          <ac:chgData name="Shubhendu Kumar Singh" userId="461b01912b5747a3" providerId="LiveId" clId="{123257E2-2039-4D81-A3D1-C3DE1B36AB83}" dt="2024-09-12T04:00:01.006" v="4204" actId="20577"/>
          <ac:spMkLst>
            <pc:docMk/>
            <pc:sldMk cId="1973246558" sldId="39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15:58.621" v="4353" actId="20577"/>
          <ac:spMkLst>
            <pc:docMk/>
            <pc:sldMk cId="1973246558" sldId="39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16:53.923" v="4382" actId="20577"/>
          <ac:spMkLst>
            <pc:docMk/>
            <pc:sldMk cId="1973246558" sldId="393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5:03:31.972" v="4259" actId="478"/>
          <ac:picMkLst>
            <pc:docMk/>
            <pc:sldMk cId="1973246558" sldId="393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5:04:02.487" v="4265" actId="478"/>
          <ac:picMkLst>
            <pc:docMk/>
            <pc:sldMk cId="1973246558" sldId="393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5:04:00.554" v="4264" actId="1076"/>
          <ac:picMkLst>
            <pc:docMk/>
            <pc:sldMk cId="1973246558" sldId="393"/>
            <ac:picMk id="5" creationId="{D8552DD5-49B6-915A-F7B6-126197292E2E}"/>
          </ac:picMkLst>
        </pc:picChg>
        <pc:picChg chg="add del mod">
          <ac:chgData name="Shubhendu Kumar Singh" userId="461b01912b5747a3" providerId="LiveId" clId="{123257E2-2039-4D81-A3D1-C3DE1B36AB83}" dt="2024-09-12T05:13:37.515" v="4300" actId="478"/>
          <ac:picMkLst>
            <pc:docMk/>
            <pc:sldMk cId="1973246558" sldId="393"/>
            <ac:picMk id="6" creationId="{7A56BE19-EEB3-9E5F-B4E9-0B043F8B6203}"/>
          </ac:picMkLst>
        </pc:picChg>
        <pc:picChg chg="add mod">
          <ac:chgData name="Shubhendu Kumar Singh" userId="461b01912b5747a3" providerId="LiveId" clId="{123257E2-2039-4D81-A3D1-C3DE1B36AB83}" dt="2024-09-12T05:13:35.552" v="4299" actId="14100"/>
          <ac:picMkLst>
            <pc:docMk/>
            <pc:sldMk cId="1973246558" sldId="393"/>
            <ac:picMk id="7" creationId="{B1BDE1A0-6430-8BCC-ABEE-6E7E677205CC}"/>
          </ac:picMkLst>
        </pc:picChg>
      </pc:sldChg>
      <pc:sldChg chg="modSp del mod ord">
        <pc:chgData name="Shubhendu Kumar Singh" userId="461b01912b5747a3" providerId="LiveId" clId="{123257E2-2039-4D81-A3D1-C3DE1B36AB83}" dt="2024-09-12T05:05:06.896" v="4272" actId="47"/>
        <pc:sldMkLst>
          <pc:docMk/>
          <pc:sldMk cId="327832401" sldId="394"/>
        </pc:sldMkLst>
        <pc:spChg chg="mod">
          <ac:chgData name="Shubhendu Kumar Singh" userId="461b01912b5747a3" providerId="LiveId" clId="{123257E2-2039-4D81-A3D1-C3DE1B36AB83}" dt="2024-09-12T04:00:15.148" v="4228" actId="20577"/>
          <ac:spMkLst>
            <pc:docMk/>
            <pc:sldMk cId="327832401" sldId="394"/>
            <ac:spMk id="8" creationId="{DD1220C3-7BD8-7F1D-561A-C424393AC867}"/>
          </ac:spMkLst>
        </pc:spChg>
      </pc:sldChg>
      <pc:sldChg chg="modSp del mod">
        <pc:chgData name="Shubhendu Kumar Singh" userId="461b01912b5747a3" providerId="LiveId" clId="{123257E2-2039-4D81-A3D1-C3DE1B36AB83}" dt="2024-09-12T03:06:01.330" v="3865" actId="47"/>
        <pc:sldMkLst>
          <pc:docMk/>
          <pc:sldMk cId="3946356898" sldId="394"/>
        </pc:sldMkLst>
        <pc:spChg chg="mod">
          <ac:chgData name="Shubhendu Kumar Singh" userId="461b01912b5747a3" providerId="LiveId" clId="{123257E2-2039-4D81-A3D1-C3DE1B36AB83}" dt="2024-09-12T03:05:43.244" v="3864" actId="20577"/>
          <ac:spMkLst>
            <pc:docMk/>
            <pc:sldMk cId="3946356898" sldId="394"/>
            <ac:spMk id="2" creationId="{37982B7A-96D7-B34E-A658-8B9A0101A71C}"/>
          </ac:spMkLst>
        </pc:spChg>
      </pc:sldChg>
      <pc:sldChg chg="addSp delSp modSp mod ord">
        <pc:chgData name="Shubhendu Kumar Singh" userId="461b01912b5747a3" providerId="LiveId" clId="{123257E2-2039-4D81-A3D1-C3DE1B36AB83}" dt="2024-09-12T05:55:28.176" v="5330" actId="13926"/>
        <pc:sldMkLst>
          <pc:docMk/>
          <pc:sldMk cId="1923061849" sldId="395"/>
        </pc:sldMkLst>
        <pc:spChg chg="del mod">
          <ac:chgData name="Shubhendu Kumar Singh" userId="461b01912b5747a3" providerId="LiveId" clId="{123257E2-2039-4D81-A3D1-C3DE1B36AB83}" dt="2024-09-12T03:19:29.333" v="4040" actId="478"/>
          <ac:spMkLst>
            <pc:docMk/>
            <pc:sldMk cId="1923061849" sldId="395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12T03:19:32.273" v="4041" actId="478"/>
          <ac:spMkLst>
            <pc:docMk/>
            <pc:sldMk cId="1923061849" sldId="395"/>
            <ac:spMk id="6" creationId="{37C962B9-A2EF-A306-C1EA-92115C8EEAB1}"/>
          </ac:spMkLst>
        </pc:spChg>
        <pc:spChg chg="add mod">
          <ac:chgData name="Shubhendu Kumar Singh" userId="461b01912b5747a3" providerId="LiveId" clId="{123257E2-2039-4D81-A3D1-C3DE1B36AB83}" dt="2024-09-12T05:55:28.176" v="5330" actId="13926"/>
          <ac:spMkLst>
            <pc:docMk/>
            <pc:sldMk cId="1923061849" sldId="395"/>
            <ac:spMk id="7" creationId="{797ACDC1-652D-4D99-04D9-3A0492598407}"/>
          </ac:spMkLst>
        </pc:spChg>
        <pc:spChg chg="del">
          <ac:chgData name="Shubhendu Kumar Singh" userId="461b01912b5747a3" providerId="LiveId" clId="{123257E2-2039-4D81-A3D1-C3DE1B36AB83}" dt="2024-09-12T03:21:05.347" v="4061" actId="478"/>
          <ac:spMkLst>
            <pc:docMk/>
            <pc:sldMk cId="1923061849" sldId="395"/>
            <ac:spMk id="10" creationId="{6277AB85-5785-BE76-0B88-2D2D5EBB08FB}"/>
          </ac:spMkLst>
        </pc:spChg>
        <pc:spChg chg="del mod">
          <ac:chgData name="Shubhendu Kumar Singh" userId="461b01912b5747a3" providerId="LiveId" clId="{123257E2-2039-4D81-A3D1-C3DE1B36AB83}" dt="2024-09-12T03:23:48.895" v="4085" actId="478"/>
          <ac:spMkLst>
            <pc:docMk/>
            <pc:sldMk cId="1923061849" sldId="395"/>
            <ac:spMk id="11" creationId="{CCBBCE40-1B85-8519-0B4B-D5170B457515}"/>
          </ac:spMkLst>
        </pc:spChg>
        <pc:spChg chg="add mod">
          <ac:chgData name="Shubhendu Kumar Singh" userId="461b01912b5747a3" providerId="LiveId" clId="{123257E2-2039-4D81-A3D1-C3DE1B36AB83}" dt="2024-09-12T03:36:25.847" v="4152" actId="20577"/>
          <ac:spMkLst>
            <pc:docMk/>
            <pc:sldMk cId="1923061849" sldId="395"/>
            <ac:spMk id="15" creationId="{B83F7C1A-0C7E-0321-B1E6-1343D0AD1732}"/>
          </ac:spMkLst>
        </pc:spChg>
        <pc:picChg chg="del">
          <ac:chgData name="Shubhendu Kumar Singh" userId="461b01912b5747a3" providerId="LiveId" clId="{123257E2-2039-4D81-A3D1-C3DE1B36AB83}" dt="2024-09-12T03:21:05.347" v="4061" actId="478"/>
          <ac:picMkLst>
            <pc:docMk/>
            <pc:sldMk cId="1923061849" sldId="395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3:21:45.891" v="4063" actId="478"/>
          <ac:picMkLst>
            <pc:docMk/>
            <pc:sldMk cId="1923061849" sldId="395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3:23:10.773" v="4083" actId="1076"/>
          <ac:picMkLst>
            <pc:docMk/>
            <pc:sldMk cId="1923061849" sldId="395"/>
            <ac:picMk id="8" creationId="{9B7890DA-1192-39A5-1170-419B7AC7BDEF}"/>
          </ac:picMkLst>
        </pc:picChg>
        <pc:picChg chg="add mod">
          <ac:chgData name="Shubhendu Kumar Singh" userId="461b01912b5747a3" providerId="LiveId" clId="{123257E2-2039-4D81-A3D1-C3DE1B36AB83}" dt="2024-09-12T03:22:59.736" v="4080" actId="14100"/>
          <ac:picMkLst>
            <pc:docMk/>
            <pc:sldMk cId="1923061849" sldId="395"/>
            <ac:picMk id="12" creationId="{9AA12E5E-56EF-DF5D-CCE6-9AB384D55A62}"/>
          </ac:picMkLst>
        </pc:picChg>
        <pc:picChg chg="add del mod">
          <ac:chgData name="Shubhendu Kumar Singh" userId="461b01912b5747a3" providerId="LiveId" clId="{123257E2-2039-4D81-A3D1-C3DE1B36AB83}" dt="2024-09-12T03:28:15.505" v="4089" actId="478"/>
          <ac:picMkLst>
            <pc:docMk/>
            <pc:sldMk cId="1923061849" sldId="395"/>
            <ac:picMk id="13" creationId="{E50ADF52-27E4-4EF6-1164-D9016AE9BFF2}"/>
          </ac:picMkLst>
        </pc:picChg>
        <pc:picChg chg="add del mod">
          <ac:chgData name="Shubhendu Kumar Singh" userId="461b01912b5747a3" providerId="LiveId" clId="{123257E2-2039-4D81-A3D1-C3DE1B36AB83}" dt="2024-09-12T03:28:23.740" v="4092" actId="478"/>
          <ac:picMkLst>
            <pc:docMk/>
            <pc:sldMk cId="1923061849" sldId="395"/>
            <ac:picMk id="14" creationId="{0E3589AE-5779-50E8-B69E-D78C5A566E7D}"/>
          </ac:picMkLst>
        </pc:picChg>
      </pc:sldChg>
      <pc:sldChg chg="addSp delSp modSp mod">
        <pc:chgData name="Shubhendu Kumar Singh" userId="461b01912b5747a3" providerId="LiveId" clId="{123257E2-2039-4D81-A3D1-C3DE1B36AB83}" dt="2024-09-12T05:21:40.048" v="4462" actId="20577"/>
        <pc:sldMkLst>
          <pc:docMk/>
          <pc:sldMk cId="3219553677" sldId="396"/>
        </pc:sldMkLst>
        <pc:spChg chg="mod">
          <ac:chgData name="Shubhendu Kumar Singh" userId="461b01912b5747a3" providerId="LiveId" clId="{123257E2-2039-4D81-A3D1-C3DE1B36AB83}" dt="2024-09-12T04:03:34.964" v="4232" actId="20577"/>
          <ac:spMkLst>
            <pc:docMk/>
            <pc:sldMk cId="3219553677" sldId="39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21:40.048" v="4462" actId="20577"/>
          <ac:spMkLst>
            <pc:docMk/>
            <pc:sldMk cId="3219553677" sldId="39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20:18.930" v="4446" actId="20577"/>
          <ac:spMkLst>
            <pc:docMk/>
            <pc:sldMk cId="3219553677" sldId="396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4:50:41.069" v="4235" actId="478"/>
          <ac:picMkLst>
            <pc:docMk/>
            <pc:sldMk cId="3219553677" sldId="396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4:51:03.578" v="4241" actId="478"/>
          <ac:picMkLst>
            <pc:docMk/>
            <pc:sldMk cId="3219553677" sldId="39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4:51:00.833" v="4240" actId="1076"/>
          <ac:picMkLst>
            <pc:docMk/>
            <pc:sldMk cId="3219553677" sldId="396"/>
            <ac:picMk id="5" creationId="{00FE187F-36F9-8AA4-9A8F-AB4A344D79B2}"/>
          </ac:picMkLst>
        </pc:picChg>
        <pc:picChg chg="add mod">
          <ac:chgData name="Shubhendu Kumar Singh" userId="461b01912b5747a3" providerId="LiveId" clId="{123257E2-2039-4D81-A3D1-C3DE1B36AB83}" dt="2024-09-12T04:52:18.872" v="4246" actId="1076"/>
          <ac:picMkLst>
            <pc:docMk/>
            <pc:sldMk cId="3219553677" sldId="396"/>
            <ac:picMk id="6" creationId="{ACFC1C8E-C2AF-D21C-66DD-35093FEB00A4}"/>
          </ac:picMkLst>
        </pc:picChg>
      </pc:sldChg>
      <pc:sldChg chg="modSp del mod ord">
        <pc:chgData name="Shubhendu Kumar Singh" userId="461b01912b5747a3" providerId="LiveId" clId="{123257E2-2039-4D81-A3D1-C3DE1B36AB83}" dt="2024-09-12T03:21:17.429" v="4062" actId="47"/>
        <pc:sldMkLst>
          <pc:docMk/>
          <pc:sldMk cId="3750067732" sldId="396"/>
        </pc:sldMkLst>
        <pc:spChg chg="mod">
          <ac:chgData name="Shubhendu Kumar Singh" userId="461b01912b5747a3" providerId="LiveId" clId="{123257E2-2039-4D81-A3D1-C3DE1B36AB83}" dt="2024-09-12T03:19:17.250" v="4039" actId="20577"/>
          <ac:spMkLst>
            <pc:docMk/>
            <pc:sldMk cId="3750067732" sldId="396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2T04:53:16.960" v="4258" actId="1076"/>
        <pc:sldMkLst>
          <pc:docMk/>
          <pc:sldMk cId="314562810" sldId="397"/>
        </pc:sldMkLst>
        <pc:spChg chg="del">
          <ac:chgData name="Shubhendu Kumar Singh" userId="461b01912b5747a3" providerId="LiveId" clId="{123257E2-2039-4D81-A3D1-C3DE1B36AB83}" dt="2024-09-12T04:52:43.713" v="4251" actId="478"/>
          <ac:spMkLst>
            <pc:docMk/>
            <pc:sldMk cId="314562810" sldId="39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4:52:46.354" v="4252" actId="478"/>
          <ac:spMkLst>
            <pc:docMk/>
            <pc:sldMk cId="314562810" sldId="39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2T04:53:16.960" v="4258" actId="1076"/>
          <ac:picMkLst>
            <pc:docMk/>
            <pc:sldMk cId="314562810" sldId="397"/>
            <ac:picMk id="3" creationId="{8C531823-656C-A3C4-B9BB-9FE2EE1F8725}"/>
          </ac:picMkLst>
        </pc:picChg>
        <pc:picChg chg="del">
          <ac:chgData name="Shubhendu Kumar Singh" userId="461b01912b5747a3" providerId="LiveId" clId="{123257E2-2039-4D81-A3D1-C3DE1B36AB83}" dt="2024-09-12T04:52:48.016" v="4253" actId="478"/>
          <ac:picMkLst>
            <pc:docMk/>
            <pc:sldMk cId="314562810" sldId="397"/>
            <ac:picMk id="5" creationId="{00FE187F-36F9-8AA4-9A8F-AB4A344D79B2}"/>
          </ac:picMkLst>
        </pc:picChg>
      </pc:sldChg>
      <pc:sldChg chg="modSp del mod">
        <pc:chgData name="Shubhendu Kumar Singh" userId="461b01912b5747a3" providerId="LiveId" clId="{123257E2-2039-4D81-A3D1-C3DE1B36AB83}" dt="2024-09-12T04:52:37.845" v="4249" actId="47"/>
        <pc:sldMkLst>
          <pc:docMk/>
          <pc:sldMk cId="2479238141" sldId="397"/>
        </pc:sldMkLst>
        <pc:spChg chg="mod">
          <ac:chgData name="Shubhendu Kumar Singh" userId="461b01912b5747a3" providerId="LiveId" clId="{123257E2-2039-4D81-A3D1-C3DE1B36AB83}" dt="2024-09-12T04:03:40.784" v="4234" actId="20577"/>
          <ac:spMkLst>
            <pc:docMk/>
            <pc:sldMk cId="2479238141" sldId="397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2T05:13:23.397" v="4295" actId="478"/>
        <pc:sldMkLst>
          <pc:docMk/>
          <pc:sldMk cId="3435882729" sldId="398"/>
        </pc:sldMkLst>
        <pc:spChg chg="del">
          <ac:chgData name="Shubhendu Kumar Singh" userId="461b01912b5747a3" providerId="LiveId" clId="{123257E2-2039-4D81-A3D1-C3DE1B36AB83}" dt="2024-09-12T05:06:39.710" v="4284" actId="478"/>
          <ac:spMkLst>
            <pc:docMk/>
            <pc:sldMk cId="3435882729" sldId="39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5:06:37.262" v="4283" actId="478"/>
          <ac:spMkLst>
            <pc:docMk/>
            <pc:sldMk cId="3435882729" sldId="398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2T05:06:32.517" v="4282" actId="1076"/>
          <ac:picMkLst>
            <pc:docMk/>
            <pc:sldMk cId="3435882729" sldId="398"/>
            <ac:picMk id="3" creationId="{5E37D713-3F95-71EF-7C97-709BA1C3CE3B}"/>
          </ac:picMkLst>
        </pc:picChg>
        <pc:picChg chg="add mod">
          <ac:chgData name="Shubhendu Kumar Singh" userId="461b01912b5747a3" providerId="LiveId" clId="{123257E2-2039-4D81-A3D1-C3DE1B36AB83}" dt="2024-09-12T05:13:18.622" v="4294" actId="1076"/>
          <ac:picMkLst>
            <pc:docMk/>
            <pc:sldMk cId="3435882729" sldId="398"/>
            <ac:picMk id="4" creationId="{3BFD5698-508A-C282-D7D4-B11A991BF255}"/>
          </ac:picMkLst>
        </pc:picChg>
        <pc:picChg chg="del">
          <ac:chgData name="Shubhendu Kumar Singh" userId="461b01912b5747a3" providerId="LiveId" clId="{123257E2-2039-4D81-A3D1-C3DE1B36AB83}" dt="2024-09-12T05:05:14.830" v="4274" actId="478"/>
          <ac:picMkLst>
            <pc:docMk/>
            <pc:sldMk cId="3435882729" sldId="398"/>
            <ac:picMk id="5" creationId="{D8552DD5-49B6-915A-F7B6-126197292E2E}"/>
          </ac:picMkLst>
        </pc:picChg>
        <pc:picChg chg="add del">
          <ac:chgData name="Shubhendu Kumar Singh" userId="461b01912b5747a3" providerId="LiveId" clId="{123257E2-2039-4D81-A3D1-C3DE1B36AB83}" dt="2024-09-12T05:13:23.397" v="4295" actId="478"/>
          <ac:picMkLst>
            <pc:docMk/>
            <pc:sldMk cId="3435882729" sldId="398"/>
            <ac:picMk id="6" creationId="{7A56BE19-EEB3-9E5F-B4E9-0B043F8B6203}"/>
          </ac:picMkLst>
        </pc:picChg>
      </pc:sldChg>
      <pc:sldChg chg="addSp delSp modSp add mod modAnim">
        <pc:chgData name="Shubhendu Kumar Singh" userId="461b01912b5747a3" providerId="LiveId" clId="{123257E2-2039-4D81-A3D1-C3DE1B36AB83}" dt="2024-09-12T05:33:55.836" v="4698"/>
        <pc:sldMkLst>
          <pc:docMk/>
          <pc:sldMk cId="543621644" sldId="399"/>
        </pc:sldMkLst>
        <pc:spChg chg="mod">
          <ac:chgData name="Shubhendu Kumar Singh" userId="461b01912b5747a3" providerId="LiveId" clId="{123257E2-2039-4D81-A3D1-C3DE1B36AB83}" dt="2024-09-12T05:22:36.532" v="4528" actId="14100"/>
          <ac:spMkLst>
            <pc:docMk/>
            <pc:sldMk cId="543621644" sldId="399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30:30.054" v="4627" actId="1076"/>
          <ac:spMkLst>
            <pc:docMk/>
            <pc:sldMk cId="543621644" sldId="399"/>
            <ac:spMk id="7" creationId="{A3000740-9390-8336-DEB7-F80D741260F1}"/>
          </ac:spMkLst>
        </pc:spChg>
        <pc:spChg chg="add mod">
          <ac:chgData name="Shubhendu Kumar Singh" userId="461b01912b5747a3" providerId="LiveId" clId="{123257E2-2039-4D81-A3D1-C3DE1B36AB83}" dt="2024-09-12T05:32:30.351" v="4689" actId="1076"/>
          <ac:spMkLst>
            <pc:docMk/>
            <pc:sldMk cId="543621644" sldId="399"/>
            <ac:spMk id="10" creationId="{127BF8CF-0224-07DC-3D13-EE4A03C32A93}"/>
          </ac:spMkLst>
        </pc:spChg>
        <pc:spChg chg="add mod">
          <ac:chgData name="Shubhendu Kumar Singh" userId="461b01912b5747a3" providerId="LiveId" clId="{123257E2-2039-4D81-A3D1-C3DE1B36AB83}" dt="2024-09-12T05:31:36.979" v="4681" actId="20577"/>
          <ac:spMkLst>
            <pc:docMk/>
            <pc:sldMk cId="543621644" sldId="399"/>
            <ac:spMk id="11" creationId="{C23B8DA5-5582-2CD3-097E-2F09498439A3}"/>
          </ac:spMkLst>
        </pc:spChg>
        <pc:spChg chg="add del mod">
          <ac:chgData name="Shubhendu Kumar Singh" userId="461b01912b5747a3" providerId="LiveId" clId="{123257E2-2039-4D81-A3D1-C3DE1B36AB83}" dt="2024-09-12T05:32:35.776" v="4691" actId="478"/>
          <ac:spMkLst>
            <pc:docMk/>
            <pc:sldMk cId="543621644" sldId="399"/>
            <ac:spMk id="12" creationId="{10C21A3F-955D-46CB-9463-628B0597D913}"/>
          </ac:spMkLst>
        </pc:spChg>
        <pc:spChg chg="add mod">
          <ac:chgData name="Shubhendu Kumar Singh" userId="461b01912b5747a3" providerId="LiveId" clId="{123257E2-2039-4D81-A3D1-C3DE1B36AB83}" dt="2024-09-12T05:33:24.958" v="4697" actId="14100"/>
          <ac:spMkLst>
            <pc:docMk/>
            <pc:sldMk cId="543621644" sldId="399"/>
            <ac:spMk id="13" creationId="{29F69B4C-0AED-F144-3CCA-D7B30729B221}"/>
          </ac:spMkLst>
        </pc:spChg>
        <pc:picChg chg="mod">
          <ac:chgData name="Shubhendu Kumar Singh" userId="461b01912b5747a3" providerId="LiveId" clId="{123257E2-2039-4D81-A3D1-C3DE1B36AB83}" dt="2024-09-12T05:30:46.087" v="4632" actId="1076"/>
          <ac:picMkLst>
            <pc:docMk/>
            <pc:sldMk cId="543621644" sldId="399"/>
            <ac:picMk id="3" creationId="{8C531823-656C-A3C4-B9BB-9FE2EE1F8725}"/>
          </ac:picMkLst>
        </pc:picChg>
        <pc:picChg chg="add mod">
          <ac:chgData name="Shubhendu Kumar Singh" userId="461b01912b5747a3" providerId="LiveId" clId="{123257E2-2039-4D81-A3D1-C3DE1B36AB83}" dt="2024-09-12T05:30:50.724" v="4634" actId="1076"/>
          <ac:picMkLst>
            <pc:docMk/>
            <pc:sldMk cId="543621644" sldId="399"/>
            <ac:picMk id="4" creationId="{6F94A495-4139-0E06-E927-36E0D9A328A0}"/>
          </ac:picMkLst>
        </pc:picChg>
        <pc:picChg chg="add mod">
          <ac:chgData name="Shubhendu Kumar Singh" userId="461b01912b5747a3" providerId="LiveId" clId="{123257E2-2039-4D81-A3D1-C3DE1B36AB83}" dt="2024-09-12T05:28:36.407" v="4623" actId="14100"/>
          <ac:picMkLst>
            <pc:docMk/>
            <pc:sldMk cId="543621644" sldId="399"/>
            <ac:picMk id="5" creationId="{BAAD4E5E-70A2-32D9-805D-CA18266B80D4}"/>
          </ac:picMkLst>
        </pc:picChg>
        <pc:picChg chg="del">
          <ac:chgData name="Shubhendu Kumar Singh" userId="461b01912b5747a3" providerId="LiveId" clId="{123257E2-2039-4D81-A3D1-C3DE1B36AB83}" dt="2024-09-12T05:21:58.613" v="4464" actId="478"/>
          <ac:picMkLst>
            <pc:docMk/>
            <pc:sldMk cId="543621644" sldId="399"/>
            <ac:picMk id="6" creationId="{ACFC1C8E-C2AF-D21C-66DD-35093FEB00A4}"/>
          </ac:picMkLst>
        </pc:picChg>
        <pc:picChg chg="add del mod">
          <ac:chgData name="Shubhendu Kumar Singh" userId="461b01912b5747a3" providerId="LiveId" clId="{123257E2-2039-4D81-A3D1-C3DE1B36AB83}" dt="2024-09-12T05:27:50.228" v="4612" actId="478"/>
          <ac:picMkLst>
            <pc:docMk/>
            <pc:sldMk cId="543621644" sldId="399"/>
            <ac:picMk id="8" creationId="{9A5464C0-5E9B-7241-1EE2-B937FB004B1C}"/>
          </ac:picMkLst>
        </pc:picChg>
      </pc:sldChg>
      <pc:sldChg chg="addSp modSp add mod ord modAnim">
        <pc:chgData name="Shubhendu Kumar Singh" userId="461b01912b5747a3" providerId="LiveId" clId="{123257E2-2039-4D81-A3D1-C3DE1B36AB83}" dt="2024-09-12T05:54:13.888" v="5286" actId="20577"/>
        <pc:sldMkLst>
          <pc:docMk/>
          <pc:sldMk cId="1898871339" sldId="400"/>
        </pc:sldMkLst>
        <pc:spChg chg="mod">
          <ac:chgData name="Shubhendu Kumar Singh" userId="461b01912b5747a3" providerId="LiveId" clId="{123257E2-2039-4D81-A3D1-C3DE1B36AB83}" dt="2024-09-12T05:54:13.888" v="5286" actId="20577"/>
          <ac:spMkLst>
            <pc:docMk/>
            <pc:sldMk cId="1898871339" sldId="40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52:52.640" v="5271" actId="208"/>
          <ac:spMkLst>
            <pc:docMk/>
            <pc:sldMk cId="1898871339" sldId="400"/>
            <ac:spMk id="3" creationId="{403EF405-9E53-2416-3446-BFE8D833364F}"/>
          </ac:spMkLst>
        </pc:spChg>
        <pc:spChg chg="add mod">
          <ac:chgData name="Shubhendu Kumar Singh" userId="461b01912b5747a3" providerId="LiveId" clId="{123257E2-2039-4D81-A3D1-C3DE1B36AB83}" dt="2024-09-12T05:53:23.083" v="5274" actId="208"/>
          <ac:spMkLst>
            <pc:docMk/>
            <pc:sldMk cId="1898871339" sldId="400"/>
            <ac:spMk id="4" creationId="{61FEAA70-8613-BA28-541C-FA614F3FDE25}"/>
          </ac:spMkLst>
        </pc:spChg>
        <pc:graphicFrameChg chg="mod modGraphic">
          <ac:chgData name="Shubhendu Kumar Singh" userId="461b01912b5747a3" providerId="LiveId" clId="{123257E2-2039-4D81-A3D1-C3DE1B36AB83}" dt="2024-09-12T05:54:02.858" v="5282" actId="20577"/>
          <ac:graphicFrameMkLst>
            <pc:docMk/>
            <pc:sldMk cId="1898871339" sldId="400"/>
            <ac:graphicFrameMk id="5" creationId="{AD47E71D-9E09-EFAC-FA97-D07C2BEBA6B3}"/>
          </ac:graphicFrameMkLst>
        </pc:graphicFrameChg>
      </pc:sldChg>
      <pc:sldChg chg="modSp add mod ord modAnim">
        <pc:chgData name="Shubhendu Kumar Singh" userId="461b01912b5747a3" providerId="LiveId" clId="{123257E2-2039-4D81-A3D1-C3DE1B36AB83}" dt="2024-09-12T06:06:51.504" v="5558"/>
        <pc:sldMkLst>
          <pc:docMk/>
          <pc:sldMk cId="2451253319" sldId="401"/>
        </pc:sldMkLst>
        <pc:spChg chg="mod">
          <ac:chgData name="Shubhendu Kumar Singh" userId="461b01912b5747a3" providerId="LiveId" clId="{123257E2-2039-4D81-A3D1-C3DE1B36AB83}" dt="2024-09-12T06:05:59.476" v="5553" actId="20577"/>
          <ac:spMkLst>
            <pc:docMk/>
            <pc:sldMk cId="2451253319" sldId="401"/>
            <ac:spMk id="6" creationId="{E1213369-C061-360A-62C6-ED92D4595CCB}"/>
          </ac:spMkLst>
        </pc:sp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9/12/2024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38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91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27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059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03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5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7145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0388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791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527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19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1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561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2594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891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54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0000"/>
                </a:highlight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93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441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3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reward= - 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- 0.15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52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0.11979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0.008127366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133512.26688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365.3933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273.219536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E7908-5096-FA2B-0E47-7DBD4F4D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7" y="1169215"/>
            <a:ext cx="5799682" cy="31306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997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982A43-012D-47A3-DF02-EB534EFAD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60"/>
            <a:ext cx="5915307" cy="315752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D1220C3-7BD8-7F1D-561A-C424393AC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</p:spTree>
    <p:extLst>
      <p:ext uri="{BB962C8B-B14F-4D97-AF65-F5344CB8AC3E}">
        <p14:creationId xmlns:p14="http://schemas.microsoft.com/office/powerpoint/2010/main" val="876155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0.015582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0.1248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0.009756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387935.14324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622.844397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482.3750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0E58C6-0F48-0A4A-91A0-3758751A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6149"/>
            <a:ext cx="5911962" cy="31912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3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59DC3C-6AA3-551D-95C3-28D9974C8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55" y="1156149"/>
            <a:ext cx="581673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04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TD3 (Reward#2)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529BFF-33F1-799C-754C-9C74941D1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47" y="1214645"/>
            <a:ext cx="5352960" cy="2854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5678CC-4623-CA7D-6E57-23D8E6082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36" y="4381757"/>
            <a:ext cx="3724979" cy="1511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2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SAC (Reward#3)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SAC (Reward#3)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C45551-053F-AEE2-CEAB-1B8CB2671E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31" y="1239065"/>
            <a:ext cx="5169788" cy="2834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3A83C7-F04C-E9BE-150F-27F542100A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435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542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00FF00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0.01027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0.10134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0.00739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99679.325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315.720327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213.65674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552DD5-49B6-915A-F7B6-12619729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5" cy="315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46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E37D713-3F95-71EF-7C97-709BA1C3C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2" y="1154660"/>
            <a:ext cx="5915308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82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990379" y="490295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0.01279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0.11309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0.0080645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305240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119111. 2499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345.1249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239.8585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E187F-36F9-8AA4-9A8F-AB4A344D7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3" cy="3157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53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2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2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 TD3 Agent- Reward#3 (Look back period-1,3, &amp; 7 days)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077" y="4264283"/>
            <a:ext cx="4456205" cy="23786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F94A495-4139-0E06-E927-36E0D9A328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893" y="1197603"/>
            <a:ext cx="5288907" cy="28243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D4E5E-70A2-32D9-805D-CA18266B8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255" y="1228654"/>
            <a:ext cx="5077018" cy="27112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000740-9390-8336-DEB7-F80D741260F1}"/>
              </a:ext>
            </a:extLst>
          </p:cNvPr>
          <p:cNvSpPr txBox="1"/>
          <p:nvPr/>
        </p:nvSpPr>
        <p:spPr>
          <a:xfrm>
            <a:off x="38347" y="859322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- 1 Day, MSE: 133512.26688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7BF8CF-0224-07DC-3D13-EE4A03C32A93}"/>
              </a:ext>
            </a:extLst>
          </p:cNvPr>
          <p:cNvSpPr txBox="1"/>
          <p:nvPr/>
        </p:nvSpPr>
        <p:spPr>
          <a:xfrm>
            <a:off x="6009929" y="841189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- 3 Day, MSE: 99679.325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B8DA5-5582-2CD3-097E-2F09498439A3}"/>
              </a:ext>
            </a:extLst>
          </p:cNvPr>
          <p:cNvSpPr txBox="1"/>
          <p:nvPr/>
        </p:nvSpPr>
        <p:spPr>
          <a:xfrm>
            <a:off x="3269583" y="3948196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- 7 Day, MSE: 119111.2499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9F69B4C-0AED-F144-3CCA-D7B30729B221}"/>
              </a:ext>
            </a:extLst>
          </p:cNvPr>
          <p:cNvSpPr/>
          <p:nvPr/>
        </p:nvSpPr>
        <p:spPr>
          <a:xfrm>
            <a:off x="6000108" y="689347"/>
            <a:ext cx="5988780" cy="3295745"/>
          </a:xfrm>
          <a:prstGeom prst="round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2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Ensemble Model- Reward # 2 (</a:t>
            </a:r>
            <a:r>
              <a:rPr lang="en-US" dirty="0">
                <a:highlight>
                  <a:srgbClr val="00FF00"/>
                </a:highlight>
              </a:rPr>
              <a:t>Work in Progress</a:t>
            </a:r>
            <a:r>
              <a:rPr lang="en-US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7890DA-1192-39A5-1170-419B7AC7B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7" y="1252316"/>
            <a:ext cx="5613471" cy="2996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A12E5E-56EF-DF5D-CCE6-9AB384D55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252316"/>
            <a:ext cx="5613471" cy="2996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3F7C1A-0C7E-0321-B1E6-1343D0AD1732}"/>
              </a:ext>
            </a:extLst>
          </p:cNvPr>
          <p:cNvSpPr txBox="1"/>
          <p:nvPr/>
        </p:nvSpPr>
        <p:spPr>
          <a:xfrm>
            <a:off x="4057281" y="4680798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470201.0326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685.712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354.3675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2306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45" y="55747"/>
            <a:ext cx="12060115" cy="566195"/>
          </a:xfrm>
        </p:spPr>
        <p:txBody>
          <a:bodyPr>
            <a:noAutofit/>
          </a:bodyPr>
          <a:lstStyle/>
          <a:p>
            <a:r>
              <a:rPr lang="en-US" sz="2800" dirty="0"/>
              <a:t>Comparative Findings: PPO, TD3, SAC Agents (MSE for Rescaled Values)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61935"/>
              </p:ext>
            </p:extLst>
          </p:nvPr>
        </p:nvGraphicFramePr>
        <p:xfrm>
          <a:off x="744755" y="793673"/>
          <a:ext cx="10144916" cy="5725482"/>
        </p:xfrm>
        <a:graphic>
          <a:graphicData uri="http://schemas.openxmlformats.org/drawingml/2006/table">
            <a:tbl>
              <a:tblPr firstRow="1" bandRow="1"/>
              <a:tblGrid>
                <a:gridCol w="2536229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Mean Squared Error</a:t>
                      </a:r>
                    </a:p>
                    <a:p>
                      <a:pPr algn="ctr"/>
                      <a:r>
                        <a:rPr lang="en-US" dirty="0"/>
                        <a:t>(MSE)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Reward # 1 (Non-linear)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2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 Proximity to target)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3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(Penalty for large changes in release, look back period)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PPO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727178.62800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616214.62800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SAC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387935.14324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4886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TD3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174164.1626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5635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(1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133512.26688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(3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99679.325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( 7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119111.2499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TD3 Ensemble (Work in Progress)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470201.0326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Work in Progress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142268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03EF405-9E53-2416-3446-BFE8D833364F}"/>
              </a:ext>
            </a:extLst>
          </p:cNvPr>
          <p:cNvSpPr/>
          <p:nvPr/>
        </p:nvSpPr>
        <p:spPr>
          <a:xfrm>
            <a:off x="539100" y="4331855"/>
            <a:ext cx="10609191" cy="822036"/>
          </a:xfrm>
          <a:prstGeom prst="round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FEAA70-8613-BA28-541C-FA614F3FDE25}"/>
              </a:ext>
            </a:extLst>
          </p:cNvPr>
          <p:cNvSpPr/>
          <p:nvPr/>
        </p:nvSpPr>
        <p:spPr>
          <a:xfrm>
            <a:off x="539100" y="1921164"/>
            <a:ext cx="10609191" cy="8220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7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58877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4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Constrained)+ penalty for extreme events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– </a:t>
            </a:r>
            <a:r>
              <a:rPr lang="en-US" sz="2400" dirty="0" err="1">
                <a:solidFill>
                  <a:schemeClr val="accent2"/>
                </a:solidFill>
              </a:rPr>
              <a:t>max_release</a:t>
            </a:r>
            <a:r>
              <a:rPr lang="en-US" sz="2400" dirty="0">
                <a:solidFill>
                  <a:schemeClr val="accent2"/>
                </a:solidFill>
              </a:rPr>
              <a:t>)) +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min_release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 = -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- 0.05 * </a:t>
            </a:r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endParaRPr lang="en-US" sz="2400" dirty="0">
              <a:solidFill>
                <a:schemeClr val="accent2"/>
              </a:solidFill>
            </a:endParaRP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33987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Reward # 4  Performance Analysis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Come up with other relevant metrics for performance evaluation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5125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customXml/itemProps3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15585</TotalTime>
  <Words>1482</Words>
  <Application>Microsoft Office PowerPoint</Application>
  <PresentationFormat>Widescreen</PresentationFormat>
  <Paragraphs>296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  <vt:lpstr>Reward Functions</vt:lpstr>
      <vt:lpstr>TD3 Policy Gradient Agent - Reward #3</vt:lpstr>
      <vt:lpstr>TD3 Policy Gradient Agent - Reward #3</vt:lpstr>
      <vt:lpstr>Soft Actor-Critic (SAC) Agent - Reward #3</vt:lpstr>
      <vt:lpstr>Soft Actor-Critic (SAC) Agent - Reward #3</vt:lpstr>
      <vt:lpstr>Comparison- TD3 (Reward#2) &amp; TD3 (Reward#3)</vt:lpstr>
      <vt:lpstr>Comparison- SAC (Reward#3) &amp; TD3 (Reward#3)</vt:lpstr>
      <vt:lpstr>To do List</vt:lpstr>
      <vt:lpstr>TD3 Policy Gradient Agent - Reward #3 (3 Days of Look Back)</vt:lpstr>
      <vt:lpstr>TD3 Policy Gradient Agent - Reward #3 (3 Days of Look Back)</vt:lpstr>
      <vt:lpstr>TD3 Policy Gradient Agent - Reward #3 (7 Days of Look Back)</vt:lpstr>
      <vt:lpstr>TD3 Policy Gradient Agent - Reward #3 (7 Days of Look Back)</vt:lpstr>
      <vt:lpstr>Comparison TD3 Agent- Reward#3 (Look back period-1,3, &amp; 7 days)</vt:lpstr>
      <vt:lpstr>TD3 Ensemble Model- Reward # 2 (Work in Progress)</vt:lpstr>
      <vt:lpstr>Comparative Findings: PPO, TD3, SAC Agents (MSE for Rescaled Values)</vt:lpstr>
      <vt:lpstr>Reward Functions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549</cp:revision>
  <dcterms:created xsi:type="dcterms:W3CDTF">2021-09-26T23:34:49Z</dcterms:created>
  <dcterms:modified xsi:type="dcterms:W3CDTF">2024-09-12T06:06:59Z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
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15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2D80"/>
    <a:srgbClr val="88B967"/>
    <a:srgbClr val="FF9933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600" dt="2024-08-29T03:08:58.6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5"/>
    <p:restoredTop sz="94708"/>
  </p:normalViewPr>
  <p:slideViewPr>
    <p:cSldViewPr snapToGrid="0" snapToObjects="1">
      <p:cViewPr varScale="1">
        <p:scale>
          <a:sx n="88" d="100"/>
          <a:sy n="88" d="100"/>
        </p:scale>
        <p:origin x="53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8-29T03:11:01.333" v="2092" actId="20577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8-29T00:52:32.857" v="730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8-29T00:52:32.857" v="730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modAnim">
        <pc:chgData name="Shubhendu Kumar Singh" userId="461b01912b5747a3" providerId="LiveId" clId="{123257E2-2039-4D81-A3D1-C3DE1B36AB83}" dt="2024-08-29T01:47:36.140" v="1959" actId="20577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8-29T01:47:36.140" v="1959" actId="20577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8-29T01:48:00.846" v="1981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8-29T01:44:11.312" v="1510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8-29T01:48:00.846" v="1981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8/28/2024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822258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6973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, the outputs of which can show better correlation with the total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14992</TotalTime>
  <Words>476</Words>
  <Application>Microsoft Office PowerPoint</Application>
  <PresentationFormat>Widescreen</PresentationFormat>
  <Paragraphs>108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</vt:lpstr>
      <vt:lpstr>Proximal Policy Optimization (PPO) Agent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545</cp:revision>
  <dcterms:created xsi:type="dcterms:W3CDTF">2021-09-26T23:34:49Z</dcterms:created>
  <dcterms:modified xsi:type="dcterms:W3CDTF">2024-08-29T03:11:04Z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
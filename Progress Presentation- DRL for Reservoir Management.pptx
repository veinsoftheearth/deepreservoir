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5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78" r:id="rId13"/>
    <p:sldId id="3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2D80"/>
    <a:srgbClr val="88B967"/>
    <a:srgbClr val="FF9933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597" dt="2024-08-29T01:47:36.1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5"/>
    <p:restoredTop sz="94708"/>
  </p:normalViewPr>
  <p:slideViewPr>
    <p:cSldViewPr snapToGrid="0" snapToObjects="1">
      <p:cViewPr varScale="1">
        <p:scale>
          <a:sx n="88" d="100"/>
          <a:sy n="88" d="100"/>
        </p:scale>
        <p:origin x="53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8-29T01:48:00.846" v="1981" actId="20577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1:46:41.099" v="181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0:48:09.428" v="701" actId="20577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8T23:49:01.973" v="385" actId="20577"/>
          <ac:spMkLst>
            <pc:docMk/>
            <pc:sldMk cId="433855362" sldId="374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8T23:44:47.395" v="224" actId="1076"/>
          <ac:picMkLst>
            <pc:docMk/>
            <pc:sldMk cId="433855362" sldId="374"/>
            <ac:picMk id="3" creationId="{AFC39C98-32E9-2CDB-C6F1-377E0E7434DE}"/>
          </ac:picMkLst>
        </pc:picChg>
        <pc:picChg chg="add mod">
          <ac:chgData name="Shubhendu Kumar Singh" userId="461b01912b5747a3" providerId="LiveId" clId="{123257E2-2039-4D81-A3D1-C3DE1B36AB83}" dt="2024-08-28T23:44:01.877" v="221" actId="1076"/>
          <ac:picMkLst>
            <pc:docMk/>
            <pc:sldMk cId="433855362" sldId="374"/>
            <ac:picMk id="4" creationId="{39F6FD9B-BD36-7129-EF56-EDD4C551662C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8-29T00:52:32.857" v="730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8-29T00:52:32.857" v="730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mod">
        <pc:chgData name="Shubhendu Kumar Singh" userId="461b01912b5747a3" providerId="LiveId" clId="{123257E2-2039-4D81-A3D1-C3DE1B36AB83}" dt="2024-08-29T00:18:38.015" v="493" actId="478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modAnim">
        <pc:chgData name="Shubhendu Kumar Singh" userId="461b01912b5747a3" providerId="LiveId" clId="{123257E2-2039-4D81-A3D1-C3DE1B36AB83}" dt="2024-08-29T01:47:36.140" v="1959" actId="20577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8-29T01:47:36.140" v="1959" actId="20577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8-29T01:48:00.846" v="1981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8-29T01:44:11.312" v="1510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8-29T01:48:00.846" v="1981" actId="20577"/>
          <ac:spMkLst>
            <pc:docMk/>
            <pc:sldMk cId="543165754" sldId="381"/>
            <ac:spMk id="4" creationId="{3743D6F4-E159-B626-338E-538D886DAE09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8/28/2024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9001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822258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C39C98-32E9-2CDB-C6F1-377E0E743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94377"/>
            <a:ext cx="5936083" cy="31686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F6FD9B-BD36-7129-EF56-EDD4C5516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917" y="1194377"/>
            <a:ext cx="5870071" cy="31686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0.018177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0.1348250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320543.4814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566.1655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350.71149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C39C98-32E9-2CDB-C6F1-377E0E743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94377"/>
            <a:ext cx="5936083" cy="31686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5C7DAE-575A-26FC-FF47-E49AA68B7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917" y="1194377"/>
            <a:ext cx="5718997" cy="3148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77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6973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, the outputs of which can show better correlation with the total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2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14940</TotalTime>
  <Words>476</Words>
  <Application>Microsoft Office PowerPoint</Application>
  <PresentationFormat>Widescreen</PresentationFormat>
  <Paragraphs>108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</vt:lpstr>
      <vt:lpstr>Proximal Policy Optimization (PPO) Agent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Agents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545</cp:revision>
  <dcterms:created xsi:type="dcterms:W3CDTF">2021-09-26T23:34:49Z</dcterms:created>
  <dcterms:modified xsi:type="dcterms:W3CDTF">2024-08-29T01:48:05Z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
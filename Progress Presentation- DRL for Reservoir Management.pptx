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18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82" r:id="rId13"/>
    <p:sldId id="380" r:id="rId14"/>
    <p:sldId id="385" r:id="rId15"/>
    <p:sldId id="383" r:id="rId16"/>
    <p:sldId id="38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  <a:srgbClr val="88B967"/>
    <a:srgbClr val="522D80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614" dt="2024-09-04T06:28:49.4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5"/>
    <p:restoredTop sz="94708"/>
  </p:normalViewPr>
  <p:slideViewPr>
    <p:cSldViewPr snapToGrid="0" snapToObjects="1">
      <p:cViewPr varScale="1">
        <p:scale>
          <a:sx n="83" d="100"/>
          <a:sy n="83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9-04T06:28:49.442" v="2853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3:11:01.333" v="209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3:09:57.921" v="2039" actId="14100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9T03:11:01.333" v="2092" actId="20577"/>
          <ac:spMkLst>
            <pc:docMk/>
            <pc:sldMk cId="433855362" sldId="374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8-29T03:08:01.290" v="1991" actId="478"/>
          <ac:picMkLst>
            <pc:docMk/>
            <pc:sldMk cId="433855362" sldId="374"/>
            <ac:picMk id="3" creationId="{AFC39C98-32E9-2CDB-C6F1-377E0E7434DE}"/>
          </ac:picMkLst>
        </pc:picChg>
        <pc:picChg chg="add del mod">
          <ac:chgData name="Shubhendu Kumar Singh" userId="461b01912b5747a3" providerId="LiveId" clId="{123257E2-2039-4D81-A3D1-C3DE1B36AB83}" dt="2024-08-29T03:07:26.735" v="1982" actId="478"/>
          <ac:picMkLst>
            <pc:docMk/>
            <pc:sldMk cId="433855362" sldId="374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3:07:59.611" v="1990" actId="14100"/>
          <ac:picMkLst>
            <pc:docMk/>
            <pc:sldMk cId="433855362" sldId="374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3:08:35.281" v="1998" actId="1076"/>
          <ac:picMkLst>
            <pc:docMk/>
            <pc:sldMk cId="433855362" sldId="374"/>
            <ac:picMk id="6" creationId="{182AFB4C-6A7F-A37D-14C2-3BB1D78AF19A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8-29T00:52:32.857" v="730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8-29T00:52:32.857" v="730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del mod">
        <pc:chgData name="Shubhendu Kumar Singh" userId="461b01912b5747a3" providerId="LiveId" clId="{123257E2-2039-4D81-A3D1-C3DE1B36AB83}" dt="2024-08-29T03:08:40.581" v="2000" actId="47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modAnim modNotesTx">
        <pc:chgData name="Shubhendu Kumar Singh" userId="461b01912b5747a3" providerId="LiveId" clId="{123257E2-2039-4D81-A3D1-C3DE1B36AB83}" dt="2024-09-04T06:25:48.342" v="2827" actId="14100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15:01.346" v="2326"/>
          <ac:spMkLst>
            <pc:docMk/>
            <pc:sldMk cId="570631743" sldId="380"/>
            <ac:spMk id="3" creationId="{87A8AEB4-5080-C90C-A556-22762B707D14}"/>
          </ac:spMkLst>
        </pc:spChg>
        <pc:spChg chg="add mod">
          <ac:chgData name="Shubhendu Kumar Singh" userId="461b01912b5747a3" providerId="LiveId" clId="{123257E2-2039-4D81-A3D1-C3DE1B36AB83}" dt="2024-09-04T06:25:48.342" v="2827" actId="14100"/>
          <ac:spMkLst>
            <pc:docMk/>
            <pc:sldMk cId="570631743" sldId="380"/>
            <ac:spMk id="4" creationId="{328C5BB5-1B12-AB43-C0FA-8C4CCD8743E0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9-04T06:25:27.769" v="2824" actId="1076"/>
          <ac:spMkLst>
            <pc:docMk/>
            <pc:sldMk cId="570631743" sldId="380"/>
            <ac:spMk id="5" creationId="{462FE504-ED64-29DA-22C5-CA335F74EFB4}"/>
          </ac:spMkLst>
        </pc:spChg>
        <pc:spChg chg="add mod">
          <ac:chgData name="Shubhendu Kumar Singh" userId="461b01912b5747a3" providerId="LiveId" clId="{123257E2-2039-4D81-A3D1-C3DE1B36AB83}" dt="2024-09-04T06:25:05.619" v="2820" actId="13926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8-29T01:48:00.846" v="1981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8-29T01:44:11.312" v="1510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8-29T01:48:00.846" v="1981" actId="20577"/>
          <ac:spMkLst>
            <pc:docMk/>
            <pc:sldMk cId="543165754" sldId="381"/>
            <ac:spMk id="4" creationId="{3743D6F4-E159-B626-338E-538D886DAE09}"/>
          </ac:spMkLst>
        </pc:spChg>
      </pc:sldChg>
      <pc:sldChg chg="addSp delSp modSp add mod">
        <pc:chgData name="Shubhendu Kumar Singh" userId="461b01912b5747a3" providerId="LiveId" clId="{123257E2-2039-4D81-A3D1-C3DE1B36AB83}" dt="2024-08-29T03:09:14.005" v="2007" actId="1076"/>
        <pc:sldMkLst>
          <pc:docMk/>
          <pc:sldMk cId="3145618349" sldId="382"/>
        </pc:sldMkLst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9T03:09:14.005" v="2007" actId="1076"/>
          <ac:picMkLst>
            <pc:docMk/>
            <pc:sldMk cId="3145618349" sldId="382"/>
            <ac:picMk id="3" creationId="{1BA1B79B-0B52-1E52-2AF4-569AB91EF93E}"/>
          </ac:picMkLst>
        </pc:picChg>
        <pc:picChg chg="del">
          <ac:chgData name="Shubhendu Kumar Singh" userId="461b01912b5747a3" providerId="LiveId" clId="{123257E2-2039-4D81-A3D1-C3DE1B36AB83}" dt="2024-08-29T03:08:48.385" v="2002" actId="478"/>
          <ac:picMkLst>
            <pc:docMk/>
            <pc:sldMk cId="3145618349" sldId="382"/>
            <ac:picMk id="5" creationId="{0C129536-65FC-2701-870F-4807D2EDA6A2}"/>
          </ac:picMkLst>
        </pc:picChg>
      </pc:sldChg>
      <pc:sldChg chg="addSp delSp modSp add mod ord">
        <pc:chgData name="Shubhendu Kumar Singh" userId="461b01912b5747a3" providerId="LiveId" clId="{123257E2-2039-4D81-A3D1-C3DE1B36AB83}" dt="2024-09-04T06:28:24.151" v="2850" actId="20577"/>
        <pc:sldMkLst>
          <pc:docMk/>
          <pc:sldMk cId="1970997789" sldId="383"/>
        </pc:sldMkLst>
        <pc:spChg chg="mod">
          <ac:chgData name="Shubhendu Kumar Singh" userId="461b01912b5747a3" providerId="LiveId" clId="{123257E2-2039-4D81-A3D1-C3DE1B36AB83}" dt="2024-09-04T06:28:24.151" v="2850" actId="20577"/>
          <ac:spMkLst>
            <pc:docMk/>
            <pc:sldMk cId="1970997789" sldId="38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4T06:10:50.727" v="2169" actId="20577"/>
          <ac:spMkLst>
            <pc:docMk/>
            <pc:sldMk cId="1970997789" sldId="38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4T06:12:12.906" v="2219" actId="20577"/>
          <ac:spMkLst>
            <pc:docMk/>
            <pc:sldMk cId="1970997789" sldId="383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4T03:39:21.153" v="2109" actId="1076"/>
          <ac:picMkLst>
            <pc:docMk/>
            <pc:sldMk cId="1970997789" sldId="383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0:20.332" v="2117" actId="1076"/>
          <ac:picMkLst>
            <pc:docMk/>
            <pc:sldMk cId="1970997789" sldId="383"/>
            <ac:picMk id="4" creationId="{85B294F3-A393-6F08-59E5-C54B56CF3053}"/>
          </ac:picMkLst>
        </pc:picChg>
        <pc:picChg chg="del">
          <ac:chgData name="Shubhendu Kumar Singh" userId="461b01912b5747a3" providerId="LiveId" clId="{123257E2-2039-4D81-A3D1-C3DE1B36AB83}" dt="2024-09-04T03:38:46.704" v="2102" actId="478"/>
          <ac:picMkLst>
            <pc:docMk/>
            <pc:sldMk cId="1970997789" sldId="383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9-04T03:39:32.228" v="2110" actId="478"/>
          <ac:picMkLst>
            <pc:docMk/>
            <pc:sldMk cId="1970997789" sldId="383"/>
            <ac:picMk id="6" creationId="{182AFB4C-6A7F-A37D-14C2-3BB1D78AF19A}"/>
          </ac:picMkLst>
        </pc:picChg>
      </pc:sldChg>
      <pc:sldChg chg="addSp delSp modSp add mod">
        <pc:chgData name="Shubhendu Kumar Singh" userId="461b01912b5747a3" providerId="LiveId" clId="{123257E2-2039-4D81-A3D1-C3DE1B36AB83}" dt="2024-09-04T06:28:49.442" v="2853"/>
        <pc:sldMkLst>
          <pc:docMk/>
          <pc:sldMk cId="876155432" sldId="384"/>
        </pc:sldMkLst>
        <pc:spChg chg="del">
          <ac:chgData name="Shubhendu Kumar Singh" userId="461b01912b5747a3" providerId="LiveId" clId="{123257E2-2039-4D81-A3D1-C3DE1B36AB83}" dt="2024-09-04T06:28:30.567" v="2851" actId="478"/>
          <ac:spMkLst>
            <pc:docMk/>
            <pc:sldMk cId="876155432" sldId="38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28:36.218" v="2852" actId="478"/>
          <ac:spMkLst>
            <pc:docMk/>
            <pc:sldMk cId="876155432" sldId="384"/>
            <ac:spMk id="7" creationId="{EAD675A5-996D-03E4-989A-6958508209DD}"/>
          </ac:spMkLst>
        </pc:spChg>
        <pc:spChg chg="add mod">
          <ac:chgData name="Shubhendu Kumar Singh" userId="461b01912b5747a3" providerId="LiveId" clId="{123257E2-2039-4D81-A3D1-C3DE1B36AB83}" dt="2024-09-04T06:28:49.442" v="2853"/>
          <ac:spMkLst>
            <pc:docMk/>
            <pc:sldMk cId="876155432" sldId="384"/>
            <ac:spMk id="8" creationId="{DD1220C3-7BD8-7F1D-561A-C424393AC867}"/>
          </ac:spMkLst>
        </pc:spChg>
        <pc:spChg chg="del">
          <ac:chgData name="Shubhendu Kumar Singh" userId="461b01912b5747a3" providerId="LiveId" clId="{123257E2-2039-4D81-A3D1-C3DE1B36AB83}" dt="2024-09-04T03:41:24.636" v="2129" actId="478"/>
          <ac:spMkLst>
            <pc:docMk/>
            <pc:sldMk cId="876155432" sldId="384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4T03:41:21.529" v="2128" actId="478"/>
          <ac:spMkLst>
            <pc:docMk/>
            <pc:sldMk cId="876155432" sldId="384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04T03:40:37.850" v="2120" actId="478"/>
          <ac:picMkLst>
            <pc:docMk/>
            <pc:sldMk cId="876155432" sldId="384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1:13.598" v="2127" actId="1076"/>
          <ac:picMkLst>
            <pc:docMk/>
            <pc:sldMk cId="876155432" sldId="384"/>
            <ac:picMk id="5" creationId="{B0982A43-012D-47A3-DF02-EB534EFAD494}"/>
          </ac:picMkLst>
        </pc:picChg>
      </pc:sldChg>
      <pc:sldChg chg="add del ord">
        <pc:chgData name="Shubhendu Kumar Singh" userId="461b01912b5747a3" providerId="LiveId" clId="{123257E2-2039-4D81-A3D1-C3DE1B36AB83}" dt="2024-09-04T03:40:29.924" v="2118" actId="47"/>
        <pc:sldMkLst>
          <pc:docMk/>
          <pc:sldMk cId="4138892493" sldId="384"/>
        </pc:sldMkLst>
      </pc:sldChg>
      <pc:sldChg chg="delSp modSp add mod ord">
        <pc:chgData name="Shubhendu Kumar Singh" userId="461b01912b5747a3" providerId="LiveId" clId="{123257E2-2039-4D81-A3D1-C3DE1B36AB83}" dt="2024-09-04T06:27:15.297" v="2835" actId="20577"/>
        <pc:sldMkLst>
          <pc:docMk/>
          <pc:sldMk cId="3425223204" sldId="385"/>
        </pc:sldMkLst>
        <pc:spChg chg="del mod">
          <ac:chgData name="Shubhendu Kumar Singh" userId="461b01912b5747a3" providerId="LiveId" clId="{123257E2-2039-4D81-A3D1-C3DE1B36AB83}" dt="2024-09-04T06:17:19.851" v="2343" actId="478"/>
          <ac:spMkLst>
            <pc:docMk/>
            <pc:sldMk cId="3425223204" sldId="385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04T06:27:15.297" v="2835" actId="20577"/>
          <ac:spMkLst>
            <pc:docMk/>
            <pc:sldMk cId="3425223204" sldId="385"/>
            <ac:spMk id="4" creationId="{3743D6F4-E159-B626-338E-538D886DAE09}"/>
          </ac:spMkLst>
        </pc:sp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9/3/2024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a bit relaxed initially. Be more permissible. Start with some moderate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4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a bit relaxed initially. Be more permissible. Start with some moderate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7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916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22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51890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4A1F8D9-BA3A-0EF1-909C-01F89C250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0.01685166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0.1298139501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174164.1626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417.3298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301.518662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29536-65FC-2701-870F-4807D2ED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" y="1156191"/>
            <a:ext cx="5930265" cy="3206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1B79B-0B52-1E52-2AF4-569AB91EF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18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29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0000"/>
                </a:highlight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, the outputs of which can show better correlation with the total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441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3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reward= - 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- 0.15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25223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0.11979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0.008127366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133512.26688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365.3933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273.219536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3E7908-5096-FA2B-0E47-7DBD4F4D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7" y="1169215"/>
            <a:ext cx="5799682" cy="31306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997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982A43-012D-47A3-DF02-EB534EFAD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54660"/>
            <a:ext cx="5915307" cy="315752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D1220C3-7BD8-7F1D-561A-C424393AC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</p:spTree>
    <p:extLst>
      <p:ext uri="{BB962C8B-B14F-4D97-AF65-F5344CB8AC3E}">
        <p14:creationId xmlns:p14="http://schemas.microsoft.com/office/powerpoint/2010/main" val="876155432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15216</TotalTime>
  <Words>691</Words>
  <Application>Microsoft Office PowerPoint</Application>
  <PresentationFormat>Widescreen</PresentationFormat>
  <Paragraphs>141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Agent: Non-Linear Reward</vt:lpstr>
      <vt:lpstr>Proximal Policy Optimization (PPO) Agent: Non-Linear Reward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</vt:lpstr>
      <vt:lpstr>To do List</vt:lpstr>
      <vt:lpstr>Reward Functions</vt:lpstr>
      <vt:lpstr>TD3 Policy Gradient Agent - Reward #3</vt:lpstr>
      <vt:lpstr>TD3 Policy Gradient Agent - Reward #3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549</cp:revision>
  <dcterms:created xsi:type="dcterms:W3CDTF">2021-09-26T23:34:49Z</dcterms:created>
  <dcterms:modified xsi:type="dcterms:W3CDTF">2024-09-04T06:28:55Z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
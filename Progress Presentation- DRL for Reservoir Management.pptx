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23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82" r:id="rId13"/>
    <p:sldId id="388" r:id="rId14"/>
    <p:sldId id="385" r:id="rId15"/>
    <p:sldId id="383" r:id="rId16"/>
    <p:sldId id="384" r:id="rId17"/>
    <p:sldId id="386" r:id="rId18"/>
    <p:sldId id="389" r:id="rId19"/>
    <p:sldId id="390" r:id="rId20"/>
    <p:sldId id="391" r:id="rId21"/>
    <p:sldId id="38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  <a:srgbClr val="88B967"/>
    <a:srgbClr val="522D80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958" dt="2024-09-05T07:13:15.6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5"/>
    <p:restoredTop sz="94708"/>
  </p:normalViewPr>
  <p:slideViewPr>
    <p:cSldViewPr snapToGrid="0" snapToObjects="1">
      <p:cViewPr varScale="1">
        <p:scale>
          <a:sx n="83" d="100"/>
          <a:sy n="83" d="100"/>
        </p:scale>
        <p:origin x="725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9-05T07:13:25.863" v="3716" actId="1076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3:11:01.333" v="209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3:09:57.921" v="2039" actId="14100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9T03:11:01.333" v="2092" actId="20577"/>
          <ac:spMkLst>
            <pc:docMk/>
            <pc:sldMk cId="433855362" sldId="374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8-29T03:08:01.290" v="1991" actId="478"/>
          <ac:picMkLst>
            <pc:docMk/>
            <pc:sldMk cId="433855362" sldId="374"/>
            <ac:picMk id="3" creationId="{AFC39C98-32E9-2CDB-C6F1-377E0E7434DE}"/>
          </ac:picMkLst>
        </pc:picChg>
        <pc:picChg chg="add del mod">
          <ac:chgData name="Shubhendu Kumar Singh" userId="461b01912b5747a3" providerId="LiveId" clId="{123257E2-2039-4D81-A3D1-C3DE1B36AB83}" dt="2024-08-29T03:07:26.735" v="1982" actId="478"/>
          <ac:picMkLst>
            <pc:docMk/>
            <pc:sldMk cId="433855362" sldId="374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3:07:59.611" v="1990" actId="14100"/>
          <ac:picMkLst>
            <pc:docMk/>
            <pc:sldMk cId="433855362" sldId="374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3:08:35.281" v="1998" actId="1076"/>
          <ac:picMkLst>
            <pc:docMk/>
            <pc:sldMk cId="433855362" sldId="374"/>
            <ac:picMk id="6" creationId="{182AFB4C-6A7F-A37D-14C2-3BB1D78AF19A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9-05T01:30:12.680" v="2949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9-05T01:30:12.680" v="2949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del mod">
        <pc:chgData name="Shubhendu Kumar Singh" userId="461b01912b5747a3" providerId="LiveId" clId="{123257E2-2039-4D81-A3D1-C3DE1B36AB83}" dt="2024-08-29T03:08:40.581" v="2000" actId="47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ord modAnim modNotesTx">
        <pc:chgData name="Shubhendu Kumar Singh" userId="461b01912b5747a3" providerId="LiveId" clId="{123257E2-2039-4D81-A3D1-C3DE1B36AB83}" dt="2024-09-05T04:12:02.755" v="3381" actId="20577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15:01.346" v="2326"/>
          <ac:spMkLst>
            <pc:docMk/>
            <pc:sldMk cId="570631743" sldId="380"/>
            <ac:spMk id="3" creationId="{87A8AEB4-5080-C90C-A556-22762B707D14}"/>
          </ac:spMkLst>
        </pc:spChg>
        <pc:spChg chg="add mod">
          <ac:chgData name="Shubhendu Kumar Singh" userId="461b01912b5747a3" providerId="LiveId" clId="{123257E2-2039-4D81-A3D1-C3DE1B36AB83}" dt="2024-09-04T06:25:48.342" v="2827" actId="14100"/>
          <ac:spMkLst>
            <pc:docMk/>
            <pc:sldMk cId="570631743" sldId="380"/>
            <ac:spMk id="4" creationId="{328C5BB5-1B12-AB43-C0FA-8C4CCD8743E0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9-04T06:25:27.769" v="2824" actId="1076"/>
          <ac:spMkLst>
            <pc:docMk/>
            <pc:sldMk cId="570631743" sldId="380"/>
            <ac:spMk id="5" creationId="{462FE504-ED64-29DA-22C5-CA335F74EFB4}"/>
          </ac:spMkLst>
        </pc:spChg>
        <pc:spChg chg="add mod">
          <ac:chgData name="Shubhendu Kumar Singh" userId="461b01912b5747a3" providerId="LiveId" clId="{123257E2-2039-4D81-A3D1-C3DE1B36AB83}" dt="2024-09-05T04:12:02.755" v="3381" actId="20577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8-29T01:48:00.846" v="1981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8-29T01:44:11.312" v="1510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8-29T01:48:00.846" v="1981" actId="20577"/>
          <ac:spMkLst>
            <pc:docMk/>
            <pc:sldMk cId="543165754" sldId="381"/>
            <ac:spMk id="4" creationId="{3743D6F4-E159-B626-338E-538D886DAE09}"/>
          </ac:spMkLst>
        </pc:spChg>
      </pc:sldChg>
      <pc:sldChg chg="addSp delSp modSp add mod">
        <pc:chgData name="Shubhendu Kumar Singh" userId="461b01912b5747a3" providerId="LiveId" clId="{123257E2-2039-4D81-A3D1-C3DE1B36AB83}" dt="2024-08-29T03:09:14.005" v="2007" actId="1076"/>
        <pc:sldMkLst>
          <pc:docMk/>
          <pc:sldMk cId="3145618349" sldId="382"/>
        </pc:sldMkLst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9T03:09:14.005" v="2007" actId="1076"/>
          <ac:picMkLst>
            <pc:docMk/>
            <pc:sldMk cId="3145618349" sldId="382"/>
            <ac:picMk id="3" creationId="{1BA1B79B-0B52-1E52-2AF4-569AB91EF93E}"/>
          </ac:picMkLst>
        </pc:picChg>
        <pc:picChg chg="del">
          <ac:chgData name="Shubhendu Kumar Singh" userId="461b01912b5747a3" providerId="LiveId" clId="{123257E2-2039-4D81-A3D1-C3DE1B36AB83}" dt="2024-08-29T03:08:48.385" v="2002" actId="478"/>
          <ac:picMkLst>
            <pc:docMk/>
            <pc:sldMk cId="3145618349" sldId="382"/>
            <ac:picMk id="5" creationId="{0C129536-65FC-2701-870F-4807D2EDA6A2}"/>
          </ac:picMkLst>
        </pc:picChg>
      </pc:sldChg>
      <pc:sldChg chg="addSp delSp modSp add mod ord">
        <pc:chgData name="Shubhendu Kumar Singh" userId="461b01912b5747a3" providerId="LiveId" clId="{123257E2-2039-4D81-A3D1-C3DE1B36AB83}" dt="2024-09-04T06:28:24.151" v="2850" actId="20577"/>
        <pc:sldMkLst>
          <pc:docMk/>
          <pc:sldMk cId="1970997789" sldId="383"/>
        </pc:sldMkLst>
        <pc:spChg chg="mod">
          <ac:chgData name="Shubhendu Kumar Singh" userId="461b01912b5747a3" providerId="LiveId" clId="{123257E2-2039-4D81-A3D1-C3DE1B36AB83}" dt="2024-09-04T06:28:24.151" v="2850" actId="20577"/>
          <ac:spMkLst>
            <pc:docMk/>
            <pc:sldMk cId="1970997789" sldId="38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4T06:10:50.727" v="2169" actId="20577"/>
          <ac:spMkLst>
            <pc:docMk/>
            <pc:sldMk cId="1970997789" sldId="38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4T06:12:12.906" v="2219" actId="20577"/>
          <ac:spMkLst>
            <pc:docMk/>
            <pc:sldMk cId="1970997789" sldId="383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4T03:39:21.153" v="2109" actId="1076"/>
          <ac:picMkLst>
            <pc:docMk/>
            <pc:sldMk cId="1970997789" sldId="383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0:20.332" v="2117" actId="1076"/>
          <ac:picMkLst>
            <pc:docMk/>
            <pc:sldMk cId="1970997789" sldId="383"/>
            <ac:picMk id="4" creationId="{85B294F3-A393-6F08-59E5-C54B56CF3053}"/>
          </ac:picMkLst>
        </pc:picChg>
        <pc:picChg chg="del">
          <ac:chgData name="Shubhendu Kumar Singh" userId="461b01912b5747a3" providerId="LiveId" clId="{123257E2-2039-4D81-A3D1-C3DE1B36AB83}" dt="2024-09-04T03:38:46.704" v="2102" actId="478"/>
          <ac:picMkLst>
            <pc:docMk/>
            <pc:sldMk cId="1970997789" sldId="383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9-04T03:39:32.228" v="2110" actId="478"/>
          <ac:picMkLst>
            <pc:docMk/>
            <pc:sldMk cId="1970997789" sldId="383"/>
            <ac:picMk id="6" creationId="{182AFB4C-6A7F-A37D-14C2-3BB1D78AF19A}"/>
          </ac:picMkLst>
        </pc:picChg>
      </pc:sldChg>
      <pc:sldChg chg="addSp delSp modSp add mod">
        <pc:chgData name="Shubhendu Kumar Singh" userId="461b01912b5747a3" providerId="LiveId" clId="{123257E2-2039-4D81-A3D1-C3DE1B36AB83}" dt="2024-09-04T06:28:49.442" v="2853"/>
        <pc:sldMkLst>
          <pc:docMk/>
          <pc:sldMk cId="876155432" sldId="384"/>
        </pc:sldMkLst>
        <pc:spChg chg="del">
          <ac:chgData name="Shubhendu Kumar Singh" userId="461b01912b5747a3" providerId="LiveId" clId="{123257E2-2039-4D81-A3D1-C3DE1B36AB83}" dt="2024-09-04T06:28:30.567" v="2851" actId="478"/>
          <ac:spMkLst>
            <pc:docMk/>
            <pc:sldMk cId="876155432" sldId="38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28:36.218" v="2852" actId="478"/>
          <ac:spMkLst>
            <pc:docMk/>
            <pc:sldMk cId="876155432" sldId="384"/>
            <ac:spMk id="7" creationId="{EAD675A5-996D-03E4-989A-6958508209DD}"/>
          </ac:spMkLst>
        </pc:spChg>
        <pc:spChg chg="add mod">
          <ac:chgData name="Shubhendu Kumar Singh" userId="461b01912b5747a3" providerId="LiveId" clId="{123257E2-2039-4D81-A3D1-C3DE1B36AB83}" dt="2024-09-04T06:28:49.442" v="2853"/>
          <ac:spMkLst>
            <pc:docMk/>
            <pc:sldMk cId="876155432" sldId="384"/>
            <ac:spMk id="8" creationId="{DD1220C3-7BD8-7F1D-561A-C424393AC867}"/>
          </ac:spMkLst>
        </pc:spChg>
        <pc:spChg chg="del">
          <ac:chgData name="Shubhendu Kumar Singh" userId="461b01912b5747a3" providerId="LiveId" clId="{123257E2-2039-4D81-A3D1-C3DE1B36AB83}" dt="2024-09-04T03:41:24.636" v="2129" actId="478"/>
          <ac:spMkLst>
            <pc:docMk/>
            <pc:sldMk cId="876155432" sldId="384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4T03:41:21.529" v="2128" actId="478"/>
          <ac:spMkLst>
            <pc:docMk/>
            <pc:sldMk cId="876155432" sldId="384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04T03:40:37.850" v="2120" actId="478"/>
          <ac:picMkLst>
            <pc:docMk/>
            <pc:sldMk cId="876155432" sldId="384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1:13.598" v="2127" actId="1076"/>
          <ac:picMkLst>
            <pc:docMk/>
            <pc:sldMk cId="876155432" sldId="384"/>
            <ac:picMk id="5" creationId="{B0982A43-012D-47A3-DF02-EB534EFAD494}"/>
          </ac:picMkLst>
        </pc:picChg>
      </pc:sldChg>
      <pc:sldChg chg="add del ord">
        <pc:chgData name="Shubhendu Kumar Singh" userId="461b01912b5747a3" providerId="LiveId" clId="{123257E2-2039-4D81-A3D1-C3DE1B36AB83}" dt="2024-09-04T03:40:29.924" v="2118" actId="47"/>
        <pc:sldMkLst>
          <pc:docMk/>
          <pc:sldMk cId="4138892493" sldId="384"/>
        </pc:sldMkLst>
      </pc:sldChg>
      <pc:sldChg chg="delSp modSp add mod ord modNotesTx">
        <pc:chgData name="Shubhendu Kumar Singh" userId="461b01912b5747a3" providerId="LiveId" clId="{123257E2-2039-4D81-A3D1-C3DE1B36AB83}" dt="2024-09-04T20:27:38.248" v="2854" actId="6549"/>
        <pc:sldMkLst>
          <pc:docMk/>
          <pc:sldMk cId="3425223204" sldId="385"/>
        </pc:sldMkLst>
        <pc:spChg chg="del mod">
          <ac:chgData name="Shubhendu Kumar Singh" userId="461b01912b5747a3" providerId="LiveId" clId="{123257E2-2039-4D81-A3D1-C3DE1B36AB83}" dt="2024-09-04T06:17:19.851" v="2343" actId="478"/>
          <ac:spMkLst>
            <pc:docMk/>
            <pc:sldMk cId="3425223204" sldId="385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04T06:27:15.297" v="2835" actId="20577"/>
          <ac:spMkLst>
            <pc:docMk/>
            <pc:sldMk cId="3425223204" sldId="385"/>
            <ac:spMk id="4" creationId="{3743D6F4-E159-B626-338E-538D886DAE09}"/>
          </ac:spMkLst>
        </pc:spChg>
      </pc:sldChg>
      <pc:sldChg chg="addSp delSp modSp add mod ord">
        <pc:chgData name="Shubhendu Kumar Singh" userId="461b01912b5747a3" providerId="LiveId" clId="{123257E2-2039-4D81-A3D1-C3DE1B36AB83}" dt="2024-09-05T06:57:10.902" v="3467" actId="20577"/>
        <pc:sldMkLst>
          <pc:docMk/>
          <pc:sldMk cId="711533023" sldId="386"/>
        </pc:sldMkLst>
        <pc:spChg chg="mod">
          <ac:chgData name="Shubhendu Kumar Singh" userId="461b01912b5747a3" providerId="LiveId" clId="{123257E2-2039-4D81-A3D1-C3DE1B36AB83}" dt="2024-09-05T00:00:16.553" v="2885" actId="20577"/>
          <ac:spMkLst>
            <pc:docMk/>
            <pc:sldMk cId="711533023" sldId="38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6:56:07.759" v="3422" actId="20577"/>
          <ac:spMkLst>
            <pc:docMk/>
            <pc:sldMk cId="711533023" sldId="38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5T06:57:10.902" v="3467" actId="20577"/>
          <ac:spMkLst>
            <pc:docMk/>
            <pc:sldMk cId="711533023" sldId="386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9-05T06:53:26.847" v="3382" actId="478"/>
          <ac:picMkLst>
            <pc:docMk/>
            <pc:sldMk cId="711533023" sldId="386"/>
            <ac:picMk id="3" creationId="{1939C686-81DA-B6BF-B596-6C3F844F5201}"/>
          </ac:picMkLst>
        </pc:picChg>
        <pc:picChg chg="del">
          <ac:chgData name="Shubhendu Kumar Singh" userId="461b01912b5747a3" providerId="LiveId" clId="{123257E2-2039-4D81-A3D1-C3DE1B36AB83}" dt="2024-09-05T00:00:59.412" v="2886" actId="478"/>
          <ac:picMkLst>
            <pc:docMk/>
            <pc:sldMk cId="711533023" sldId="386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5T06:53:54.716" v="3391" actId="14100"/>
          <ac:picMkLst>
            <pc:docMk/>
            <pc:sldMk cId="711533023" sldId="386"/>
            <ac:picMk id="4" creationId="{760E58C6-0F48-0A4A-91A0-3758751A0A40}"/>
          </ac:picMkLst>
        </pc:picChg>
        <pc:picChg chg="del">
          <ac:chgData name="Shubhendu Kumar Singh" userId="461b01912b5747a3" providerId="LiveId" clId="{123257E2-2039-4D81-A3D1-C3DE1B36AB83}" dt="2024-09-05T00:02:13.887" v="2894" actId="478"/>
          <ac:picMkLst>
            <pc:docMk/>
            <pc:sldMk cId="711533023" sldId="38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05T03:55:52.185" v="3100" actId="14100"/>
          <ac:picMkLst>
            <pc:docMk/>
            <pc:sldMk cId="711533023" sldId="386"/>
            <ac:picMk id="4" creationId="{A9010506-7884-BD4B-10E2-45DF842F6B3A}"/>
          </ac:picMkLst>
        </pc:picChg>
        <pc:picChg chg="add del mod">
          <ac:chgData name="Shubhendu Kumar Singh" userId="461b01912b5747a3" providerId="LiveId" clId="{123257E2-2039-4D81-A3D1-C3DE1B36AB83}" dt="2024-09-05T03:51:46.032" v="3059" actId="478"/>
          <ac:picMkLst>
            <pc:docMk/>
            <pc:sldMk cId="711533023" sldId="386"/>
            <ac:picMk id="5" creationId="{33F4BA87-270A-BEAE-76C5-C82360B4E144}"/>
          </ac:picMkLst>
        </pc:picChg>
        <pc:picChg chg="add mod">
          <ac:chgData name="Shubhendu Kumar Singh" userId="461b01912b5747a3" providerId="LiveId" clId="{123257E2-2039-4D81-A3D1-C3DE1B36AB83}" dt="2024-09-05T06:54:39.006" v="3398" actId="1076"/>
          <ac:picMkLst>
            <pc:docMk/>
            <pc:sldMk cId="711533023" sldId="386"/>
            <ac:picMk id="5" creationId="{CF9597AA-580D-F4F5-463F-D87F3A7282C1}"/>
          </ac:picMkLst>
        </pc:picChg>
        <pc:picChg chg="add del mod">
          <ac:chgData name="Shubhendu Kumar Singh" userId="461b01912b5747a3" providerId="LiveId" clId="{123257E2-2039-4D81-A3D1-C3DE1B36AB83}" dt="2024-09-05T06:54:00.078" v="3392" actId="478"/>
          <ac:picMkLst>
            <pc:docMk/>
            <pc:sldMk cId="711533023" sldId="386"/>
            <ac:picMk id="6" creationId="{0428EF84-5DD0-9223-1DD2-546BAB00751C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3:55:36.002" v="3094" actId="2890"/>
        <pc:sldMkLst>
          <pc:docMk/>
          <pc:sldMk cId="2826937322" sldId="387"/>
        </pc:sldMkLst>
        <pc:spChg chg="add del">
          <ac:chgData name="Shubhendu Kumar Singh" userId="461b01912b5747a3" providerId="LiveId" clId="{123257E2-2039-4D81-A3D1-C3DE1B36AB83}" dt="2024-09-05T03:55:24.592" v="3085" actId="478"/>
          <ac:spMkLst>
            <pc:docMk/>
            <pc:sldMk cId="2826937322" sldId="387"/>
            <ac:spMk id="10" creationId="{6277AB85-5785-BE76-0B88-2D2D5EBB08FB}"/>
          </ac:spMkLst>
        </pc:spChg>
        <pc:spChg chg="add del">
          <ac:chgData name="Shubhendu Kumar Singh" userId="461b01912b5747a3" providerId="LiveId" clId="{123257E2-2039-4D81-A3D1-C3DE1B36AB83}" dt="2024-09-05T03:55:23.326" v="3084" actId="478"/>
          <ac:spMkLst>
            <pc:docMk/>
            <pc:sldMk cId="2826937322" sldId="387"/>
            <ac:spMk id="11" creationId="{CCBBCE40-1B85-8519-0B4B-D5170B457515}"/>
          </ac:spMkLst>
        </pc:spChg>
        <pc:picChg chg="add del">
          <ac:chgData name="Shubhendu Kumar Singh" userId="461b01912b5747a3" providerId="LiveId" clId="{123257E2-2039-4D81-A3D1-C3DE1B36AB83}" dt="2024-09-05T03:55:33.556" v="3093" actId="478"/>
          <ac:picMkLst>
            <pc:docMk/>
            <pc:sldMk cId="2826937322" sldId="387"/>
            <ac:picMk id="3" creationId="{1939C686-81DA-B6BF-B596-6C3F844F5201}"/>
          </ac:picMkLst>
        </pc:picChg>
        <pc:picChg chg="add mod">
          <ac:chgData name="Shubhendu Kumar Singh" userId="461b01912b5747a3" providerId="LiveId" clId="{123257E2-2039-4D81-A3D1-C3DE1B36AB83}" dt="2024-09-05T03:55:32.211" v="3092" actId="1076"/>
          <ac:picMkLst>
            <pc:docMk/>
            <pc:sldMk cId="2826937322" sldId="387"/>
            <ac:picMk id="5" creationId="{DD008892-5ACD-A8F4-D805-B18DF10535CD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6:54:45.328" v="3399" actId="47"/>
        <pc:sldMkLst>
          <pc:docMk/>
          <pc:sldMk cId="3262582264" sldId="387"/>
        </pc:sldMkLst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0:03:52.578" v="2910" actId="1076"/>
          <ac:picMkLst>
            <pc:docMk/>
            <pc:sldMk cId="3262582264" sldId="387"/>
            <ac:picMk id="3" creationId="{5B22234A-2F3F-A37B-131D-FE114F29BA78}"/>
          </ac:picMkLst>
        </pc:picChg>
        <pc:picChg chg="del">
          <ac:chgData name="Shubhendu Kumar Singh" userId="461b01912b5747a3" providerId="LiveId" clId="{123257E2-2039-4D81-A3D1-C3DE1B36AB83}" dt="2024-09-05T00:02:53.024" v="2903" actId="478"/>
          <ac:picMkLst>
            <pc:docMk/>
            <pc:sldMk cId="3262582264" sldId="387"/>
            <ac:picMk id="5" creationId="{33F4BA87-270A-BEAE-76C5-C82360B4E144}"/>
          </ac:picMkLst>
        </pc:picChg>
      </pc:sldChg>
      <pc:sldChg chg="modSp add ord modAnim">
        <pc:chgData name="Shubhendu Kumar Singh" userId="461b01912b5747a3" providerId="LiveId" clId="{123257E2-2039-4D81-A3D1-C3DE1B36AB83}" dt="2024-09-05T04:11:31.567" v="3360" actId="20577"/>
        <pc:sldMkLst>
          <pc:docMk/>
          <pc:sldMk cId="2289381446" sldId="388"/>
        </pc:sldMkLst>
        <pc:spChg chg="mod">
          <ac:chgData name="Shubhendu Kumar Singh" userId="461b01912b5747a3" providerId="LiveId" clId="{123257E2-2039-4D81-A3D1-C3DE1B36AB83}" dt="2024-09-05T04:11:31.567" v="3360" actId="20577"/>
          <ac:spMkLst>
            <pc:docMk/>
            <pc:sldMk cId="2289381446" sldId="388"/>
            <ac:spMk id="6" creationId="{E1213369-C061-360A-62C6-ED92D4595CCB}"/>
          </ac:spMkLst>
        </pc:spChg>
      </pc:sldChg>
      <pc:sldChg chg="delSp modSp add del mod ord modAnim">
        <pc:chgData name="Shubhendu Kumar Singh" userId="461b01912b5747a3" providerId="LiveId" clId="{123257E2-2039-4D81-A3D1-C3DE1B36AB83}" dt="2024-09-05T04:03:07.144" v="3178" actId="47"/>
        <pc:sldMkLst>
          <pc:docMk/>
          <pc:sldMk cId="2397749354" sldId="388"/>
        </pc:sldMkLst>
        <pc:spChg chg="mod">
          <ac:chgData name="Shubhendu Kumar Singh" userId="461b01912b5747a3" providerId="LiveId" clId="{123257E2-2039-4D81-A3D1-C3DE1B36AB83}" dt="2024-09-05T04:02:25.003" v="3175" actId="1076"/>
          <ac:spMkLst>
            <pc:docMk/>
            <pc:sldMk cId="2397749354" sldId="388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4" creationId="{328C5BB5-1B12-AB43-C0FA-8C4CCD8743E0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5" creationId="{462FE504-ED64-29DA-22C5-CA335F74EFB4}"/>
          </ac:spMkLst>
        </pc:spChg>
        <pc:spChg chg="mod">
          <ac:chgData name="Shubhendu Kumar Singh" userId="461b01912b5747a3" providerId="LiveId" clId="{123257E2-2039-4D81-A3D1-C3DE1B36AB83}" dt="2024-09-05T04:01:57.480" v="3171" actId="13926"/>
          <ac:spMkLst>
            <pc:docMk/>
            <pc:sldMk cId="2397749354" sldId="388"/>
            <ac:spMk id="6" creationId="{E1213369-C061-360A-62C6-ED92D4595CCB}"/>
          </ac:spMkLst>
        </pc:spChg>
      </pc:sldChg>
      <pc:sldChg chg="addSp delSp modSp add mod">
        <pc:chgData name="Shubhendu Kumar Singh" userId="461b01912b5747a3" providerId="LiveId" clId="{123257E2-2039-4D81-A3D1-C3DE1B36AB83}" dt="2024-09-05T06:55:32.709" v="3410" actId="478"/>
        <pc:sldMkLst>
          <pc:docMk/>
          <pc:sldMk cId="3287042813" sldId="389"/>
        </pc:sldMkLst>
        <pc:spChg chg="del">
          <ac:chgData name="Shubhendu Kumar Singh" userId="461b01912b5747a3" providerId="LiveId" clId="{123257E2-2039-4D81-A3D1-C3DE1B36AB83}" dt="2024-09-05T06:55:29.931" v="3409" actId="478"/>
          <ac:spMkLst>
            <pc:docMk/>
            <pc:sldMk cId="3287042813" sldId="389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6:55:32.709" v="3410" actId="478"/>
          <ac:spMkLst>
            <pc:docMk/>
            <pc:sldMk cId="3287042813" sldId="389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6:55:27.547" v="3408" actId="14100"/>
          <ac:picMkLst>
            <pc:docMk/>
            <pc:sldMk cId="3287042813" sldId="389"/>
            <ac:picMk id="3" creationId="{9859DC3C-6AA3-551D-95C3-28D9974C8528}"/>
          </ac:picMkLst>
        </pc:picChg>
        <pc:picChg chg="del">
          <ac:chgData name="Shubhendu Kumar Singh" userId="461b01912b5747a3" providerId="LiveId" clId="{123257E2-2039-4D81-A3D1-C3DE1B36AB83}" dt="2024-09-05T06:54:52.928" v="3401" actId="478"/>
          <ac:picMkLst>
            <pc:docMk/>
            <pc:sldMk cId="3287042813" sldId="389"/>
            <ac:picMk id="4" creationId="{760E58C6-0F48-0A4A-91A0-3758751A0A40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1:09.629" v="3674" actId="1076"/>
        <pc:sldMkLst>
          <pc:docMk/>
          <pc:sldMk cId="347521997" sldId="390"/>
        </pc:sldMkLst>
        <pc:spChg chg="mod">
          <ac:chgData name="Shubhendu Kumar Singh" userId="461b01912b5747a3" providerId="LiveId" clId="{123257E2-2039-4D81-A3D1-C3DE1B36AB83}" dt="2024-09-05T07:09:06.998" v="3658" actId="20577"/>
          <ac:spMkLst>
            <pc:docMk/>
            <pc:sldMk cId="347521997" sldId="39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05T07:10:13.196" v="3669" actId="1076"/>
          <ac:spMkLst>
            <pc:docMk/>
            <pc:sldMk cId="347521997" sldId="390"/>
            <ac:spMk id="8" creationId="{D4C917A0-5059-A764-08CB-7187C2A2050B}"/>
          </ac:spMkLst>
        </pc:spChg>
        <pc:spChg chg="add mod">
          <ac:chgData name="Shubhendu Kumar Singh" userId="461b01912b5747a3" providerId="LiveId" clId="{123257E2-2039-4D81-A3D1-C3DE1B36AB83}" dt="2024-09-05T07:10:18.873" v="3670" actId="1076"/>
          <ac:spMkLst>
            <pc:docMk/>
            <pc:sldMk cId="347521997" sldId="390"/>
            <ac:spMk id="10" creationId="{D3BBB52A-FBF0-890E-55A4-E79C484612B7}"/>
          </ac:spMkLst>
        </pc:spChg>
        <pc:spChg chg="add del mod">
          <ac:chgData name="Shubhendu Kumar Singh" userId="461b01912b5747a3" providerId="LiveId" clId="{123257E2-2039-4D81-A3D1-C3DE1B36AB83}" dt="2024-09-05T07:08:53.805" v="3652" actId="478"/>
          <ac:spMkLst>
            <pc:docMk/>
            <pc:sldMk cId="347521997" sldId="390"/>
            <ac:spMk id="11" creationId="{6EE75676-E35D-D33B-4C21-CFEF2A658321}"/>
          </ac:spMkLst>
        </pc:spChg>
        <pc:picChg chg="del">
          <ac:chgData name="Shubhendu Kumar Singh" userId="461b01912b5747a3" providerId="LiveId" clId="{123257E2-2039-4D81-A3D1-C3DE1B36AB83}" dt="2024-09-05T06:58:13.061" v="3526" actId="478"/>
          <ac:picMkLst>
            <pc:docMk/>
            <pc:sldMk cId="347521997" sldId="390"/>
            <ac:picMk id="3" creationId="{9859DC3C-6AA3-551D-95C3-28D9974C8528}"/>
          </ac:picMkLst>
        </pc:picChg>
        <pc:picChg chg="add mod">
          <ac:chgData name="Shubhendu Kumar Singh" userId="461b01912b5747a3" providerId="LiveId" clId="{123257E2-2039-4D81-A3D1-C3DE1B36AB83}" dt="2024-09-05T07:10:03.322" v="3667" actId="1076"/>
          <ac:picMkLst>
            <pc:docMk/>
            <pc:sldMk cId="347521997" sldId="390"/>
            <ac:picMk id="4" creationId="{63529BFF-33F1-799C-754C-9C74941D1289}"/>
          </ac:picMkLst>
        </pc:picChg>
        <pc:picChg chg="del">
          <ac:chgData name="Shubhendu Kumar Singh" userId="461b01912b5747a3" providerId="LiveId" clId="{123257E2-2039-4D81-A3D1-C3DE1B36AB83}" dt="2024-09-05T06:58:15.802" v="3527" actId="478"/>
          <ac:picMkLst>
            <pc:docMk/>
            <pc:sldMk cId="347521997" sldId="390"/>
            <ac:picMk id="5" creationId="{CF9597AA-580D-F4F5-463F-D87F3A7282C1}"/>
          </ac:picMkLst>
        </pc:picChg>
        <pc:picChg chg="add mod">
          <ac:chgData name="Shubhendu Kumar Singh" userId="461b01912b5747a3" providerId="LiveId" clId="{123257E2-2039-4D81-A3D1-C3DE1B36AB83}" dt="2024-09-05T07:10:08.603" v="3668" actId="1076"/>
          <ac:picMkLst>
            <pc:docMk/>
            <pc:sldMk cId="347521997" sldId="390"/>
            <ac:picMk id="6" creationId="{5441C5C6-9E9C-C62B-1543-CBD7FFC361C6}"/>
          </ac:picMkLst>
        </pc:picChg>
        <pc:picChg chg="add del mod">
          <ac:chgData name="Shubhendu Kumar Singh" userId="461b01912b5747a3" providerId="LiveId" clId="{123257E2-2039-4D81-A3D1-C3DE1B36AB83}" dt="2024-09-05T07:08:53.805" v="3652" actId="478"/>
          <ac:picMkLst>
            <pc:docMk/>
            <pc:sldMk cId="347521997" sldId="390"/>
            <ac:picMk id="7" creationId="{7E8E37FE-00CB-C0C5-75A3-815A0B75453A}"/>
          </ac:picMkLst>
        </pc:picChg>
        <pc:picChg chg="add del mod">
          <ac:chgData name="Shubhendu Kumar Singh" userId="461b01912b5747a3" providerId="LiveId" clId="{123257E2-2039-4D81-A3D1-C3DE1B36AB83}" dt="2024-09-05T07:05:20.847" v="3631" actId="478"/>
          <ac:picMkLst>
            <pc:docMk/>
            <pc:sldMk cId="347521997" sldId="390"/>
            <ac:picMk id="12" creationId="{A8F579AA-FD2C-DEF5-4D98-F72EF54AD5D8}"/>
          </ac:picMkLst>
        </pc:picChg>
        <pc:picChg chg="add mod">
          <ac:chgData name="Shubhendu Kumar Singh" userId="461b01912b5747a3" providerId="LiveId" clId="{123257E2-2039-4D81-A3D1-C3DE1B36AB83}" dt="2024-09-05T07:10:45.442" v="3672" actId="1076"/>
          <ac:picMkLst>
            <pc:docMk/>
            <pc:sldMk cId="347521997" sldId="390"/>
            <ac:picMk id="13" creationId="{D55678CC-4623-CA7D-6E57-23D8E6082527}"/>
          </ac:picMkLst>
        </pc:picChg>
        <pc:picChg chg="add mod">
          <ac:chgData name="Shubhendu Kumar Singh" userId="461b01912b5747a3" providerId="LiveId" clId="{123257E2-2039-4D81-A3D1-C3DE1B36AB83}" dt="2024-09-05T07:11:09.629" v="3674" actId="1076"/>
          <ac:picMkLst>
            <pc:docMk/>
            <pc:sldMk cId="347521997" sldId="390"/>
            <ac:picMk id="14" creationId="{2A58A02D-6C88-D841-2351-0C1913A6FCB0}"/>
          </ac:picMkLst>
        </pc:picChg>
      </pc:sldChg>
      <pc:sldChg chg="delSp modSp add del mod">
        <pc:chgData name="Shubhendu Kumar Singh" userId="461b01912b5747a3" providerId="LiveId" clId="{123257E2-2039-4D81-A3D1-C3DE1B36AB83}" dt="2024-09-05T07:11:43.790" v="3687" actId="47"/>
        <pc:sldMkLst>
          <pc:docMk/>
          <pc:sldMk cId="3669683544" sldId="391"/>
        </pc:sldMkLst>
        <pc:spChg chg="mod">
          <ac:chgData name="Shubhendu Kumar Singh" userId="461b01912b5747a3" providerId="LiveId" clId="{123257E2-2039-4D81-A3D1-C3DE1B36AB83}" dt="2024-09-05T07:11:23.890" v="3683" actId="20577"/>
          <ac:spMkLst>
            <pc:docMk/>
            <pc:sldMk cId="3669683544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1:34.631" v="3686" actId="20577"/>
          <ac:spMkLst>
            <pc:docMk/>
            <pc:sldMk cId="3669683544" sldId="391"/>
            <ac:spMk id="8" creationId="{D4C917A0-5059-A764-08CB-7187C2A2050B}"/>
          </ac:spMkLst>
        </pc:spChg>
        <pc:picChg chg="del">
          <ac:chgData name="Shubhendu Kumar Singh" userId="461b01912b5747a3" providerId="LiveId" clId="{123257E2-2039-4D81-A3D1-C3DE1B36AB83}" dt="2024-09-05T07:11:30.583" v="3684" actId="478"/>
          <ac:picMkLst>
            <pc:docMk/>
            <pc:sldMk cId="3669683544" sldId="391"/>
            <ac:picMk id="4" creationId="{63529BFF-33F1-799C-754C-9C74941D1289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3:25.863" v="3716" actId="1076"/>
        <pc:sldMkLst>
          <pc:docMk/>
          <pc:sldMk cId="4044542422" sldId="391"/>
        </pc:sldMkLst>
        <pc:spChg chg="mod">
          <ac:chgData name="Shubhendu Kumar Singh" userId="461b01912b5747a3" providerId="LiveId" clId="{123257E2-2039-4D81-A3D1-C3DE1B36AB83}" dt="2024-09-05T07:11:55.676" v="3696" actId="20577"/>
          <ac:spMkLst>
            <pc:docMk/>
            <pc:sldMk cId="4044542422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2:07.178" v="3706" actId="20577"/>
          <ac:spMkLst>
            <pc:docMk/>
            <pc:sldMk cId="4044542422" sldId="391"/>
            <ac:spMk id="8" creationId="{D4C917A0-5059-A764-08CB-7187C2A2050B}"/>
          </ac:spMkLst>
        </pc:spChg>
        <pc:picChg chg="add mod">
          <ac:chgData name="Shubhendu Kumar Singh" userId="461b01912b5747a3" providerId="LiveId" clId="{123257E2-2039-4D81-A3D1-C3DE1B36AB83}" dt="2024-09-05T07:12:56.076" v="3713" actId="1076"/>
          <ac:picMkLst>
            <pc:docMk/>
            <pc:sldMk cId="4044542422" sldId="391"/>
            <ac:picMk id="3" creationId="{32C45551-053F-AEE2-CEAB-1B8CB2671E0F}"/>
          </ac:picMkLst>
        </pc:picChg>
        <pc:picChg chg="del">
          <ac:chgData name="Shubhendu Kumar Singh" userId="461b01912b5747a3" providerId="LiveId" clId="{123257E2-2039-4D81-A3D1-C3DE1B36AB83}" dt="2024-09-05T07:12:09.991" v="3707" actId="478"/>
          <ac:picMkLst>
            <pc:docMk/>
            <pc:sldMk cId="4044542422" sldId="391"/>
            <ac:picMk id="4" creationId="{63529BFF-33F1-799C-754C-9C74941D1289}"/>
          </ac:picMkLst>
        </pc:picChg>
        <pc:picChg chg="add mod">
          <ac:chgData name="Shubhendu Kumar Singh" userId="461b01912b5747a3" providerId="LiveId" clId="{123257E2-2039-4D81-A3D1-C3DE1B36AB83}" dt="2024-09-05T07:13:25.863" v="3716" actId="1076"/>
          <ac:picMkLst>
            <pc:docMk/>
            <pc:sldMk cId="4044542422" sldId="391"/>
            <ac:picMk id="5" creationId="{3D3A83C7-F04C-E9BE-150F-27F542100AD7}"/>
          </ac:picMkLst>
        </pc:picChg>
        <pc:picChg chg="del">
          <ac:chgData name="Shubhendu Kumar Singh" userId="461b01912b5747a3" providerId="LiveId" clId="{123257E2-2039-4D81-A3D1-C3DE1B36AB83}" dt="2024-09-05T07:12:58.992" v="3714" actId="478"/>
          <ac:picMkLst>
            <pc:docMk/>
            <pc:sldMk cId="4044542422" sldId="391"/>
            <ac:picMk id="13" creationId="{D55678CC-4623-CA7D-6E57-23D8E6082527}"/>
          </ac:picMkLst>
        </pc:pic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9/5/2024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a bit relaxed initially. Be more permissible. Start with some moderate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4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338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7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916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227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0059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803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51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7145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51890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4A1F8D9-BA3A-0EF1-909C-01F89C250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0.01685166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0.1298139501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174164.1626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417.3298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301.518662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29536-65FC-2701-870F-4807D2ED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" y="1156191"/>
            <a:ext cx="5930265" cy="3206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1B79B-0B52-1E52-2AF4-569AB91EF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18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0000"/>
                </a:highlight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938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441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3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reward= - 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- 0.15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25223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0.11979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0.008127366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133512.26688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365.3933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273.219536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3E7908-5096-FA2B-0E47-7DBD4F4D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7" y="1169215"/>
            <a:ext cx="5799682" cy="31306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997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982A43-012D-47A3-DF02-EB534EFAD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54660"/>
            <a:ext cx="5915307" cy="315752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D1220C3-7BD8-7F1D-561A-C424393AC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</p:spTree>
    <p:extLst>
      <p:ext uri="{BB962C8B-B14F-4D97-AF65-F5344CB8AC3E}">
        <p14:creationId xmlns:p14="http://schemas.microsoft.com/office/powerpoint/2010/main" val="876155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0.015582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0.1248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0.009756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387935.14324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622.844397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482.3750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0E58C6-0F48-0A4A-91A0-3758751A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6149"/>
            <a:ext cx="5911962" cy="31912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33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859DC3C-6AA3-551D-95C3-28D9974C8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55" y="1156149"/>
            <a:ext cx="581673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042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TD3 (Reward#2)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529BFF-33F1-799C-754C-9C74941D1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47" y="1214645"/>
            <a:ext cx="5352960" cy="2854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55678CC-4623-CA7D-6E57-23D8E6082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436" y="4381757"/>
            <a:ext cx="3724979" cy="1511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21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SAC (Reward#3)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SAC (Reward#3)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C45551-053F-AEE2-CEAB-1B8CB2671E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31" y="1239065"/>
            <a:ext cx="5169788" cy="28341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3A83C7-F04C-E9BE-150F-27F542100A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435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542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Explore an ensemble of agents for prediction </a:t>
            </a:r>
            <a:r>
              <a:rPr lang="en-US" sz="2000" b="1">
                <a:solidFill>
                  <a:srgbClr val="C27CE8"/>
                </a:solidFill>
                <a:latin typeface="Poppins"/>
                <a:cs typeface="Poppins"/>
              </a:rPr>
              <a:t>of release, and use LSTM policy</a:t>
            </a: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15290</TotalTime>
  <Words>885</Words>
  <Application>Microsoft Office PowerPoint</Application>
  <PresentationFormat>Widescreen</PresentationFormat>
  <Paragraphs>185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Agent: Non-Linear Reward</vt:lpstr>
      <vt:lpstr>Proximal Policy Optimization (PPO) Agent: Non-Linear Reward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</vt:lpstr>
      <vt:lpstr>To do List</vt:lpstr>
      <vt:lpstr>Reward Functions</vt:lpstr>
      <vt:lpstr>TD3 Policy Gradient Agent - Reward #3</vt:lpstr>
      <vt:lpstr>TD3 Policy Gradient Agent - Reward #3</vt:lpstr>
      <vt:lpstr>Soft Actor-Critic (SAC) Agent - Reward #3</vt:lpstr>
      <vt:lpstr>Soft Actor-Critic (SAC) Agent - Reward #3</vt:lpstr>
      <vt:lpstr>Comparison- TD3 (Reward#2) &amp; TD3 (Reward#3)</vt:lpstr>
      <vt:lpstr>Comparison- SAC (Reward#3) &amp; TD3 (Reward#3)</vt:lpstr>
      <vt:lpstr>To 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549</cp:revision>
  <dcterms:created xsi:type="dcterms:W3CDTF">2021-09-26T23:34:49Z</dcterms:created>
  <dcterms:modified xsi:type="dcterms:W3CDTF">2024-09-05T07:13:26Z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
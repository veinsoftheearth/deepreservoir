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15"/>
  </p:notesMasterIdLst>
  <p:sldIdLst>
    <p:sldId id="365" r:id="rId5"/>
    <p:sldId id="367" r:id="rId6"/>
    <p:sldId id="381" r:id="rId7"/>
    <p:sldId id="368" r:id="rId8"/>
    <p:sldId id="379" r:id="rId9"/>
    <p:sldId id="376" r:id="rId10"/>
    <p:sldId id="377" r:id="rId11"/>
    <p:sldId id="374" r:id="rId12"/>
    <p:sldId id="382" r:id="rId13"/>
    <p:sldId id="38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22D80"/>
    <a:srgbClr val="88B967"/>
    <a:srgbClr val="FF9933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257E2-2039-4D81-A3D1-C3DE1B36AB83}" v="600" dt="2024-08-29T03:08:58.6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5"/>
    <p:restoredTop sz="94708"/>
  </p:normalViewPr>
  <p:slideViewPr>
    <p:cSldViewPr snapToGrid="0" snapToObjects="1">
      <p:cViewPr varScale="1">
        <p:scale>
          <a:sx n="84" d="100"/>
          <a:sy n="84" d="100"/>
        </p:scale>
        <p:origin x="76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64D1A6E3-E87D-465D-8D7B-9F1DCD3A9422}"/>
    <pc:docChg chg="undo custSel modSld modMainMaster">
      <pc:chgData name="Shubhendu Kumar Singh" userId="461b01912b5747a3" providerId="LiveId" clId="{64D1A6E3-E87D-465D-8D7B-9F1DCD3A9422}" dt="2024-08-26T06:35:47.949" v="501" actId="20577"/>
      <pc:docMkLst>
        <pc:docMk/>
      </pc:docMkLst>
      <pc:sldChg chg="addSp modSp mod">
        <pc:chgData name="Shubhendu Kumar Singh" userId="461b01912b5747a3" providerId="LiveId" clId="{64D1A6E3-E87D-465D-8D7B-9F1DCD3A9422}" dt="2024-08-26T06:35:47.949" v="501" actId="20577"/>
        <pc:sldMkLst>
          <pc:docMk/>
          <pc:sldMk cId="734630831" sldId="365"/>
        </pc:sldMkLst>
        <pc:spChg chg="mod">
          <ac:chgData name="Shubhendu Kumar Singh" userId="461b01912b5747a3" providerId="LiveId" clId="{64D1A6E3-E87D-465D-8D7B-9F1DCD3A9422}" dt="2024-08-26T06:34:56.186" v="471" actId="20577"/>
          <ac:spMkLst>
            <pc:docMk/>
            <pc:sldMk cId="734630831" sldId="365"/>
            <ac:spMk id="2" creationId="{0C0BE678-E0CC-CA40-A743-BD01E3D36058}"/>
          </ac:spMkLst>
        </pc:spChg>
        <pc:spChg chg="mod">
          <ac:chgData name="Shubhendu Kumar Singh" userId="461b01912b5747a3" providerId="LiveId" clId="{64D1A6E3-E87D-465D-8D7B-9F1DCD3A9422}" dt="2024-08-23T05:45:59.528" v="357" actId="20577"/>
          <ac:spMkLst>
            <pc:docMk/>
            <pc:sldMk cId="734630831" sldId="365"/>
            <ac:spMk id="3" creationId="{B40E8E6E-E0DE-1C4C-994A-203776ACFE2F}"/>
          </ac:spMkLst>
        </pc:spChg>
        <pc:spChg chg="add mod">
          <ac:chgData name="Shubhendu Kumar Singh" userId="461b01912b5747a3" providerId="LiveId" clId="{64D1A6E3-E87D-465D-8D7B-9F1DCD3A9422}" dt="2024-08-26T06:35:47.949" v="501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Sp delSp modSp mod">
        <pc:chgData name="Shubhendu Kumar Singh" userId="461b01912b5747a3" providerId="LiveId" clId="{64D1A6E3-E87D-465D-8D7B-9F1DCD3A9422}" dt="2024-08-26T06:17:57.329" v="445" actId="20577"/>
        <pc:sldMkLst>
          <pc:docMk/>
          <pc:sldMk cId="1445921718" sldId="370"/>
        </pc:sldMkLst>
        <pc:spChg chg="add mod">
          <ac:chgData name="Shubhendu Kumar Singh" userId="461b01912b5747a3" providerId="LiveId" clId="{64D1A6E3-E87D-465D-8D7B-9F1DCD3A9422}" dt="2024-08-25T05:09:12.932" v="409" actId="20577"/>
          <ac:spMkLst>
            <pc:docMk/>
            <pc:sldMk cId="1445921718" sldId="370"/>
            <ac:spMk id="7" creationId="{BB5C0942-6EE7-99F4-667E-ABB61F67822F}"/>
          </ac:spMkLst>
        </pc:spChg>
        <pc:spChg chg="add mod">
          <ac:chgData name="Shubhendu Kumar Singh" userId="461b01912b5747a3" providerId="LiveId" clId="{64D1A6E3-E87D-465D-8D7B-9F1DCD3A9422}" dt="2024-08-25T05:09:29.877" v="429" actId="20577"/>
          <ac:spMkLst>
            <pc:docMk/>
            <pc:sldMk cId="1445921718" sldId="370"/>
            <ac:spMk id="8" creationId="{E5253795-F018-F99B-6C75-E141B72EE134}"/>
          </ac:spMkLst>
        </pc:spChg>
        <pc:spChg chg="mod">
          <ac:chgData name="Shubhendu Kumar Singh" userId="461b01912b5747a3" providerId="LiveId" clId="{64D1A6E3-E87D-465D-8D7B-9F1DCD3A9422}" dt="2024-08-26T06:17:57.329" v="445" actId="20577"/>
          <ac:spMkLst>
            <pc:docMk/>
            <pc:sldMk cId="1445921718" sldId="370"/>
            <ac:spMk id="11" creationId="{05B1DA51-77C3-06B1-AB58-9F4DD2315A4C}"/>
          </ac:spMkLst>
        </pc:spChg>
        <pc:spChg chg="mod">
          <ac:chgData name="Shubhendu Kumar Singh" userId="461b01912b5747a3" providerId="LiveId" clId="{64D1A6E3-E87D-465D-8D7B-9F1DCD3A9422}" dt="2024-08-25T05:08:30.757" v="388" actId="14100"/>
          <ac:spMkLst>
            <pc:docMk/>
            <pc:sldMk cId="1445921718" sldId="370"/>
            <ac:spMk id="15" creationId="{72247B13-FDE1-8ED3-FB38-CE1B3101FDDC}"/>
          </ac:spMkLst>
        </pc:spChg>
        <pc:spChg chg="del mod">
          <ac:chgData name="Shubhendu Kumar Singh" userId="461b01912b5747a3" providerId="LiveId" clId="{64D1A6E3-E87D-465D-8D7B-9F1DCD3A9422}" dt="2024-08-25T05:08:32.984" v="389" actId="478"/>
          <ac:spMkLst>
            <pc:docMk/>
            <pc:sldMk cId="1445921718" sldId="370"/>
            <ac:spMk id="98" creationId="{21286D84-E2C5-54AA-E990-19042425F91B}"/>
          </ac:spMkLst>
        </pc:spChg>
        <pc:picChg chg="add mod">
          <ac:chgData name="Shubhendu Kumar Singh" userId="461b01912b5747a3" providerId="LiveId" clId="{64D1A6E3-E87D-465D-8D7B-9F1DCD3A9422}" dt="2024-08-25T04:50:29.775" v="381" actId="1076"/>
          <ac:picMkLst>
            <pc:docMk/>
            <pc:sldMk cId="1445921718" sldId="370"/>
            <ac:picMk id="3" creationId="{330B85C5-3279-7C32-2471-4F0B58774720}"/>
          </ac:picMkLst>
        </pc:picChg>
        <pc:picChg chg="add mod">
          <ac:chgData name="Shubhendu Kumar Singh" userId="461b01912b5747a3" providerId="LiveId" clId="{64D1A6E3-E87D-465D-8D7B-9F1DCD3A9422}" dt="2024-08-25T04:50:35.473" v="382" actId="1076"/>
          <ac:picMkLst>
            <pc:docMk/>
            <pc:sldMk cId="1445921718" sldId="370"/>
            <ac:picMk id="4" creationId="{62FC2E55-6396-BEF3-217C-04B13ADEE239}"/>
          </ac:picMkLst>
        </pc:picChg>
        <pc:picChg chg="add mod">
          <ac:chgData name="Shubhendu Kumar Singh" userId="461b01912b5747a3" providerId="LiveId" clId="{64D1A6E3-E87D-465D-8D7B-9F1DCD3A9422}" dt="2024-08-25T05:08:55.309" v="395" actId="1076"/>
          <ac:picMkLst>
            <pc:docMk/>
            <pc:sldMk cId="1445921718" sldId="370"/>
            <ac:picMk id="6" creationId="{12C09E0B-D18D-6514-E219-C442E9D4343A}"/>
          </ac:picMkLst>
        </pc:picChg>
        <pc:picChg chg="del">
          <ac:chgData name="Shubhendu Kumar Singh" userId="461b01912b5747a3" providerId="LiveId" clId="{64D1A6E3-E87D-465D-8D7B-9F1DCD3A9422}" dt="2024-08-25T03:44:13.837" v="369" actId="478"/>
          <ac:picMkLst>
            <pc:docMk/>
            <pc:sldMk cId="1445921718" sldId="370"/>
            <ac:picMk id="57" creationId="{3C8E6C0E-16B9-9CCE-6A36-C57159BC1701}"/>
          </ac:picMkLst>
        </pc:picChg>
        <pc:picChg chg="del">
          <ac:chgData name="Shubhendu Kumar Singh" userId="461b01912b5747a3" providerId="LiveId" clId="{64D1A6E3-E87D-465D-8D7B-9F1DCD3A9422}" dt="2024-08-25T04:50:15.866" v="378" actId="478"/>
          <ac:picMkLst>
            <pc:docMk/>
            <pc:sldMk cId="1445921718" sldId="370"/>
            <ac:picMk id="60" creationId="{E823099E-8350-34FF-EF0E-D00391C37F40}"/>
          </ac:picMkLst>
        </pc:picChg>
      </pc:sldChg>
      <pc:sldMasterChg chg="modSldLayout">
        <pc:chgData name="Shubhendu Kumar Singh" userId="461b01912b5747a3" providerId="LiveId" clId="{64D1A6E3-E87D-465D-8D7B-9F1DCD3A9422}" dt="2024-08-23T05:36:52.681" v="74" actId="478"/>
        <pc:sldMasterMkLst>
          <pc:docMk/>
          <pc:sldMasterMk cId="2658266792" sldId="2147483656"/>
        </pc:sldMasterMkLst>
        <pc:sldLayoutChg chg="delSp modSp mod">
          <pc:chgData name="Shubhendu Kumar Singh" userId="461b01912b5747a3" providerId="LiveId" clId="{64D1A6E3-E87D-465D-8D7B-9F1DCD3A9422}" dt="2024-08-23T05:35:06.274" v="1" actId="16037"/>
          <pc:sldLayoutMkLst>
            <pc:docMk/>
            <pc:sldMasterMk cId="2658266792" sldId="2147483656"/>
            <pc:sldLayoutMk cId="1918409203" sldId="2147483657"/>
          </pc:sldLayoutMkLst>
          <pc:spChg chg="mod">
            <ac:chgData name="Shubhendu Kumar Singh" userId="461b01912b5747a3" providerId="LiveId" clId="{64D1A6E3-E87D-465D-8D7B-9F1DCD3A9422}" dt="2024-08-23T05:35:06.274" v="1" actId="16037"/>
            <ac:spMkLst>
              <pc:docMk/>
              <pc:sldMasterMk cId="2658266792" sldId="2147483656"/>
              <pc:sldLayoutMk cId="1918409203" sldId="2147483657"/>
              <ac:spMk id="7" creationId="{6BEA6CA0-9EBA-4A15-97E7-AF1BD79EC9D4}"/>
            </ac:spMkLst>
          </pc:spChg>
          <pc:picChg chg="del">
            <ac:chgData name="Shubhendu Kumar Singh" userId="461b01912b5747a3" providerId="LiveId" clId="{64D1A6E3-E87D-465D-8D7B-9F1DCD3A9422}" dt="2024-08-23T05:34:57.451" v="0" actId="478"/>
            <ac:picMkLst>
              <pc:docMk/>
              <pc:sldMasterMk cId="2658266792" sldId="2147483656"/>
              <pc:sldLayoutMk cId="1918409203" sldId="2147483657"/>
              <ac:picMk id="9" creationId="{3BCA1801-425A-4578-82D2-A76443675853}"/>
            </ac:picMkLst>
          </pc:picChg>
        </pc:sldLayoutChg>
        <pc:sldLayoutChg chg="delSp mod">
          <pc:chgData name="Shubhendu Kumar Singh" userId="461b01912b5747a3" providerId="LiveId" clId="{64D1A6E3-E87D-465D-8D7B-9F1DCD3A9422}" dt="2024-08-23T05:35:29.709" v="2" actId="478"/>
          <pc:sldLayoutMkLst>
            <pc:docMk/>
            <pc:sldMasterMk cId="2658266792" sldId="2147483656"/>
            <pc:sldLayoutMk cId="541059320" sldId="2147483658"/>
          </pc:sldLayoutMkLst>
          <pc:picChg chg="del">
            <ac:chgData name="Shubhendu Kumar Singh" userId="461b01912b5747a3" providerId="LiveId" clId="{64D1A6E3-E87D-465D-8D7B-9F1DCD3A9422}" dt="2024-08-23T05:35:29.709" v="2" actId="478"/>
            <ac:picMkLst>
              <pc:docMk/>
              <pc:sldMasterMk cId="2658266792" sldId="2147483656"/>
              <pc:sldLayoutMk cId="541059320" sldId="2147483658"/>
              <ac:picMk id="19" creationId="{5EE2CD5A-5460-4305-A3FB-D88143B636D6}"/>
            </ac:picMkLst>
          </pc:picChg>
        </pc:sldLayoutChg>
        <pc:sldLayoutChg chg="addSp delSp modSp mod">
          <pc:chgData name="Shubhendu Kumar Singh" userId="461b01912b5747a3" providerId="LiveId" clId="{64D1A6E3-E87D-465D-8D7B-9F1DCD3A9422}" dt="2024-08-23T05:36:52.681" v="74" actId="478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64D1A6E3-E87D-465D-8D7B-9F1DCD3A9422}" dt="2024-08-23T05:36:31.853" v="64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  <pc:spChg chg="add del mod">
            <ac:chgData name="Shubhendu Kumar Singh" userId="461b01912b5747a3" providerId="LiveId" clId="{64D1A6E3-E87D-465D-8D7B-9F1DCD3A9422}" dt="2024-08-23T05:36:48.145" v="73" actId="6549"/>
            <ac:spMkLst>
              <pc:docMk/>
              <pc:sldMasterMk cId="2658266792" sldId="2147483656"/>
              <pc:sldLayoutMk cId="2459251796" sldId="2147483659"/>
              <ac:spMk id="12" creationId="{10B3953E-15BD-48FF-8D0E-53C889C148A4}"/>
            </ac:spMkLst>
          </pc:spChg>
          <pc:picChg chg="del">
            <ac:chgData name="Shubhendu Kumar Singh" userId="461b01912b5747a3" providerId="LiveId" clId="{64D1A6E3-E87D-465D-8D7B-9F1DCD3A9422}" dt="2024-08-23T05:36:52.681" v="74" actId="478"/>
            <ac:picMkLst>
              <pc:docMk/>
              <pc:sldMasterMk cId="2658266792" sldId="2147483656"/>
              <pc:sldLayoutMk cId="2459251796" sldId="2147483659"/>
              <ac:picMk id="7" creationId="{5874204B-60F8-428C-93C7-AE51928F350F}"/>
            </ac:picMkLst>
          </pc:picChg>
        </pc:sldLayoutChg>
      </pc:sldMasterChg>
    </pc:docChg>
  </pc:docChgLst>
  <pc:docChgLst>
    <pc:chgData name="Shengli Xu" userId="S::shenglx@clemson.edu::41272415-5f90-44cd-a729-0b818333e035" providerId="AD" clId="Web-{AC28EB21-3F5D-9C63-5E79-624361A202DA}"/>
    <pc:docChg chg="modSld">
      <pc:chgData name="Shengli Xu" userId="S::shenglx@clemson.edu::41272415-5f90-44cd-a729-0b818333e035" providerId="AD" clId="Web-{AC28EB21-3F5D-9C63-5E79-624361A202DA}" dt="2021-09-27T19:36:02.890" v="0" actId="1076"/>
      <pc:docMkLst>
        <pc:docMk/>
      </pc:docMkLst>
      <pc:sldChg chg="modSp">
        <pc:chgData name="Shengli Xu" userId="S::shenglx@clemson.edu::41272415-5f90-44cd-a729-0b818333e035" providerId="AD" clId="Web-{AC28EB21-3F5D-9C63-5E79-624361A202DA}" dt="2021-09-27T19:36:02.890" v="0" actId="1076"/>
        <pc:sldMkLst>
          <pc:docMk/>
          <pc:sldMk cId="1219540577" sldId="280"/>
        </pc:sldMkLst>
        <pc:spChg chg="mod">
          <ac:chgData name="Shengli Xu" userId="S::shenglx@clemson.edu::41272415-5f90-44cd-a729-0b818333e035" providerId="AD" clId="Web-{AC28EB21-3F5D-9C63-5E79-624361A202DA}" dt="2021-09-27T19:36:02.890" v="0" actId="1076"/>
          <ac:spMkLst>
            <pc:docMk/>
            <pc:sldMk cId="1219540577" sldId="280"/>
            <ac:spMk id="16" creationId="{AB9804E3-E106-6041-92DC-2B35D7E35C8A}"/>
          </ac:spMkLst>
        </pc:spChg>
      </pc:sldChg>
    </pc:docChg>
  </pc:docChgLst>
  <pc:docChgLst>
    <pc:chgData name="Shengli Xu" userId="41272415-5f90-44cd-a729-0b818333e035" providerId="ADAL" clId="{0E1CF1BF-3F99-094B-804E-F60C6F45309E}"/>
    <pc:docChg chg="undo custSel addSld delSld modSld sldOrd">
      <pc:chgData name="Shengli Xu" userId="41272415-5f90-44cd-a729-0b818333e035" providerId="ADAL" clId="{0E1CF1BF-3F99-094B-804E-F60C6F45309E}" dt="2021-09-27T19:33:06.774" v="3409" actId="20577"/>
      <pc:docMkLst>
        <pc:docMk/>
      </pc:docMkLst>
      <pc:sldChg chg="modSp mod">
        <pc:chgData name="Shengli Xu" userId="41272415-5f90-44cd-a729-0b818333e035" providerId="ADAL" clId="{0E1CF1BF-3F99-094B-804E-F60C6F45309E}" dt="2021-09-27T01:05:55.004" v="0" actId="2710"/>
        <pc:sldMkLst>
          <pc:docMk/>
          <pc:sldMk cId="3409173171" sldId="260"/>
        </pc:sldMkLst>
        <pc:spChg chg="mod">
          <ac:chgData name="Shengli Xu" userId="41272415-5f90-44cd-a729-0b818333e035" providerId="ADAL" clId="{0E1CF1BF-3F99-094B-804E-F60C6F45309E}" dt="2021-09-27T01:05:55.004" v="0" actId="2710"/>
          <ac:spMkLst>
            <pc:docMk/>
            <pc:sldMk cId="3409173171" sldId="260"/>
            <ac:spMk id="8" creationId="{CF2DEFD0-B04E-D847-BFC7-78F4A6B56544}"/>
          </ac:spMkLst>
        </pc:spChg>
      </pc:sldChg>
      <pc:sldChg chg="modSp mod">
        <pc:chgData name="Shengli Xu" userId="41272415-5f90-44cd-a729-0b818333e035" providerId="ADAL" clId="{0E1CF1BF-3F99-094B-804E-F60C6F45309E}" dt="2021-09-27T04:30:41.746" v="1274" actId="1076"/>
        <pc:sldMkLst>
          <pc:docMk/>
          <pc:sldMk cId="3907278874" sldId="261"/>
        </pc:sldMkLst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0" creationId="{DFB2B2AC-3DBF-1D46-B21D-5EB344B07116}"/>
          </ac:spMkLst>
        </pc:spChg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2" creationId="{F126B924-01F1-9649-AB70-F9B3AD14D653}"/>
          </ac:spMkLst>
        </pc:spChg>
        <pc:spChg chg="mod">
          <ac:chgData name="Shengli Xu" userId="41272415-5f90-44cd-a729-0b818333e035" providerId="ADAL" clId="{0E1CF1BF-3F99-094B-804E-F60C6F45309E}" dt="2021-09-27T04:30:30.181" v="1273" actId="1076"/>
          <ac:spMkLst>
            <pc:docMk/>
            <pc:sldMk cId="3907278874" sldId="261"/>
            <ac:spMk id="26" creationId="{7BEA054F-0697-4949-AB31-98DF43349CAE}"/>
          </ac:spMkLst>
        </pc:spChg>
      </pc:sldChg>
      <pc:sldChg chg="addSp delSp modSp mod modNotesTx">
        <pc:chgData name="Shengli Xu" userId="41272415-5f90-44cd-a729-0b818333e035" providerId="ADAL" clId="{0E1CF1BF-3F99-094B-804E-F60C6F45309E}" dt="2021-09-27T16:01:09.050" v="1952" actId="1076"/>
        <pc:sldMkLst>
          <pc:docMk/>
          <pc:sldMk cId="2539696857" sldId="262"/>
        </pc:sldMkLst>
        <pc:spChg chg="add mod">
          <ac:chgData name="Shengli Xu" userId="41272415-5f90-44cd-a729-0b818333e035" providerId="ADAL" clId="{0E1CF1BF-3F99-094B-804E-F60C6F45309E}" dt="2021-09-27T16:01:06.621" v="1951" actId="20577"/>
          <ac:spMkLst>
            <pc:docMk/>
            <pc:sldMk cId="2539696857" sldId="262"/>
            <ac:spMk id="6" creationId="{4C9C85D7-61CF-F84B-B0DB-1DE1A272E5DA}"/>
          </ac:spMkLst>
        </pc:spChg>
        <pc:picChg chg="add del mod">
          <ac:chgData name="Shengli Xu" userId="41272415-5f90-44cd-a729-0b818333e035" providerId="ADAL" clId="{0E1CF1BF-3F99-094B-804E-F60C6F45309E}" dt="2021-09-27T05:47:04.695" v="1331" actId="478"/>
          <ac:picMkLst>
            <pc:docMk/>
            <pc:sldMk cId="2539696857" sldId="262"/>
            <ac:picMk id="8" creationId="{0FF5C473-F9B7-4E43-AE76-E126A1B8ECE8}"/>
          </ac:picMkLst>
        </pc:picChg>
        <pc:picChg chg="add mod">
          <ac:chgData name="Shengli Xu" userId="41272415-5f90-44cd-a729-0b818333e035" providerId="ADAL" clId="{0E1CF1BF-3F99-094B-804E-F60C6F45309E}" dt="2021-09-27T16:01:09.050" v="1952" actId="1076"/>
          <ac:picMkLst>
            <pc:docMk/>
            <pc:sldMk cId="2539696857" sldId="262"/>
            <ac:picMk id="10" creationId="{89B25F52-CD7E-A942-ADD8-67B175507E16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2:05:44.915" v="750" actId="14734"/>
        <pc:sldMkLst>
          <pc:docMk/>
          <pc:sldMk cId="786717952" sldId="263"/>
        </pc:sldMkLst>
        <pc:spChg chg="add mod">
          <ac:chgData name="Shengli Xu" userId="41272415-5f90-44cd-a729-0b818333e035" providerId="ADAL" clId="{0E1CF1BF-3F99-094B-804E-F60C6F45309E}" dt="2021-09-27T01:33:58.149" v="542"/>
          <ac:spMkLst>
            <pc:docMk/>
            <pc:sldMk cId="786717952" sldId="263"/>
            <ac:spMk id="6" creationId="{978D89D3-D1B8-7840-8A77-ED4F13A5DBF1}"/>
          </ac:spMkLst>
        </pc:spChg>
        <pc:graphicFrameChg chg="add mod modGraphic">
          <ac:chgData name="Shengli Xu" userId="41272415-5f90-44cd-a729-0b818333e035" providerId="ADAL" clId="{0E1CF1BF-3F99-094B-804E-F60C6F45309E}" dt="2021-09-27T02:05:44.915" v="750" actId="14734"/>
          <ac:graphicFrameMkLst>
            <pc:docMk/>
            <pc:sldMk cId="786717952" sldId="263"/>
            <ac:graphicFrameMk id="11" creationId="{9C0B9F9C-2C1D-F940-A924-11E204202601}"/>
          </ac:graphicFrameMkLst>
        </pc:graphicFrameChg>
        <pc:picChg chg="add del mod">
          <ac:chgData name="Shengli Xu" userId="41272415-5f90-44cd-a729-0b818333e035" providerId="ADAL" clId="{0E1CF1BF-3F99-094B-804E-F60C6F45309E}" dt="2021-09-27T01:52:07.131" v="550" actId="478"/>
          <ac:picMkLst>
            <pc:docMk/>
            <pc:sldMk cId="786717952" sldId="263"/>
            <ac:picMk id="8" creationId="{208A224F-2170-1A4B-95B1-C67033AC7E2D}"/>
          </ac:picMkLst>
        </pc:picChg>
        <pc:picChg chg="add mod">
          <ac:chgData name="Shengli Xu" userId="41272415-5f90-44cd-a729-0b818333e035" providerId="ADAL" clId="{0E1CF1BF-3F99-094B-804E-F60C6F45309E}" dt="2021-09-27T02:05:17.725" v="748" actId="1076"/>
          <ac:picMkLst>
            <pc:docMk/>
            <pc:sldMk cId="786717952" sldId="263"/>
            <ac:picMk id="10" creationId="{5816AF6A-253B-8749-8E9F-CD756AC06CB1}"/>
          </ac:picMkLst>
        </pc:picChg>
        <pc:picChg chg="add del">
          <ac:chgData name="Shengli Xu" userId="41272415-5f90-44cd-a729-0b818333e035" providerId="ADAL" clId="{0E1CF1BF-3F99-094B-804E-F60C6F45309E}" dt="2021-09-27T01:50:56.784" v="544" actId="478"/>
          <ac:picMkLst>
            <pc:docMk/>
            <pc:sldMk cId="786717952" sldId="263"/>
            <ac:picMk id="2050" creationId="{A9373ECA-46D4-A642-AC73-21463CAD33AF}"/>
          </ac:picMkLst>
        </pc:picChg>
      </pc:sldChg>
      <pc:sldChg chg="addSp modSp mod">
        <pc:chgData name="Shengli Xu" userId="41272415-5f90-44cd-a729-0b818333e035" providerId="ADAL" clId="{0E1CF1BF-3F99-094B-804E-F60C6F45309E}" dt="2021-09-27T15:54:55.100" v="1812" actId="20577"/>
        <pc:sldMkLst>
          <pc:docMk/>
          <pc:sldMk cId="562458976" sldId="264"/>
        </pc:sldMkLst>
        <pc:spChg chg="add mod">
          <ac:chgData name="Shengli Xu" userId="41272415-5f90-44cd-a729-0b818333e035" providerId="ADAL" clId="{0E1CF1BF-3F99-094B-804E-F60C6F45309E}" dt="2021-09-27T02:33:50.682" v="923"/>
          <ac:spMkLst>
            <pc:docMk/>
            <pc:sldMk cId="562458976" sldId="264"/>
            <ac:spMk id="7" creationId="{B9FDACDB-AB67-3549-98B4-4CFF1AAB11D8}"/>
          </ac:spMkLst>
        </pc:spChg>
        <pc:spChg chg="add mod">
          <ac:chgData name="Shengli Xu" userId="41272415-5f90-44cd-a729-0b818333e035" providerId="ADAL" clId="{0E1CF1BF-3F99-094B-804E-F60C6F45309E}" dt="2021-09-27T02:32:58.662" v="889" actId="1076"/>
          <ac:spMkLst>
            <pc:docMk/>
            <pc:sldMk cId="562458976" sldId="264"/>
            <ac:spMk id="8" creationId="{61120F0B-FF85-AD48-983F-AC7DCD8F8C17}"/>
          </ac:spMkLst>
        </pc:spChg>
        <pc:spChg chg="add mod">
          <ac:chgData name="Shengli Xu" userId="41272415-5f90-44cd-a729-0b818333e035" providerId="ADAL" clId="{0E1CF1BF-3F99-094B-804E-F60C6F45309E}" dt="2021-09-27T15:52:25.551" v="1734" actId="1076"/>
          <ac:spMkLst>
            <pc:docMk/>
            <pc:sldMk cId="562458976" sldId="264"/>
            <ac:spMk id="19" creationId="{C03E1452-6F1B-7D4F-92A4-292FFCF8620C}"/>
          </ac:spMkLst>
        </pc:spChg>
        <pc:spChg chg="add mod">
          <ac:chgData name="Shengli Xu" userId="41272415-5f90-44cd-a729-0b818333e035" providerId="ADAL" clId="{0E1CF1BF-3F99-094B-804E-F60C6F45309E}" dt="2021-09-27T15:52:20.675" v="1733" actId="1076"/>
          <ac:spMkLst>
            <pc:docMk/>
            <pc:sldMk cId="562458976" sldId="264"/>
            <ac:spMk id="20" creationId="{6B66FB91-FF11-3F49-BC91-5C67D4990534}"/>
          </ac:spMkLst>
        </pc:spChg>
        <pc:spChg chg="add mod">
          <ac:chgData name="Shengli Xu" userId="41272415-5f90-44cd-a729-0b818333e035" providerId="ADAL" clId="{0E1CF1BF-3F99-094B-804E-F60C6F45309E}" dt="2021-09-27T15:52:46.837" v="1759" actId="404"/>
          <ac:spMkLst>
            <pc:docMk/>
            <pc:sldMk cId="562458976" sldId="264"/>
            <ac:spMk id="21" creationId="{A73960E5-A342-E84B-9AD6-4B2046B2094E}"/>
          </ac:spMkLst>
        </pc:spChg>
        <pc:spChg chg="add mod">
          <ac:chgData name="Shengli Xu" userId="41272415-5f90-44cd-a729-0b818333e035" providerId="ADAL" clId="{0E1CF1BF-3F99-094B-804E-F60C6F45309E}" dt="2021-09-27T15:53:12.380" v="1787" actId="1076"/>
          <ac:spMkLst>
            <pc:docMk/>
            <pc:sldMk cId="562458976" sldId="264"/>
            <ac:spMk id="22" creationId="{6D3EE5F9-5F20-614C-B032-5F15B0320E5C}"/>
          </ac:spMkLst>
        </pc:spChg>
        <pc:spChg chg="add mod">
          <ac:chgData name="Shengli Xu" userId="41272415-5f90-44cd-a729-0b818333e035" providerId="ADAL" clId="{0E1CF1BF-3F99-094B-804E-F60C6F45309E}" dt="2021-09-27T15:54:55.100" v="1812" actId="20577"/>
          <ac:spMkLst>
            <pc:docMk/>
            <pc:sldMk cId="562458976" sldId="264"/>
            <ac:spMk id="23" creationId="{08793E83-7FC6-1A4E-B06E-3CEACE6D4951}"/>
          </ac:spMkLst>
        </pc:spChg>
        <pc:spChg chg="add mod">
          <ac:chgData name="Shengli Xu" userId="41272415-5f90-44cd-a729-0b818333e035" providerId="ADAL" clId="{0E1CF1BF-3F99-094B-804E-F60C6F45309E}" dt="2021-09-27T15:52:11.074" v="1730" actId="1076"/>
          <ac:spMkLst>
            <pc:docMk/>
            <pc:sldMk cId="562458976" sldId="264"/>
            <ac:spMk id="24" creationId="{BCB58004-EA9F-4041-8951-AD090B0D841A}"/>
          </ac:spMkLst>
        </pc:spChg>
        <pc:spChg chg="add mod">
          <ac:chgData name="Shengli Xu" userId="41272415-5f90-44cd-a729-0b818333e035" providerId="ADAL" clId="{0E1CF1BF-3F99-094B-804E-F60C6F45309E}" dt="2021-09-27T15:54:14.907" v="1807" actId="208"/>
          <ac:spMkLst>
            <pc:docMk/>
            <pc:sldMk cId="562458976" sldId="264"/>
            <ac:spMk id="36" creationId="{2C9DA774-321A-2442-8069-2DC206E538C3}"/>
          </ac:spMkLst>
        </pc:spChg>
        <pc:spChg chg="add mod">
          <ac:chgData name="Shengli Xu" userId="41272415-5f90-44cd-a729-0b818333e035" providerId="ADAL" clId="{0E1CF1BF-3F99-094B-804E-F60C6F45309E}" dt="2021-09-27T15:54:31.973" v="1811" actId="207"/>
          <ac:spMkLst>
            <pc:docMk/>
            <pc:sldMk cId="562458976" sldId="264"/>
            <ac:spMk id="37" creationId="{006E752A-7785-8C4B-ADC2-140AA08878EB}"/>
          </ac:spMkLst>
        </pc:spChg>
        <pc:picChg chg="add mod">
          <ac:chgData name="Shengli Xu" userId="41272415-5f90-44cd-a729-0b818333e035" providerId="ADAL" clId="{0E1CF1BF-3F99-094B-804E-F60C6F45309E}" dt="2021-09-27T02:32:52.023" v="888" actId="1076"/>
          <ac:picMkLst>
            <pc:docMk/>
            <pc:sldMk cId="562458976" sldId="264"/>
            <ac:picMk id="6" creationId="{607DDC51-7729-1348-8536-0E63E981B657}"/>
          </ac:picMkLst>
        </pc:pic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0" creationId="{5B7B0323-9FA5-914E-B8F9-9A294E69D41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4" creationId="{703D1EC5-13E7-EF48-B5D9-E939EC0C0CE4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7" creationId="{A890A6A7-B402-1B45-B8FF-A88D664A7AB8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8" creationId="{FDB467A0-7F2D-7A43-BA5E-D0BE7B68DF6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6" creationId="{B51C3DED-A8BB-534F-9DE6-CF75FB7E7782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8" creationId="{AA2F48EE-835D-AF4A-A86F-C00F411EB41E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30" creationId="{B967A4AD-10B1-B24B-8292-71AB733EFED7}"/>
          </ac:cxnSpMkLst>
        </pc:cxnChg>
        <pc:cxnChg chg="add mod">
          <ac:chgData name="Shengli Xu" userId="41272415-5f90-44cd-a729-0b818333e035" providerId="ADAL" clId="{0E1CF1BF-3F99-094B-804E-F60C6F45309E}" dt="2021-09-27T15:52:49.314" v="1760" actId="14100"/>
          <ac:cxnSpMkLst>
            <pc:docMk/>
            <pc:sldMk cId="562458976" sldId="264"/>
            <ac:cxnSpMk id="32" creationId="{F1BEFAB2-4A9B-1541-9937-B0A4B2938CF5}"/>
          </ac:cxnSpMkLst>
        </pc:cxnChg>
        <pc:cxnChg chg="add mod">
          <ac:chgData name="Shengli Xu" userId="41272415-5f90-44cd-a729-0b818333e035" providerId="ADAL" clId="{0E1CF1BF-3F99-094B-804E-F60C6F45309E}" dt="2021-09-27T15:53:15.231" v="1788" actId="14100"/>
          <ac:cxnSpMkLst>
            <pc:docMk/>
            <pc:sldMk cId="562458976" sldId="264"/>
            <ac:cxnSpMk id="33" creationId="{24AC8456-FF23-2441-B9E1-34CFE38D6443}"/>
          </ac:cxnSpMkLst>
        </pc:cxnChg>
        <pc:cxnChg chg="add mod">
          <ac:chgData name="Shengli Xu" userId="41272415-5f90-44cd-a729-0b818333e035" providerId="ADAL" clId="{0E1CF1BF-3F99-094B-804E-F60C6F45309E}" dt="2021-09-27T15:53:53.272" v="1805" actId="1037"/>
          <ac:cxnSpMkLst>
            <pc:docMk/>
            <pc:sldMk cId="562458976" sldId="264"/>
            <ac:cxnSpMk id="35" creationId="{6910EA5B-DBE6-E04E-9278-85CA20A28DA9}"/>
          </ac:cxnSpMkLst>
        </pc:cxnChg>
        <pc:cxnChg chg="add mod">
          <ac:chgData name="Shengli Xu" userId="41272415-5f90-44cd-a729-0b818333e035" providerId="ADAL" clId="{0E1CF1BF-3F99-094B-804E-F60C6F45309E}" dt="2021-09-27T15:53:28.721" v="1797" actId="1038"/>
          <ac:cxnSpMkLst>
            <pc:docMk/>
            <pc:sldMk cId="562458976" sldId="264"/>
            <ac:cxnSpMk id="39" creationId="{D2F16000-4865-F146-9527-43383EECD7F7}"/>
          </ac:cxnSpMkLst>
        </pc:cxnChg>
      </pc:sldChg>
      <pc:sldChg chg="addSp delSp modSp mod">
        <pc:chgData name="Shengli Xu" userId="41272415-5f90-44cd-a729-0b818333e035" providerId="ADAL" clId="{0E1CF1BF-3F99-094B-804E-F60C6F45309E}" dt="2021-09-27T04:10:15.094" v="1129" actId="1076"/>
        <pc:sldMkLst>
          <pc:docMk/>
          <pc:sldMk cId="3050781516" sldId="265"/>
        </pc:sldMkLst>
        <pc:spChg chg="add mod">
          <ac:chgData name="Shengli Xu" userId="41272415-5f90-44cd-a729-0b818333e035" providerId="ADAL" clId="{0E1CF1BF-3F99-094B-804E-F60C6F45309E}" dt="2021-09-27T02:42:30.191" v="933" actId="313"/>
          <ac:spMkLst>
            <pc:docMk/>
            <pc:sldMk cId="3050781516" sldId="265"/>
            <ac:spMk id="6" creationId="{E87FBC69-59D0-6A49-83D4-06F7DCEB3508}"/>
          </ac:spMkLst>
        </pc:spChg>
        <pc:spChg chg="add del mod">
          <ac:chgData name="Shengli Xu" userId="41272415-5f90-44cd-a729-0b818333e035" providerId="ADAL" clId="{0E1CF1BF-3F99-094B-804E-F60C6F45309E}" dt="2021-09-27T02:36:48.753" v="926"/>
          <ac:spMkLst>
            <pc:docMk/>
            <pc:sldMk cId="3050781516" sldId="265"/>
            <ac:spMk id="7" creationId="{1C27D180-9F1A-854A-AFEF-7D107B8CD98C}"/>
          </ac:spMkLst>
        </pc:spChg>
        <pc:spChg chg="add del mod">
          <ac:chgData name="Shengli Xu" userId="41272415-5f90-44cd-a729-0b818333e035" providerId="ADAL" clId="{0E1CF1BF-3F99-094B-804E-F60C6F45309E}" dt="2021-09-27T02:59:18.887" v="988" actId="11529"/>
          <ac:spMkLst>
            <pc:docMk/>
            <pc:sldMk cId="3050781516" sldId="265"/>
            <ac:spMk id="10" creationId="{42B241CF-DE52-C44F-B974-F685B31E0AAF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1" creationId="{277E1A93-F373-814C-8BD6-04F0BBA425D9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3" creationId="{3487572F-E507-8249-9BA1-AA31C29AFF19}"/>
          </ac:spMkLst>
        </pc:spChg>
        <pc:spChg chg="add mod">
          <ac:chgData name="Shengli Xu" userId="41272415-5f90-44cd-a729-0b818333e035" providerId="ADAL" clId="{0E1CF1BF-3F99-094B-804E-F60C6F45309E}" dt="2021-09-27T04:08:06.633" v="1043" actId="1076"/>
          <ac:spMkLst>
            <pc:docMk/>
            <pc:sldMk cId="3050781516" sldId="265"/>
            <ac:spMk id="20" creationId="{97101A86-C6D7-6246-8513-8142CA17EC81}"/>
          </ac:spMkLst>
        </pc:spChg>
        <pc:spChg chg="add mod">
          <ac:chgData name="Shengli Xu" userId="41272415-5f90-44cd-a729-0b818333e035" providerId="ADAL" clId="{0E1CF1BF-3F99-094B-804E-F60C6F45309E}" dt="2021-09-27T04:08:29.717" v="1078" actId="1076"/>
          <ac:spMkLst>
            <pc:docMk/>
            <pc:sldMk cId="3050781516" sldId="265"/>
            <ac:spMk id="22" creationId="{F02D13A5-AA00-944F-BEB0-3210861AC967}"/>
          </ac:spMkLst>
        </pc:spChg>
        <pc:spChg chg="add mod">
          <ac:chgData name="Shengli Xu" userId="41272415-5f90-44cd-a729-0b818333e035" providerId="ADAL" clId="{0E1CF1BF-3F99-094B-804E-F60C6F45309E}" dt="2021-09-27T04:09:49.344" v="1126" actId="1035"/>
          <ac:spMkLst>
            <pc:docMk/>
            <pc:sldMk cId="3050781516" sldId="265"/>
            <ac:spMk id="23" creationId="{7367A5EF-55BD-1D41-A01E-ED884E84C232}"/>
          </ac:spMkLst>
        </pc:spChg>
        <pc:spChg chg="add mod">
          <ac:chgData name="Shengli Xu" userId="41272415-5f90-44cd-a729-0b818333e035" providerId="ADAL" clId="{0E1CF1BF-3F99-094B-804E-F60C6F45309E}" dt="2021-09-27T04:08:56.165" v="1108" actId="1076"/>
          <ac:spMkLst>
            <pc:docMk/>
            <pc:sldMk cId="3050781516" sldId="265"/>
            <ac:spMk id="24" creationId="{F6F52DD8-C38A-1C45-91C6-BC19049A2F2D}"/>
          </ac:spMkLst>
        </pc:spChg>
        <pc:grpChg chg="add">
          <ac:chgData name="Shengli Xu" userId="41272415-5f90-44cd-a729-0b818333e035" providerId="ADAL" clId="{0E1CF1BF-3F99-094B-804E-F60C6F45309E}" dt="2021-09-27T04:08:03.168" v="1042" actId="164"/>
          <ac:grpSpMkLst>
            <pc:docMk/>
            <pc:sldMk cId="3050781516" sldId="265"/>
            <ac:grpSpMk id="16" creationId="{0ED51EC0-D7BC-3041-837B-B3B7C2312323}"/>
          </ac:grpSpMkLst>
        </pc:grpChg>
        <pc:picChg chg="add del mod">
          <ac:chgData name="Shengli Xu" userId="41272415-5f90-44cd-a729-0b818333e035" providerId="ADAL" clId="{0E1CF1BF-3F99-094B-804E-F60C6F45309E}" dt="2021-09-27T02:51:23.646" v="940" actId="478"/>
          <ac:picMkLst>
            <pc:docMk/>
            <pc:sldMk cId="3050781516" sldId="265"/>
            <ac:picMk id="9" creationId="{8B03D18C-326B-BB44-AD53-FD7FE3C60B16}"/>
          </ac:picMkLst>
        </pc:picChg>
        <pc:picChg chg="add mod">
          <ac:chgData name="Shengli Xu" userId="41272415-5f90-44cd-a729-0b818333e035" providerId="ADAL" clId="{0E1CF1BF-3F99-094B-804E-F60C6F45309E}" dt="2021-09-27T04:10:15.094" v="1129" actId="1076"/>
          <ac:picMkLst>
            <pc:docMk/>
            <pc:sldMk cId="3050781516" sldId="265"/>
            <ac:picMk id="12" creationId="{D82C694A-726A-3545-A195-F00E73F59C4F}"/>
          </ac:picMkLst>
        </pc:picChg>
        <pc:picChg chg="add del">
          <ac:chgData name="Shengli Xu" userId="41272415-5f90-44cd-a729-0b818333e035" providerId="ADAL" clId="{0E1CF1BF-3F99-094B-804E-F60C6F45309E}" dt="2021-09-27T02:50:36.121" v="935"/>
          <ac:picMkLst>
            <pc:docMk/>
            <pc:sldMk cId="3050781516" sldId="265"/>
            <ac:picMk id="4098" creationId="{6CD1CD52-1D80-9544-95A3-31E37B632DC2}"/>
          </ac:picMkLst>
        </pc:picChg>
        <pc:picChg chg="add del">
          <ac:chgData name="Shengli Xu" userId="41272415-5f90-44cd-a729-0b818333e035" providerId="ADAL" clId="{0E1CF1BF-3F99-094B-804E-F60C6F45309E}" dt="2021-09-27T02:51:26.596" v="942"/>
          <ac:picMkLst>
            <pc:docMk/>
            <pc:sldMk cId="3050781516" sldId="265"/>
            <ac:picMk id="4100" creationId="{B02AD212-21A9-E44B-AF84-DD4CD9AE6ECA}"/>
          </ac:picMkLst>
        </pc:picChg>
        <pc:picChg chg="add del mod">
          <ac:chgData name="Shengli Xu" userId="41272415-5f90-44cd-a729-0b818333e035" providerId="ADAL" clId="{0E1CF1BF-3F99-094B-804E-F60C6F45309E}" dt="2021-09-27T02:54:45.370" v="953" actId="478"/>
          <ac:picMkLst>
            <pc:docMk/>
            <pc:sldMk cId="3050781516" sldId="265"/>
            <ac:picMk id="4102" creationId="{EBB3D011-C056-D840-9B3C-D867F3E50C7D}"/>
          </ac:picMkLst>
        </pc:picChg>
        <pc:picChg chg="add del mod">
          <ac:chgData name="Shengli Xu" userId="41272415-5f90-44cd-a729-0b818333e035" providerId="ADAL" clId="{0E1CF1BF-3F99-094B-804E-F60C6F45309E}" dt="2021-09-27T04:08:00.160" v="1041" actId="1076"/>
          <ac:picMkLst>
            <pc:docMk/>
            <pc:sldMk cId="3050781516" sldId="265"/>
            <ac:picMk id="4104" creationId="{0D9E4CB4-F347-ED43-AF6B-9A1C0B9CF817}"/>
          </ac:picMkLst>
        </pc:picChg>
        <pc:cxnChg chg="add mod">
          <ac:chgData name="Shengli Xu" userId="41272415-5f90-44cd-a729-0b818333e035" providerId="ADAL" clId="{0E1CF1BF-3F99-094B-804E-F60C6F45309E}" dt="2021-09-27T04:08:00.160" v="1041" actId="1076"/>
          <ac:cxnSpMkLst>
            <pc:docMk/>
            <pc:sldMk cId="3050781516" sldId="265"/>
            <ac:cxnSpMk id="15" creationId="{71CA124D-A11A-1C4C-BE67-F4AEDD9D621E}"/>
          </ac:cxnSpMkLst>
        </pc:cxnChg>
        <pc:cxnChg chg="add mod">
          <ac:chgData name="Shengli Xu" userId="41272415-5f90-44cd-a729-0b818333e035" providerId="ADAL" clId="{0E1CF1BF-3F99-094B-804E-F60C6F45309E}" dt="2021-09-27T04:09:06.646" v="1110" actId="208"/>
          <ac:cxnSpMkLst>
            <pc:docMk/>
            <pc:sldMk cId="3050781516" sldId="265"/>
            <ac:cxnSpMk id="18" creationId="{74C46598-2940-FC41-A6CA-9C56E32631A2}"/>
          </ac:cxnSpMkLst>
        </pc:cxnChg>
        <pc:cxnChg chg="add mod">
          <ac:chgData name="Shengli Xu" userId="41272415-5f90-44cd-a729-0b818333e035" providerId="ADAL" clId="{0E1CF1BF-3F99-094B-804E-F60C6F45309E}" dt="2021-09-27T04:09:30.311" v="1118" actId="1037"/>
          <ac:cxnSpMkLst>
            <pc:docMk/>
            <pc:sldMk cId="3050781516" sldId="265"/>
            <ac:cxnSpMk id="21" creationId="{6E57D178-C679-214C-AFDB-D988ABF5010D}"/>
          </ac:cxnSpMkLst>
        </pc:cxnChg>
        <pc:cxnChg chg="add mod">
          <ac:chgData name="Shengli Xu" userId="41272415-5f90-44cd-a729-0b818333e035" providerId="ADAL" clId="{0E1CF1BF-3F99-094B-804E-F60C6F45309E}" dt="2021-09-27T04:09:46.969" v="1125" actId="208"/>
          <ac:cxnSpMkLst>
            <pc:docMk/>
            <pc:sldMk cId="3050781516" sldId="265"/>
            <ac:cxnSpMk id="26" creationId="{4EE7B19F-D35C-E940-9B90-B67360BD48E1}"/>
          </ac:cxnSpMkLst>
        </pc:cxnChg>
        <pc:cxnChg chg="add mod">
          <ac:chgData name="Shengli Xu" userId="41272415-5f90-44cd-a729-0b818333e035" providerId="ADAL" clId="{0E1CF1BF-3F99-094B-804E-F60C6F45309E}" dt="2021-09-27T04:10:00.806" v="1128" actId="208"/>
          <ac:cxnSpMkLst>
            <pc:docMk/>
            <pc:sldMk cId="3050781516" sldId="265"/>
            <ac:cxnSpMk id="28" creationId="{E962370B-B506-1A42-BF39-0A4F63C7BCB3}"/>
          </ac:cxnSpMkLst>
        </pc:cxnChg>
      </pc:sldChg>
      <pc:sldChg chg="addSp delSp modSp mod ord">
        <pc:chgData name="Shengli Xu" userId="41272415-5f90-44cd-a729-0b818333e035" providerId="ADAL" clId="{0E1CF1BF-3F99-094B-804E-F60C6F45309E}" dt="2021-09-27T15:58:57.349" v="1949" actId="1076"/>
        <pc:sldMkLst>
          <pc:docMk/>
          <pc:sldMk cId="2932881959" sldId="266"/>
        </pc:sldMkLst>
        <pc:spChg chg="mod">
          <ac:chgData name="Shengli Xu" userId="41272415-5f90-44cd-a729-0b818333e035" providerId="ADAL" clId="{0E1CF1BF-3F99-094B-804E-F60C6F45309E}" dt="2021-09-27T04:30:49.442" v="1282" actId="20577"/>
          <ac:spMkLst>
            <pc:docMk/>
            <pc:sldMk cId="2932881959" sldId="266"/>
            <ac:spMk id="2" creationId="{A2A83B30-7078-9448-9BEE-42D012F1B9BA}"/>
          </ac:spMkLst>
        </pc:spChg>
        <pc:spChg chg="add mod">
          <ac:chgData name="Shengli Xu" userId="41272415-5f90-44cd-a729-0b818333e035" providerId="ADAL" clId="{0E1CF1BF-3F99-094B-804E-F60C6F45309E}" dt="2021-09-27T04:31:15.620" v="1285" actId="313"/>
          <ac:spMkLst>
            <pc:docMk/>
            <pc:sldMk cId="2932881959" sldId="266"/>
            <ac:spMk id="6" creationId="{F86EF868-61CB-2745-AF5C-3E32D4B5E7FB}"/>
          </ac:spMkLst>
        </pc:spChg>
        <pc:spChg chg="add mod">
          <ac:chgData name="Shengli Xu" userId="41272415-5f90-44cd-a729-0b818333e035" providerId="ADAL" clId="{0E1CF1BF-3F99-094B-804E-F60C6F45309E}" dt="2021-09-27T15:58:08.689" v="1922" actId="1076"/>
          <ac:spMkLst>
            <pc:docMk/>
            <pc:sldMk cId="2932881959" sldId="266"/>
            <ac:spMk id="8" creationId="{E1352B9A-D6A2-9E47-B3C8-77C15F4CE4F8}"/>
          </ac:spMkLst>
        </pc:spChg>
        <pc:spChg chg="add mod">
          <ac:chgData name="Shengli Xu" userId="41272415-5f90-44cd-a729-0b818333e035" providerId="ADAL" clId="{0E1CF1BF-3F99-094B-804E-F60C6F45309E}" dt="2021-09-27T15:58:10.459" v="1923" actId="1076"/>
          <ac:spMkLst>
            <pc:docMk/>
            <pc:sldMk cId="2932881959" sldId="266"/>
            <ac:spMk id="9" creationId="{8B6D13ED-A34C-D24C-BDCD-6E9EA42E39F8}"/>
          </ac:spMkLst>
        </pc:spChg>
        <pc:picChg chg="add mod">
          <ac:chgData name="Shengli Xu" userId="41272415-5f90-44cd-a729-0b818333e035" providerId="ADAL" clId="{0E1CF1BF-3F99-094B-804E-F60C6F45309E}" dt="2021-09-27T15:58:06.156" v="1921" actId="1076"/>
          <ac:picMkLst>
            <pc:docMk/>
            <pc:sldMk cId="2932881959" sldId="266"/>
            <ac:picMk id="7" creationId="{D96BC7DC-1916-A343-AC4D-8D46D4EBFA3F}"/>
          </ac:picMkLst>
        </pc:picChg>
        <pc:picChg chg="add del mod">
          <ac:chgData name="Shengli Xu" userId="41272415-5f90-44cd-a729-0b818333e035" providerId="ADAL" clId="{0E1CF1BF-3F99-094B-804E-F60C6F45309E}" dt="2021-09-27T15:58:53.118" v="1944"/>
          <ac:picMkLst>
            <pc:docMk/>
            <pc:sldMk cId="2932881959" sldId="266"/>
            <ac:picMk id="10" creationId="{34E1B9C4-D858-CF45-BBF6-31BFEBD5DB67}"/>
          </ac:picMkLst>
        </pc:picChg>
        <pc:picChg chg="add mod">
          <ac:chgData name="Shengli Xu" userId="41272415-5f90-44cd-a729-0b818333e035" providerId="ADAL" clId="{0E1CF1BF-3F99-094B-804E-F60C6F45309E}" dt="2021-09-27T15:58:57.349" v="1949" actId="1076"/>
          <ac:picMkLst>
            <pc:docMk/>
            <pc:sldMk cId="2932881959" sldId="266"/>
            <ac:picMk id="12" creationId="{BFFF0F90-0758-2042-8D78-24B2F5685AF5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5:12:00.191" v="1322" actId="14100"/>
        <pc:sldMkLst>
          <pc:docMk/>
          <pc:sldMk cId="3929564251" sldId="268"/>
        </pc:sldMkLst>
        <pc:spChg chg="add mod">
          <ac:chgData name="Shengli Xu" userId="41272415-5f90-44cd-a729-0b818333e035" providerId="ADAL" clId="{0E1CF1BF-3F99-094B-804E-F60C6F45309E}" dt="2021-09-27T05:03:59.318" v="1313" actId="20577"/>
          <ac:spMkLst>
            <pc:docMk/>
            <pc:sldMk cId="3929564251" sldId="268"/>
            <ac:spMk id="8" creationId="{33CB4107-678B-E246-BDCC-DAF8BDBE0DC0}"/>
          </ac:spMkLst>
        </pc:spChg>
        <pc:spChg chg="add del mod">
          <ac:chgData name="Shengli Xu" userId="41272415-5f90-44cd-a729-0b818333e035" providerId="ADAL" clId="{0E1CF1BF-3F99-094B-804E-F60C6F45309E}" dt="2021-09-27T05:03:32.215" v="1297"/>
          <ac:spMkLst>
            <pc:docMk/>
            <pc:sldMk cId="3929564251" sldId="268"/>
            <ac:spMk id="9" creationId="{C2F6683B-7715-1A4B-B4A0-28C98B3BEEAC}"/>
          </ac:spMkLst>
        </pc:spChg>
        <pc:picChg chg="add mod">
          <ac:chgData name="Shengli Xu" userId="41272415-5f90-44cd-a729-0b818333e035" providerId="ADAL" clId="{0E1CF1BF-3F99-094B-804E-F60C6F45309E}" dt="2021-09-27T05:11:55.360" v="1320" actId="14826"/>
          <ac:picMkLst>
            <pc:docMk/>
            <pc:sldMk cId="3929564251" sldId="268"/>
            <ac:picMk id="7" creationId="{D616ACA3-3A80-6943-8AE9-0B3B0F4B87D5}"/>
          </ac:picMkLst>
        </pc:picChg>
        <pc:picChg chg="add mod">
          <ac:chgData name="Shengli Xu" userId="41272415-5f90-44cd-a729-0b818333e035" providerId="ADAL" clId="{0E1CF1BF-3F99-094B-804E-F60C6F45309E}" dt="2021-09-27T05:12:00.191" v="1322" actId="14100"/>
          <ac:picMkLst>
            <pc:docMk/>
            <pc:sldMk cId="3929564251" sldId="268"/>
            <ac:picMk id="11" creationId="{D77FBEF4-31AE-DD41-8EC3-477B5D9F1D7C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5:40:16.706" v="1405" actId="1076"/>
        <pc:sldMkLst>
          <pc:docMk/>
          <pc:sldMk cId="505282949" sldId="269"/>
        </pc:sldMkLst>
        <pc:spChg chg="add mod">
          <ac:chgData name="Shengli Xu" userId="41272415-5f90-44cd-a729-0b818333e035" providerId="ADAL" clId="{0E1CF1BF-3F99-094B-804E-F60C6F45309E}" dt="2021-09-27T05:51:19.103" v="1340"/>
          <ac:spMkLst>
            <pc:docMk/>
            <pc:sldMk cId="505282949" sldId="269"/>
            <ac:spMk id="6" creationId="{F5D12CCC-3C5E-EB4F-85D7-97A134E96166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9" creationId="{D40481BF-EBD6-1A4B-9BCF-87307E4897E4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2" creationId="{F91521F1-7949-1541-94FB-15B1B6812A2B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3" creationId="{F20176D2-E3ED-9A4E-9BCE-3BD372710832}"/>
          </ac:spMkLst>
        </pc:spChg>
        <pc:grpChg chg="add mod">
          <ac:chgData name="Shengli Xu" userId="41272415-5f90-44cd-a729-0b818333e035" providerId="ADAL" clId="{0E1CF1BF-3F99-094B-804E-F60C6F45309E}" dt="2021-09-27T15:40:16.706" v="1405" actId="1076"/>
          <ac:grpSpMkLst>
            <pc:docMk/>
            <pc:sldMk cId="505282949" sldId="269"/>
            <ac:grpSpMk id="10" creationId="{96EA8F87-4D62-E949-AACE-F6EF87C9A6B2}"/>
          </ac:grpSpMkLst>
        </pc:grpChg>
        <pc:picChg chg="add mod">
          <ac:chgData name="Shengli Xu" userId="41272415-5f90-44cd-a729-0b818333e035" providerId="ADAL" clId="{0E1CF1BF-3F99-094B-804E-F60C6F45309E}" dt="2021-09-27T15:36:30.225" v="1362" actId="14100"/>
          <ac:picMkLst>
            <pc:docMk/>
            <pc:sldMk cId="505282949" sldId="269"/>
            <ac:picMk id="8" creationId="{917980BE-351A-1F42-82FD-59701B54246E}"/>
          </ac:picMkLst>
        </pc:picChg>
        <pc:picChg chg="add del">
          <ac:chgData name="Shengli Xu" userId="41272415-5f90-44cd-a729-0b818333e035" providerId="ADAL" clId="{0E1CF1BF-3F99-094B-804E-F60C6F45309E}" dt="2021-09-27T15:21:27.411" v="1351"/>
          <ac:picMkLst>
            <pc:docMk/>
            <pc:sldMk cId="505282949" sldId="269"/>
            <ac:picMk id="8194" creationId="{42913D8B-17EA-F542-B22F-B1134DC39E6F}"/>
          </ac:picMkLst>
        </pc:picChg>
        <pc:picChg chg="add mod">
          <ac:chgData name="Shengli Xu" userId="41272415-5f90-44cd-a729-0b818333e035" providerId="ADAL" clId="{0E1CF1BF-3F99-094B-804E-F60C6F45309E}" dt="2021-09-27T15:40:16.706" v="1405" actId="1076"/>
          <ac:picMkLst>
            <pc:docMk/>
            <pc:sldMk cId="505282949" sldId="269"/>
            <ac:picMk id="8196" creationId="{C07C1F61-0FA1-254D-9487-1120DD5323C0}"/>
          </ac:picMkLst>
        </pc:picChg>
      </pc:sldChg>
      <pc:sldChg chg="addSp modSp mod modAnim">
        <pc:chgData name="Shengli Xu" userId="41272415-5f90-44cd-a729-0b818333e035" providerId="ADAL" clId="{0E1CF1BF-3F99-094B-804E-F60C6F45309E}" dt="2021-09-27T15:49:33.341" v="1705" actId="14100"/>
        <pc:sldMkLst>
          <pc:docMk/>
          <pc:sldMk cId="1711333614" sldId="270"/>
        </pc:sldMkLst>
        <pc:spChg chg="add mod">
          <ac:chgData name="Shengli Xu" userId="41272415-5f90-44cd-a729-0b818333e035" providerId="ADAL" clId="{0E1CF1BF-3F99-094B-804E-F60C6F45309E}" dt="2021-09-27T15:44:11.205" v="1527" actId="20577"/>
          <ac:spMkLst>
            <pc:docMk/>
            <pc:sldMk cId="1711333614" sldId="270"/>
            <ac:spMk id="8" creationId="{FB988452-E71F-4D40-846B-EE7AA5D79FAE}"/>
          </ac:spMkLst>
        </pc:spChg>
        <pc:spChg chg="add mod">
          <ac:chgData name="Shengli Xu" userId="41272415-5f90-44cd-a729-0b818333e035" providerId="ADAL" clId="{0E1CF1BF-3F99-094B-804E-F60C6F45309E}" dt="2021-09-27T15:49:15.606" v="1699" actId="1076"/>
          <ac:spMkLst>
            <pc:docMk/>
            <pc:sldMk cId="1711333614" sldId="270"/>
            <ac:spMk id="9" creationId="{0B21FD79-D6F0-8D43-9E46-416136AE4ABF}"/>
          </ac:spMkLst>
        </pc:spChg>
        <pc:spChg chg="add mod">
          <ac:chgData name="Shengli Xu" userId="41272415-5f90-44cd-a729-0b818333e035" providerId="ADAL" clId="{0E1CF1BF-3F99-094B-804E-F60C6F45309E}" dt="2021-09-27T15:49:33.341" v="1705" actId="14100"/>
          <ac:spMkLst>
            <pc:docMk/>
            <pc:sldMk cId="1711333614" sldId="270"/>
            <ac:spMk id="11" creationId="{7DE614F2-F0C6-A04E-AB36-C5C7EF3FD198}"/>
          </ac:spMkLst>
        </pc:spChg>
        <pc:picChg chg="add mod">
          <ac:chgData name="Shengli Xu" userId="41272415-5f90-44cd-a729-0b818333e035" providerId="ADAL" clId="{0E1CF1BF-3F99-094B-804E-F60C6F45309E}" dt="2021-09-27T15:44:41.105" v="1533" actId="1076"/>
          <ac:picMkLst>
            <pc:docMk/>
            <pc:sldMk cId="1711333614" sldId="270"/>
            <ac:picMk id="7" creationId="{F5BDBBA6-51F2-4945-923B-DC353174623D}"/>
          </ac:picMkLst>
        </pc:picChg>
        <pc:picChg chg="add mod">
          <ac:chgData name="Shengli Xu" userId="41272415-5f90-44cd-a729-0b818333e035" providerId="ADAL" clId="{0E1CF1BF-3F99-094B-804E-F60C6F45309E}" dt="2021-09-27T15:49:15.606" v="1699" actId="1076"/>
          <ac:picMkLst>
            <pc:docMk/>
            <pc:sldMk cId="1711333614" sldId="270"/>
            <ac:picMk id="10" creationId="{2B893484-D43D-4C49-B037-359DE2A50803}"/>
          </ac:picMkLst>
        </pc:picChg>
      </pc:sldChg>
      <pc:sldChg chg="addSp modSp mod">
        <pc:chgData name="Shengli Xu" userId="41272415-5f90-44cd-a729-0b818333e035" providerId="ADAL" clId="{0E1CF1BF-3F99-094B-804E-F60C6F45309E}" dt="2021-09-27T16:45:22.794" v="2488" actId="20577"/>
        <pc:sldMkLst>
          <pc:docMk/>
          <pc:sldMk cId="2954641237" sldId="271"/>
        </pc:sldMkLst>
        <pc:spChg chg="add mod">
          <ac:chgData name="Shengli Xu" userId="41272415-5f90-44cd-a729-0b818333e035" providerId="ADAL" clId="{0E1CF1BF-3F99-094B-804E-F60C6F45309E}" dt="2021-09-27T16:44:56.272" v="2485" actId="14100"/>
          <ac:spMkLst>
            <pc:docMk/>
            <pc:sldMk cId="2954641237" sldId="271"/>
            <ac:spMk id="6" creationId="{CD262710-EFF7-794A-81D9-A1B6980B8C35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9" creationId="{C5F82499-6F21-954F-92B0-DFEDF18D303E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0" creationId="{84700970-41D9-9343-8A8A-5FD13B608C2F}"/>
          </ac:spMkLst>
        </pc:spChg>
        <pc:spChg chg="add mod">
          <ac:chgData name="Shengli Xu" userId="41272415-5f90-44cd-a729-0b818333e035" providerId="ADAL" clId="{0E1CF1BF-3F99-094B-804E-F60C6F45309E}" dt="2021-09-27T16:45:22.794" v="2488" actId="20577"/>
          <ac:spMkLst>
            <pc:docMk/>
            <pc:sldMk cId="2954641237" sldId="271"/>
            <ac:spMk id="11" creationId="{6C8C164A-A053-2A4E-A8A8-243E0A6639D3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2" creationId="{1F9BE7EF-2DAC-DD4C-A16C-C45C46ACA88A}"/>
          </ac:spMkLst>
        </pc:spChg>
        <pc:picChg chg="add mod">
          <ac:chgData name="Shengli Xu" userId="41272415-5f90-44cd-a729-0b818333e035" providerId="ADAL" clId="{0E1CF1BF-3F99-094B-804E-F60C6F45309E}" dt="2021-09-27T16:45:12.799" v="2487" actId="1076"/>
          <ac:picMkLst>
            <pc:docMk/>
            <pc:sldMk cId="2954641237" sldId="271"/>
            <ac:picMk id="8" creationId="{C03C2E7E-1FF5-3D49-8CAC-76E67315BA5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6:39:54.730" v="2348" actId="14826"/>
        <pc:sldMkLst>
          <pc:docMk/>
          <pc:sldMk cId="1341534579" sldId="273"/>
        </pc:sldMkLst>
        <pc:spChg chg="add mod">
          <ac:chgData name="Shengli Xu" userId="41272415-5f90-44cd-a729-0b818333e035" providerId="ADAL" clId="{0E1CF1BF-3F99-094B-804E-F60C6F45309E}" dt="2021-09-27T16:29:21.883" v="2338" actId="20577"/>
          <ac:spMkLst>
            <pc:docMk/>
            <pc:sldMk cId="1341534579" sldId="273"/>
            <ac:spMk id="6" creationId="{CC462A58-C2DE-8F49-88E4-1729B1531382}"/>
          </ac:spMkLst>
        </pc:spChg>
        <pc:picChg chg="add del mod">
          <ac:chgData name="Shengli Xu" userId="41272415-5f90-44cd-a729-0b818333e035" providerId="ADAL" clId="{0E1CF1BF-3F99-094B-804E-F60C6F45309E}" dt="2021-09-27T16:38:59.102" v="2343" actId="478"/>
          <ac:picMkLst>
            <pc:docMk/>
            <pc:sldMk cId="1341534579" sldId="273"/>
            <ac:picMk id="8" creationId="{A0EA32D2-3BEC-E74B-9DD2-47B8BEEEF62C}"/>
          </ac:picMkLst>
        </pc:picChg>
        <pc:picChg chg="add mod">
          <ac:chgData name="Shengli Xu" userId="41272415-5f90-44cd-a729-0b818333e035" providerId="ADAL" clId="{0E1CF1BF-3F99-094B-804E-F60C6F45309E}" dt="2021-09-27T16:39:54.730" v="2348" actId="14826"/>
          <ac:picMkLst>
            <pc:docMk/>
            <pc:sldMk cId="1341534579" sldId="273"/>
            <ac:picMk id="10" creationId="{C2C54755-0CC2-0F48-8228-02929530A73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1:18:39.613" v="114" actId="1076"/>
        <pc:sldMkLst>
          <pc:docMk/>
          <pc:sldMk cId="3092767314" sldId="274"/>
        </pc:sldMkLst>
        <pc:spChg chg="mod">
          <ac:chgData name="Shengli Xu" userId="41272415-5f90-44cd-a729-0b818333e035" providerId="ADAL" clId="{0E1CF1BF-3F99-094B-804E-F60C6F45309E}" dt="2021-09-27T01:12:24.743" v="9" actId="1076"/>
          <ac:spMkLst>
            <pc:docMk/>
            <pc:sldMk cId="3092767314" sldId="274"/>
            <ac:spMk id="6" creationId="{EB261EDF-2A79-CE4B-8821-6B581669F515}"/>
          </ac:spMkLst>
        </pc:spChg>
        <pc:spChg chg="del mod">
          <ac:chgData name="Shengli Xu" userId="41272415-5f90-44cd-a729-0b818333e035" providerId="ADAL" clId="{0E1CF1BF-3F99-094B-804E-F60C6F45309E}" dt="2021-09-27T01:12:05.485" v="3" actId="478"/>
          <ac:spMkLst>
            <pc:docMk/>
            <pc:sldMk cId="3092767314" sldId="274"/>
            <ac:spMk id="7" creationId="{B3E4E378-FC5C-8D40-928A-BD72E20E8710}"/>
          </ac:spMkLst>
        </pc:spChg>
        <pc:spChg chg="del mod">
          <ac:chgData name="Shengli Xu" userId="41272415-5f90-44cd-a729-0b818333e035" providerId="ADAL" clId="{0E1CF1BF-3F99-094B-804E-F60C6F45309E}" dt="2021-09-27T01:15:52.755" v="35" actId="478"/>
          <ac:spMkLst>
            <pc:docMk/>
            <pc:sldMk cId="3092767314" sldId="274"/>
            <ac:spMk id="8" creationId="{74AD5644-36FD-2143-93DD-7F79AB5D8638}"/>
          </ac:spMkLst>
        </pc:spChg>
        <pc:spChg chg="add mod">
          <ac:chgData name="Shengli Xu" userId="41272415-5f90-44cd-a729-0b818333e035" providerId="ADAL" clId="{0E1CF1BF-3F99-094B-804E-F60C6F45309E}" dt="2021-09-27T01:17:39.685" v="45" actId="1076"/>
          <ac:spMkLst>
            <pc:docMk/>
            <pc:sldMk cId="3092767314" sldId="274"/>
            <ac:spMk id="10" creationId="{6C1878A0-14F2-5E46-B7D4-BFBC8E7F36BD}"/>
          </ac:spMkLst>
        </pc:spChg>
        <pc:spChg chg="add mod">
          <ac:chgData name="Shengli Xu" userId="41272415-5f90-44cd-a729-0b818333e035" providerId="ADAL" clId="{0E1CF1BF-3F99-094B-804E-F60C6F45309E}" dt="2021-09-27T01:18:39.613" v="114" actId="1076"/>
          <ac:spMkLst>
            <pc:docMk/>
            <pc:sldMk cId="3092767314" sldId="274"/>
            <ac:spMk id="12" creationId="{22E50575-7971-D844-9967-D8C403554D95}"/>
          </ac:spMkLst>
        </pc:spChg>
        <pc:picChg chg="add mod">
          <ac:chgData name="Shengli Xu" userId="41272415-5f90-44cd-a729-0b818333e035" providerId="ADAL" clId="{0E1CF1BF-3F99-094B-804E-F60C6F45309E}" dt="2021-09-27T01:17:35.972" v="44" actId="14100"/>
          <ac:picMkLst>
            <pc:docMk/>
            <pc:sldMk cId="3092767314" sldId="274"/>
            <ac:picMk id="9" creationId="{ABC92B1F-0C10-E842-A330-ABCF30E702E0}"/>
          </ac:picMkLst>
        </pc:picChg>
        <pc:picChg chg="add mod">
          <ac:chgData name="Shengli Xu" userId="41272415-5f90-44cd-a729-0b818333e035" providerId="ADAL" clId="{0E1CF1BF-3F99-094B-804E-F60C6F45309E}" dt="2021-09-27T01:17:33.216" v="43" actId="1076"/>
          <ac:picMkLst>
            <pc:docMk/>
            <pc:sldMk cId="3092767314" sldId="274"/>
            <ac:picMk id="1026" creationId="{DE03F553-A90B-7B47-936F-9B88C23227A3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9:28:56.660" v="3089" actId="1076"/>
        <pc:sldMkLst>
          <pc:docMk/>
          <pc:sldMk cId="221034975" sldId="275"/>
        </pc:sldMkLst>
        <pc:spChg chg="mod">
          <ac:chgData name="Shengli Xu" userId="41272415-5f90-44cd-a729-0b818333e035" providerId="ADAL" clId="{0E1CF1BF-3F99-094B-804E-F60C6F45309E}" dt="2021-09-27T01:21:59.219" v="145" actId="20577"/>
          <ac:spMkLst>
            <pc:docMk/>
            <pc:sldMk cId="221034975" sldId="275"/>
            <ac:spMk id="2" creationId="{98F1A6D1-D0D7-764B-A3DC-60F6A1DCB63D}"/>
          </ac:spMkLst>
        </pc:spChg>
        <pc:spChg chg="mod">
          <ac:chgData name="Shengli Xu" userId="41272415-5f90-44cd-a729-0b818333e035" providerId="ADAL" clId="{0E1CF1BF-3F99-094B-804E-F60C6F45309E}" dt="2021-09-27T19:28:56.660" v="3089" actId="1076"/>
          <ac:spMkLst>
            <pc:docMk/>
            <pc:sldMk cId="221034975" sldId="275"/>
            <ac:spMk id="22" creationId="{79E61523-D481-3745-B6A9-80B5F7C217FF}"/>
          </ac:spMkLst>
        </pc:spChg>
        <pc:spChg chg="del mod">
          <ac:chgData name="Shengli Xu" userId="41272415-5f90-44cd-a729-0b818333e035" providerId="ADAL" clId="{0E1CF1BF-3F99-094B-804E-F60C6F45309E}" dt="2021-09-27T01:22:49.012" v="151" actId="478"/>
          <ac:spMkLst>
            <pc:docMk/>
            <pc:sldMk cId="221034975" sldId="275"/>
            <ac:spMk id="23" creationId="{A2B91E40-DECE-D04C-9D7F-2D483CF8DEA3}"/>
          </ac:spMkLst>
        </pc:spChg>
        <pc:graphicFrameChg chg="add mod modGraphic">
          <ac:chgData name="Shengli Xu" userId="41272415-5f90-44cd-a729-0b818333e035" providerId="ADAL" clId="{0E1CF1BF-3F99-094B-804E-F60C6F45309E}" dt="2021-09-27T04:48:34.721" v="1287" actId="20577"/>
          <ac:graphicFrameMkLst>
            <pc:docMk/>
            <pc:sldMk cId="221034975" sldId="275"/>
            <ac:graphicFrameMk id="6" creationId="{D605C831-1F9A-954B-AD64-F62FD8B0DF69}"/>
          </ac:graphicFrameMkLst>
        </pc:graphicFrameChg>
      </pc:sldChg>
      <pc:sldChg chg="addSp modSp mod">
        <pc:chgData name="Shengli Xu" userId="41272415-5f90-44cd-a729-0b818333e035" providerId="ADAL" clId="{0E1CF1BF-3F99-094B-804E-F60C6F45309E}" dt="2021-09-27T19:28:42.320" v="3087" actId="1076"/>
        <pc:sldMkLst>
          <pc:docMk/>
          <pc:sldMk cId="2267949169" sldId="277"/>
        </pc:sldMkLst>
        <pc:spChg chg="mod">
          <ac:chgData name="Shengli Xu" userId="41272415-5f90-44cd-a729-0b818333e035" providerId="ADAL" clId="{0E1CF1BF-3F99-094B-804E-F60C6F45309E}" dt="2021-09-27T19:28:38.090" v="3086" actId="1076"/>
          <ac:spMkLst>
            <pc:docMk/>
            <pc:sldMk cId="2267949169" sldId="277"/>
            <ac:spMk id="6" creationId="{7B895E22-B70D-6F42-AD20-7408A1975B1F}"/>
          </ac:spMkLst>
        </pc:spChg>
        <pc:spChg chg="add mod">
          <ac:chgData name="Shengli Xu" userId="41272415-5f90-44cd-a729-0b818333e035" providerId="ADAL" clId="{0E1CF1BF-3F99-094B-804E-F60C6F45309E}" dt="2021-09-27T18:30:15.547" v="2913" actId="1076"/>
          <ac:spMkLst>
            <pc:docMk/>
            <pc:sldMk cId="2267949169" sldId="277"/>
            <ac:spMk id="7" creationId="{A2243511-7EB8-8644-9451-23E6C9E62F11}"/>
          </ac:spMkLst>
        </pc:spChg>
        <pc:spChg chg="add mod">
          <ac:chgData name="Shengli Xu" userId="41272415-5f90-44cd-a729-0b818333e035" providerId="ADAL" clId="{0E1CF1BF-3F99-094B-804E-F60C6F45309E}" dt="2021-09-27T19:28:42.320" v="3087" actId="1076"/>
          <ac:spMkLst>
            <pc:docMk/>
            <pc:sldMk cId="2267949169" sldId="277"/>
            <ac:spMk id="8" creationId="{313CFFDE-0943-B44D-B9F6-2C87DF28E585}"/>
          </ac:spMkLst>
        </pc:spChg>
      </pc:sldChg>
      <pc:sldChg chg="del">
        <pc:chgData name="Shengli Xu" userId="41272415-5f90-44cd-a729-0b818333e035" providerId="ADAL" clId="{0E1CF1BF-3F99-094B-804E-F60C6F45309E}" dt="2021-09-27T18:32:03.904" v="2997" actId="2696"/>
        <pc:sldMkLst>
          <pc:docMk/>
          <pc:sldMk cId="3355385571" sldId="278"/>
        </pc:sldMkLst>
      </pc:sldChg>
      <pc:sldChg chg="addSp delSp modSp mod">
        <pc:chgData name="Shengli Xu" userId="41272415-5f90-44cd-a729-0b818333e035" providerId="ADAL" clId="{0E1CF1BF-3F99-094B-804E-F60C6F45309E}" dt="2021-09-27T19:28:47.690" v="3088" actId="1076"/>
        <pc:sldMkLst>
          <pc:docMk/>
          <pc:sldMk cId="825861886" sldId="279"/>
        </pc:sldMkLst>
        <pc:spChg chg="mod">
          <ac:chgData name="Shengli Xu" userId="41272415-5f90-44cd-a729-0b818333e035" providerId="ADAL" clId="{0E1CF1BF-3F99-094B-804E-F60C6F45309E}" dt="2021-09-27T19:28:47.690" v="3088" actId="1076"/>
          <ac:spMkLst>
            <pc:docMk/>
            <pc:sldMk cId="825861886" sldId="279"/>
            <ac:spMk id="6" creationId="{0B617411-0FF4-D24E-AD92-DA253A411198}"/>
          </ac:spMkLst>
        </pc:spChg>
        <pc:picChg chg="add mod">
          <ac:chgData name="Shengli Xu" userId="41272415-5f90-44cd-a729-0b818333e035" providerId="ADAL" clId="{0E1CF1BF-3F99-094B-804E-F60C6F45309E}" dt="2021-09-27T18:05:46.526" v="2659" actId="1076"/>
          <ac:picMkLst>
            <pc:docMk/>
            <pc:sldMk cId="825861886" sldId="279"/>
            <ac:picMk id="8" creationId="{333BEB4D-95D8-4048-A7D5-2FD9222CFA41}"/>
          </ac:picMkLst>
        </pc:picChg>
        <pc:picChg chg="del">
          <ac:chgData name="Shengli Xu" userId="41272415-5f90-44cd-a729-0b818333e035" providerId="ADAL" clId="{0E1CF1BF-3F99-094B-804E-F60C6F45309E}" dt="2021-09-27T17:55:27.589" v="2489" actId="478"/>
          <ac:picMkLst>
            <pc:docMk/>
            <pc:sldMk cId="825861886" sldId="279"/>
            <ac:picMk id="3074" creationId="{DF5A41FD-09BF-F84B-8897-1A74B571B1D1}"/>
          </ac:picMkLst>
        </pc:picChg>
      </pc:sldChg>
      <pc:sldChg chg="addSp delSp modSp add mod ord">
        <pc:chgData name="Shengli Xu" userId="41272415-5f90-44cd-a729-0b818333e035" providerId="ADAL" clId="{0E1CF1BF-3F99-094B-804E-F60C6F45309E}" dt="2021-09-27T19:33:06.774" v="3409" actId="20577"/>
        <pc:sldMkLst>
          <pc:docMk/>
          <pc:sldMk cId="616427272" sldId="281"/>
        </pc:sldMkLst>
        <pc:spChg chg="mod">
          <ac:chgData name="Shengli Xu" userId="41272415-5f90-44cd-a729-0b818333e035" providerId="ADAL" clId="{0E1CF1BF-3F99-094B-804E-F60C6F45309E}" dt="2021-09-27T18:44:58.527" v="3059" actId="20577"/>
          <ac:spMkLst>
            <pc:docMk/>
            <pc:sldMk cId="616427272" sldId="281"/>
            <ac:spMk id="2" creationId="{A97DA023-4912-5F4E-BF13-EF9E5E54CBFD}"/>
          </ac:spMkLst>
        </pc:spChg>
        <pc:spChg chg="mod">
          <ac:chgData name="Shengli Xu" userId="41272415-5f90-44cd-a729-0b818333e035" providerId="ADAL" clId="{0E1CF1BF-3F99-094B-804E-F60C6F45309E}" dt="2021-09-27T19:28:32.179" v="3085" actId="1076"/>
          <ac:spMkLst>
            <pc:docMk/>
            <pc:sldMk cId="616427272" sldId="281"/>
            <ac:spMk id="6" creationId="{0B617411-0FF4-D24E-AD92-DA253A411198}"/>
          </ac:spMkLst>
        </pc:spChg>
        <pc:spChg chg="add mod">
          <ac:chgData name="Shengli Xu" userId="41272415-5f90-44cd-a729-0b818333e035" providerId="ADAL" clId="{0E1CF1BF-3F99-094B-804E-F60C6F45309E}" dt="2021-09-27T19:31:33.993" v="3293" actId="1076"/>
          <ac:spMkLst>
            <pc:docMk/>
            <pc:sldMk cId="616427272" sldId="281"/>
            <ac:spMk id="10" creationId="{0A0DE2F9-5CF6-5E4A-9D2A-E6217F3B2C25}"/>
          </ac:spMkLst>
        </pc:spChg>
        <pc:spChg chg="add mod">
          <ac:chgData name="Shengli Xu" userId="41272415-5f90-44cd-a729-0b818333e035" providerId="ADAL" clId="{0E1CF1BF-3F99-094B-804E-F60C6F45309E}" dt="2021-09-27T19:33:06.774" v="3409" actId="20577"/>
          <ac:spMkLst>
            <pc:docMk/>
            <pc:sldMk cId="616427272" sldId="281"/>
            <ac:spMk id="11" creationId="{1C59AB91-FC29-DB41-A71E-6E8E83879C22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2" creationId="{778FBB62-0B64-CE49-9313-5FC5A825655B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3" creationId="{D92A6B73-2268-4041-91B4-2DA8DABD7042}"/>
          </ac:spMkLst>
        </pc:spChg>
        <pc:picChg chg="del">
          <ac:chgData name="Shengli Xu" userId="41272415-5f90-44cd-a729-0b818333e035" providerId="ADAL" clId="{0E1CF1BF-3F99-094B-804E-F60C6F45309E}" dt="2021-09-27T19:26:01.263" v="3060" actId="478"/>
          <ac:picMkLst>
            <pc:docMk/>
            <pc:sldMk cId="616427272" sldId="281"/>
            <ac:picMk id="8" creationId="{333BEB4D-95D8-4048-A7D5-2FD9222CFA41}"/>
          </ac:picMkLst>
        </pc:picChg>
        <pc:picChg chg="add mod">
          <ac:chgData name="Shengli Xu" userId="41272415-5f90-44cd-a729-0b818333e035" providerId="ADAL" clId="{0E1CF1BF-3F99-094B-804E-F60C6F45309E}" dt="2021-09-27T19:26:14.466" v="3064" actId="1076"/>
          <ac:picMkLst>
            <pc:docMk/>
            <pc:sldMk cId="616427272" sldId="281"/>
            <ac:picMk id="9" creationId="{3F09A50B-A06B-234D-84B1-D38194C189E6}"/>
          </ac:picMkLst>
        </pc:picChg>
      </pc:sldChg>
    </pc:docChg>
  </pc:docChgLst>
  <pc:docChgLst>
    <pc:chgData name="Shengli Xu" userId="S::shenglx@clemson.edu::41272415-5f90-44cd-a729-0b818333e035" providerId="AD" clId="Web-{F20DCC72-7157-FEEE-F242-DA0C462612B6}"/>
    <pc:docChg chg="delSld modSld">
      <pc:chgData name="Shengli Xu" userId="S::shenglx@clemson.edu::41272415-5f90-44cd-a729-0b818333e035" providerId="AD" clId="Web-{F20DCC72-7157-FEEE-F242-DA0C462612B6}" dt="2021-09-27T01:05:30.608" v="81" actId="20577"/>
      <pc:docMkLst>
        <pc:docMk/>
      </pc:docMkLst>
      <pc:sldChg chg="modSp">
        <pc:chgData name="Shengli Xu" userId="S::shenglx@clemson.edu::41272415-5f90-44cd-a729-0b818333e035" providerId="AD" clId="Web-{F20DCC72-7157-FEEE-F242-DA0C462612B6}" dt="2021-09-27T01:05:30.608" v="81" actId="20577"/>
        <pc:sldMkLst>
          <pc:docMk/>
          <pc:sldMk cId="3409173171" sldId="260"/>
        </pc:sldMkLst>
        <pc:spChg chg="mod">
          <ac:chgData name="Shengli Xu" userId="S::shenglx@clemson.edu::41272415-5f90-44cd-a729-0b818333e035" providerId="AD" clId="Web-{F20DCC72-7157-FEEE-F242-DA0C462612B6}" dt="2021-09-27T01:05:30.608" v="81" actId="20577"/>
          <ac:spMkLst>
            <pc:docMk/>
            <pc:sldMk cId="3409173171" sldId="260"/>
            <ac:spMk id="8" creationId="{CF2DEFD0-B04E-D847-BFC7-78F4A6B56544}"/>
          </ac:spMkLst>
        </pc:spChg>
      </pc:sldChg>
      <pc:sldChg chg="del">
        <pc:chgData name="Shengli Xu" userId="S::shenglx@clemson.edu::41272415-5f90-44cd-a729-0b818333e035" providerId="AD" clId="Web-{F20DCC72-7157-FEEE-F242-DA0C462612B6}" dt="2021-09-27T01:02:04.533" v="0"/>
        <pc:sldMkLst>
          <pc:docMk/>
          <pc:sldMk cId="3488430225" sldId="267"/>
        </pc:sldMkLst>
      </pc:sldChg>
      <pc:sldChg chg="del">
        <pc:chgData name="Shengli Xu" userId="S::shenglx@clemson.edu::41272415-5f90-44cd-a729-0b818333e035" providerId="AD" clId="Web-{F20DCC72-7157-FEEE-F242-DA0C462612B6}" dt="2021-09-27T01:02:41.707" v="1"/>
        <pc:sldMkLst>
          <pc:docMk/>
          <pc:sldMk cId="3224865616" sldId="272"/>
        </pc:sldMkLst>
      </pc:sldChg>
      <pc:sldChg chg="del">
        <pc:chgData name="Shengli Xu" userId="S::shenglx@clemson.edu::41272415-5f90-44cd-a729-0b818333e035" providerId="AD" clId="Web-{F20DCC72-7157-FEEE-F242-DA0C462612B6}" dt="2021-09-27T01:02:45.129" v="2"/>
        <pc:sldMkLst>
          <pc:docMk/>
          <pc:sldMk cId="3689958216" sldId="276"/>
        </pc:sldMkLst>
      </pc:sldChg>
    </pc:docChg>
  </pc:docChgLst>
  <pc:docChgLst>
    <pc:chgData name="Shengli Xu" userId="S::shenglx@clemson.edu::41272415-5f90-44cd-a729-0b818333e035" providerId="AD" clId="Web-{0C85509D-3F23-10BF-D519-C273917A24C8}"/>
    <pc:docChg chg="modSld">
      <pc:chgData name="Shengli Xu" userId="S::shenglx@clemson.edu::41272415-5f90-44cd-a729-0b818333e035" providerId="AD" clId="Web-{0C85509D-3F23-10BF-D519-C273917A24C8}" dt="2021-11-02T02:36:45.126" v="3" actId="20577"/>
      <pc:docMkLst>
        <pc:docMk/>
      </pc:docMkLst>
      <pc:sldChg chg="modSp">
        <pc:chgData name="Shengli Xu" userId="S::shenglx@clemson.edu::41272415-5f90-44cd-a729-0b818333e035" providerId="AD" clId="Web-{0C85509D-3F23-10BF-D519-C273917A24C8}" dt="2021-11-02T02:36:45.126" v="3" actId="20577"/>
        <pc:sldMkLst>
          <pc:docMk/>
          <pc:sldMk cId="2881748317" sldId="256"/>
        </pc:sldMkLst>
        <pc:spChg chg="mod">
          <ac:chgData name="Shengli Xu" userId="S::shenglx@clemson.edu::41272415-5f90-44cd-a729-0b818333e035" providerId="AD" clId="Web-{0C85509D-3F23-10BF-D519-C273917A24C8}" dt="2021-11-02T02:36:45.126" v="3" actId="20577"/>
          <ac:spMkLst>
            <pc:docMk/>
            <pc:sldMk cId="2881748317" sldId="256"/>
            <ac:spMk id="3" creationId="{B40E8E6E-E0DE-1C4C-994A-203776ACFE2F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delSld modSld sldOrd modMainMaster">
      <pc:chgData name="Shubhendu Kumar Singh" userId="461b01912b5747a3" providerId="LiveId" clId="{123257E2-2039-4D81-A3D1-C3DE1B36AB83}" dt="2024-08-29T03:11:01.333" v="2092" actId="20577"/>
      <pc:docMkLst>
        <pc:docMk/>
      </pc:docMkLst>
      <pc:sldChg chg="del">
        <pc:chgData name="Shubhendu Kumar Singh" userId="461b01912b5747a3" providerId="LiveId" clId="{123257E2-2039-4D81-A3D1-C3DE1B36AB83}" dt="2024-08-28T23:39:31.490" v="161" actId="47"/>
        <pc:sldMkLst>
          <pc:docMk/>
          <pc:sldMk cId="3159820468" sldId="319"/>
        </pc:sldMkLst>
      </pc:sldChg>
      <pc:sldChg chg="addSp delSp modSp mod">
        <pc:chgData name="Shubhendu Kumar Singh" userId="461b01912b5747a3" providerId="LiveId" clId="{123257E2-2039-4D81-A3D1-C3DE1B36AB83}" dt="2024-08-28T23:29:13.971" v="49" actId="1076"/>
        <pc:sldMkLst>
          <pc:docMk/>
          <pc:sldMk cId="734630831" sldId="365"/>
        </pc:sldMkLst>
        <pc:spChg chg="mod">
          <ac:chgData name="Shubhendu Kumar Singh" userId="461b01912b5747a3" providerId="LiveId" clId="{123257E2-2039-4D81-A3D1-C3DE1B36AB83}" dt="2024-08-28T23:29:03.527" v="48" actId="14100"/>
          <ac:spMkLst>
            <pc:docMk/>
            <pc:sldMk cId="734630831" sldId="365"/>
            <ac:spMk id="2" creationId="{0C0BE678-E0CC-CA40-A743-BD01E3D36058}"/>
          </ac:spMkLst>
        </pc:spChg>
        <pc:spChg chg="del">
          <ac:chgData name="Shubhendu Kumar Singh" userId="461b01912b5747a3" providerId="LiveId" clId="{123257E2-2039-4D81-A3D1-C3DE1B36AB83}" dt="2024-08-28T23:28:35.262" v="40" actId="478"/>
          <ac:spMkLst>
            <pc:docMk/>
            <pc:sldMk cId="734630831" sldId="365"/>
            <ac:spMk id="3" creationId="{B40E8E6E-E0DE-1C4C-994A-203776ACFE2F}"/>
          </ac:spMkLst>
        </pc:spChg>
        <pc:spChg chg="mod">
          <ac:chgData name="Shubhendu Kumar Singh" userId="461b01912b5747a3" providerId="LiveId" clId="{123257E2-2039-4D81-A3D1-C3DE1B36AB83}" dt="2024-08-28T23:29:13.971" v="49" actId="1076"/>
          <ac:spMkLst>
            <pc:docMk/>
            <pc:sldMk cId="734630831" sldId="365"/>
            <ac:spMk id="4" creationId="{DE1A6919-18F5-A712-B94E-DF0EF7EB3159}"/>
          </ac:spMkLst>
        </pc:spChg>
        <pc:spChg chg="add del mod">
          <ac:chgData name="Shubhendu Kumar Singh" userId="461b01912b5747a3" providerId="LiveId" clId="{123257E2-2039-4D81-A3D1-C3DE1B36AB83}" dt="2024-08-28T23:28:48.819" v="46" actId="478"/>
          <ac:spMkLst>
            <pc:docMk/>
            <pc:sldMk cId="734630831" sldId="365"/>
            <ac:spMk id="7" creationId="{84ABD735-7211-C4DC-C4C0-F83212B97BED}"/>
          </ac:spMkLst>
        </pc:spChg>
      </pc:sldChg>
      <pc:sldChg chg="del">
        <pc:chgData name="Shubhendu Kumar Singh" userId="461b01912b5747a3" providerId="LiveId" clId="{123257E2-2039-4D81-A3D1-C3DE1B36AB83}" dt="2024-08-28T23:53:59.678" v="391" actId="47"/>
        <pc:sldMkLst>
          <pc:docMk/>
          <pc:sldMk cId="2646354947" sldId="366"/>
        </pc:sldMkLst>
      </pc:sldChg>
      <pc:sldChg chg="addSp delSp modSp mod ord">
        <pc:chgData name="Shubhendu Kumar Singh" userId="461b01912b5747a3" providerId="LiveId" clId="{123257E2-2039-4D81-A3D1-C3DE1B36AB83}" dt="2024-08-29T01:20:11.819" v="1362" actId="12385"/>
        <pc:sldMkLst>
          <pc:docMk/>
          <pc:sldMk cId="382193129" sldId="367"/>
        </pc:sldMkLst>
        <pc:spChg chg="mod">
          <ac:chgData name="Shubhendu Kumar Singh" userId="461b01912b5747a3" providerId="LiveId" clId="{123257E2-2039-4D81-A3D1-C3DE1B36AB83}" dt="2024-08-29T01:02:54.783" v="1010" actId="14100"/>
          <ac:spMkLst>
            <pc:docMk/>
            <pc:sldMk cId="382193129" sldId="367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8-29T01:02:02.820" v="914" actId="478"/>
          <ac:spMkLst>
            <pc:docMk/>
            <pc:sldMk cId="382193129" sldId="367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9T01:02:04.612" v="915" actId="478"/>
          <ac:spMkLst>
            <pc:docMk/>
            <pc:sldMk cId="382193129" sldId="367"/>
            <ac:spMk id="4" creationId="{3743D6F4-E159-B626-338E-538D886DAE09}"/>
          </ac:spMkLst>
        </pc:spChg>
        <pc:graphicFrameChg chg="add mod modGraphic">
          <ac:chgData name="Shubhendu Kumar Singh" userId="461b01912b5747a3" providerId="LiveId" clId="{123257E2-2039-4D81-A3D1-C3DE1B36AB83}" dt="2024-08-29T01:20:11.819" v="1362" actId="12385"/>
          <ac:graphicFrameMkLst>
            <pc:docMk/>
            <pc:sldMk cId="382193129" sldId="367"/>
            <ac:graphicFrameMk id="5" creationId="{AD47E71D-9E09-EFAC-FA97-D07C2BEBA6B3}"/>
          </ac:graphicFrameMkLst>
        </pc:graphicFrameChg>
      </pc:sldChg>
      <pc:sldChg chg="addSp delSp modSp mod">
        <pc:chgData name="Shubhendu Kumar Singh" userId="461b01912b5747a3" providerId="LiveId" clId="{123257E2-2039-4D81-A3D1-C3DE1B36AB83}" dt="2024-08-29T00:28:58.380" v="633" actId="20577"/>
        <pc:sldMkLst>
          <pc:docMk/>
          <pc:sldMk cId="3279733034" sldId="368"/>
        </pc:sldMkLst>
        <pc:spChg chg="mod">
          <ac:chgData name="Shubhendu Kumar Singh" userId="461b01912b5747a3" providerId="LiveId" clId="{123257E2-2039-4D81-A3D1-C3DE1B36AB83}" dt="2024-08-28T23:30:16.856" v="124" actId="20577"/>
          <ac:spMkLst>
            <pc:docMk/>
            <pc:sldMk cId="3279733034" sldId="368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8T23:29:19.100" v="50" actId="478"/>
          <ac:spMkLst>
            <pc:docMk/>
            <pc:sldMk cId="3279733034" sldId="368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8T23:53:23.257" v="386" actId="478"/>
          <ac:spMkLst>
            <pc:docMk/>
            <pc:sldMk cId="3279733034" sldId="368"/>
            <ac:spMk id="8" creationId="{8BFBE6A0-6F09-4CBE-2AD7-ED9837DFB076}"/>
          </ac:spMkLst>
        </pc:spChg>
        <pc:spChg chg="add mod">
          <ac:chgData name="Shubhendu Kumar Singh" userId="461b01912b5747a3" providerId="LiveId" clId="{123257E2-2039-4D81-A3D1-C3DE1B36AB83}" dt="2024-08-29T00:28:58.380" v="633" actId="20577"/>
          <ac:spMkLst>
            <pc:docMk/>
            <pc:sldMk cId="3279733034" sldId="368"/>
            <ac:spMk id="10" creationId="{6F3E99E0-DFFE-9A4E-FA88-33FB4552B440}"/>
          </ac:spMkLst>
        </pc:spChg>
        <pc:spChg chg="add mod">
          <ac:chgData name="Shubhendu Kumar Singh" userId="461b01912b5747a3" providerId="LiveId" clId="{123257E2-2039-4D81-A3D1-C3DE1B36AB83}" dt="2024-08-29T00:28:24.878" v="603" actId="20577"/>
          <ac:spMkLst>
            <pc:docMk/>
            <pc:sldMk cId="3279733034" sldId="368"/>
            <ac:spMk id="11" creationId="{CEF076AF-84B2-47B5-C2D1-4671DF13D30B}"/>
          </ac:spMkLst>
        </pc:spChg>
        <pc:picChg chg="add del mod">
          <ac:chgData name="Shubhendu Kumar Singh" userId="461b01912b5747a3" providerId="LiveId" clId="{123257E2-2039-4D81-A3D1-C3DE1B36AB83}" dt="2024-08-29T00:26:09.510" v="556" actId="478"/>
          <ac:picMkLst>
            <pc:docMk/>
            <pc:sldMk cId="3279733034" sldId="368"/>
            <ac:picMk id="5" creationId="{CE29ED5B-2E6F-2F4C-02EA-FA8E1873473E}"/>
          </ac:picMkLst>
        </pc:picChg>
        <pc:picChg chg="add del mod">
          <ac:chgData name="Shubhendu Kumar Singh" userId="461b01912b5747a3" providerId="LiveId" clId="{123257E2-2039-4D81-A3D1-C3DE1B36AB83}" dt="2024-08-29T00:26:58.043" v="562" actId="478"/>
          <ac:picMkLst>
            <pc:docMk/>
            <pc:sldMk cId="3279733034" sldId="368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26:42.471" v="561" actId="1076"/>
          <ac:picMkLst>
            <pc:docMk/>
            <pc:sldMk cId="3279733034" sldId="368"/>
            <ac:picMk id="12" creationId="{0ED3836D-2A5B-720D-1AE0-A0472FAD6B06}"/>
          </ac:picMkLst>
        </pc:picChg>
        <pc:picChg chg="add mod">
          <ac:chgData name="Shubhendu Kumar Singh" userId="461b01912b5747a3" providerId="LiveId" clId="{123257E2-2039-4D81-A3D1-C3DE1B36AB83}" dt="2024-08-29T00:27:33.697" v="570" actId="1076"/>
          <ac:picMkLst>
            <pc:docMk/>
            <pc:sldMk cId="3279733034" sldId="368"/>
            <ac:picMk id="13" creationId="{1723F26D-0AF1-6F63-9865-70EB6FC240DD}"/>
          </ac:picMkLst>
        </pc:picChg>
      </pc:sldChg>
      <pc:sldChg chg="del">
        <pc:chgData name="Shubhendu Kumar Singh" userId="461b01912b5747a3" providerId="LiveId" clId="{123257E2-2039-4D81-A3D1-C3DE1B36AB83}" dt="2024-08-28T23:39:36.703" v="163" actId="47"/>
        <pc:sldMkLst>
          <pc:docMk/>
          <pc:sldMk cId="1564619544" sldId="369"/>
        </pc:sldMkLst>
      </pc:sldChg>
      <pc:sldChg chg="del">
        <pc:chgData name="Shubhendu Kumar Singh" userId="461b01912b5747a3" providerId="LiveId" clId="{123257E2-2039-4D81-A3D1-C3DE1B36AB83}" dt="2024-08-28T23:54:01.450" v="392" actId="47"/>
        <pc:sldMkLst>
          <pc:docMk/>
          <pc:sldMk cId="1445921718" sldId="370"/>
        </pc:sldMkLst>
      </pc:sldChg>
      <pc:sldChg chg="del">
        <pc:chgData name="Shubhendu Kumar Singh" userId="461b01912b5747a3" providerId="LiveId" clId="{123257E2-2039-4D81-A3D1-C3DE1B36AB83}" dt="2024-08-28T23:53:52.851" v="389" actId="47"/>
        <pc:sldMkLst>
          <pc:docMk/>
          <pc:sldMk cId="1802953925" sldId="371"/>
        </pc:sldMkLst>
      </pc:sldChg>
      <pc:sldChg chg="del">
        <pc:chgData name="Shubhendu Kumar Singh" userId="461b01912b5747a3" providerId="LiveId" clId="{123257E2-2039-4D81-A3D1-C3DE1B36AB83}" dt="2024-08-28T23:53:55.620" v="390" actId="47"/>
        <pc:sldMkLst>
          <pc:docMk/>
          <pc:sldMk cId="2312620977" sldId="372"/>
        </pc:sldMkLst>
      </pc:sldChg>
      <pc:sldChg chg="addSp modSp add del mod">
        <pc:chgData name="Shubhendu Kumar Singh" userId="461b01912b5747a3" providerId="LiveId" clId="{123257E2-2039-4D81-A3D1-C3DE1B36AB83}" dt="2024-08-29T00:32:15.084" v="645" actId="47"/>
        <pc:sldMkLst>
          <pc:docMk/>
          <pc:sldMk cId="947292153" sldId="373"/>
        </pc:sldMkLst>
        <pc:spChg chg="mod">
          <ac:chgData name="Shubhendu Kumar Singh" userId="461b01912b5747a3" providerId="LiveId" clId="{123257E2-2039-4D81-A3D1-C3DE1B36AB83}" dt="2024-08-28T23:39:53.069" v="183" actId="20577"/>
          <ac:spMkLst>
            <pc:docMk/>
            <pc:sldMk cId="947292153" sldId="373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3" creationId="{1E8CA34D-E802-A18A-A695-A9DD50336F01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4" creationId="{B69D51DD-E5E0-0C28-7A40-23687DB12687}"/>
          </ac:spMkLst>
        </pc:spChg>
      </pc:sldChg>
      <pc:sldChg chg="addSp delSp modSp add mod">
        <pc:chgData name="Shubhendu Kumar Singh" userId="461b01912b5747a3" providerId="LiveId" clId="{123257E2-2039-4D81-A3D1-C3DE1B36AB83}" dt="2024-08-29T03:11:01.333" v="2092" actId="20577"/>
        <pc:sldMkLst>
          <pc:docMk/>
          <pc:sldMk cId="433855362" sldId="374"/>
        </pc:sldMkLst>
        <pc:spChg chg="mod">
          <ac:chgData name="Shubhendu Kumar Singh" userId="461b01912b5747a3" providerId="LiveId" clId="{123257E2-2039-4D81-A3D1-C3DE1B36AB83}" dt="2024-08-29T01:46:41.099" v="1812" actId="20577"/>
          <ac:spMkLst>
            <pc:docMk/>
            <pc:sldMk cId="433855362" sldId="37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8T23:44:57.941" v="226" actId="478"/>
          <ac:spMkLst>
            <pc:docMk/>
            <pc:sldMk cId="433855362" sldId="374"/>
            <ac:spMk id="8" creationId="{0523620F-2F58-2947-13CD-C51298091DEE}"/>
          </ac:spMkLst>
        </pc:spChg>
        <pc:spChg chg="add mod">
          <ac:chgData name="Shubhendu Kumar Singh" userId="461b01912b5747a3" providerId="LiveId" clId="{123257E2-2039-4D81-A3D1-C3DE1B36AB83}" dt="2024-08-29T03:09:57.921" v="2039" actId="14100"/>
          <ac:spMkLst>
            <pc:docMk/>
            <pc:sldMk cId="433855362" sldId="374"/>
            <ac:spMk id="10" creationId="{6277AB85-5785-BE76-0B88-2D2D5EBB08FB}"/>
          </ac:spMkLst>
        </pc:spChg>
        <pc:spChg chg="add mod">
          <ac:chgData name="Shubhendu Kumar Singh" userId="461b01912b5747a3" providerId="LiveId" clId="{123257E2-2039-4D81-A3D1-C3DE1B36AB83}" dt="2024-08-29T03:11:01.333" v="2092" actId="20577"/>
          <ac:spMkLst>
            <pc:docMk/>
            <pc:sldMk cId="433855362" sldId="374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8-29T03:08:01.290" v="1991" actId="478"/>
          <ac:picMkLst>
            <pc:docMk/>
            <pc:sldMk cId="433855362" sldId="374"/>
            <ac:picMk id="3" creationId="{AFC39C98-32E9-2CDB-C6F1-377E0E7434DE}"/>
          </ac:picMkLst>
        </pc:picChg>
        <pc:picChg chg="add del mod">
          <ac:chgData name="Shubhendu Kumar Singh" userId="461b01912b5747a3" providerId="LiveId" clId="{123257E2-2039-4D81-A3D1-C3DE1B36AB83}" dt="2024-08-29T03:07:26.735" v="1982" actId="478"/>
          <ac:picMkLst>
            <pc:docMk/>
            <pc:sldMk cId="433855362" sldId="374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3:07:59.611" v="1990" actId="14100"/>
          <ac:picMkLst>
            <pc:docMk/>
            <pc:sldMk cId="433855362" sldId="374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8-28T23:43:28.407" v="216" actId="478"/>
          <ac:picMkLst>
            <pc:docMk/>
            <pc:sldMk cId="433855362" sldId="374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3:08:35.281" v="1998" actId="1076"/>
          <ac:picMkLst>
            <pc:docMk/>
            <pc:sldMk cId="433855362" sldId="374"/>
            <ac:picMk id="6" creationId="{182AFB4C-6A7F-A37D-14C2-3BB1D78AF19A}"/>
          </ac:picMkLst>
        </pc:picChg>
        <pc:picChg chg="del">
          <ac:chgData name="Shubhendu Kumar Singh" userId="461b01912b5747a3" providerId="LiveId" clId="{123257E2-2039-4D81-A3D1-C3DE1B36AB83}" dt="2024-08-28T23:42:29.410" v="209" actId="478"/>
          <ac:picMkLst>
            <pc:docMk/>
            <pc:sldMk cId="433855362" sldId="374"/>
            <ac:picMk id="7" creationId="{FA560103-5B75-7EC3-E398-2CC91296A4B8}"/>
          </ac:picMkLst>
        </pc:picChg>
      </pc:sldChg>
      <pc:sldChg chg="add del">
        <pc:chgData name="Shubhendu Kumar Singh" userId="461b01912b5747a3" providerId="LiveId" clId="{123257E2-2039-4D81-A3D1-C3DE1B36AB83}" dt="2024-08-29T00:32:15.084" v="645" actId="47"/>
        <pc:sldMkLst>
          <pc:docMk/>
          <pc:sldMk cId="3142725808" sldId="375"/>
        </pc:sldMkLst>
      </pc:sldChg>
      <pc:sldChg chg="addSp delSp modSp add mod">
        <pc:chgData name="Shubhendu Kumar Singh" userId="461b01912b5747a3" providerId="LiveId" clId="{123257E2-2039-4D81-A3D1-C3DE1B36AB83}" dt="2024-08-29T00:52:32.857" v="730" actId="20577"/>
        <pc:sldMkLst>
          <pc:docMk/>
          <pc:sldMk cId="1754630173" sldId="376"/>
        </pc:sldMkLst>
        <pc:spChg chg="mod">
          <ac:chgData name="Shubhendu Kumar Singh" userId="461b01912b5747a3" providerId="LiveId" clId="{123257E2-2039-4D81-A3D1-C3DE1B36AB83}" dt="2024-08-29T00:20:28.871" v="552" actId="1076"/>
          <ac:spMkLst>
            <pc:docMk/>
            <pc:sldMk cId="1754630173" sldId="37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8-29T00:49:15.371" v="706" actId="20577"/>
          <ac:spMkLst>
            <pc:docMk/>
            <pc:sldMk cId="1754630173" sldId="376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50:32.630" v="707" actId="478"/>
          <ac:spMkLst>
            <pc:docMk/>
            <pc:sldMk cId="1754630173" sldId="376"/>
            <ac:spMk id="4" creationId="{B69D51DD-E5E0-0C28-7A40-23687DB12687}"/>
          </ac:spMkLst>
        </pc:spChg>
        <pc:spChg chg="add mod">
          <ac:chgData name="Shubhendu Kumar Singh" userId="461b01912b5747a3" providerId="LiveId" clId="{123257E2-2039-4D81-A3D1-C3DE1B36AB83}" dt="2024-08-29T00:52:32.857" v="730" actId="20577"/>
          <ac:spMkLst>
            <pc:docMk/>
            <pc:sldMk cId="1754630173" sldId="376"/>
            <ac:spMk id="10" creationId="{41A2E0DE-B7B7-9594-8B04-D29FA37A71AA}"/>
          </ac:spMkLst>
        </pc:spChg>
        <pc:picChg chg="del">
          <ac:chgData name="Shubhendu Kumar Singh" userId="461b01912b5747a3" providerId="LiveId" clId="{123257E2-2039-4D81-A3D1-C3DE1B36AB83}" dt="2024-08-29T00:13:47.868" v="451" actId="478"/>
          <ac:picMkLst>
            <pc:docMk/>
            <pc:sldMk cId="1754630173" sldId="376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0:14:30.387" v="458" actId="14100"/>
          <ac:picMkLst>
            <pc:docMk/>
            <pc:sldMk cId="1754630173" sldId="376"/>
            <ac:picMk id="6" creationId="{FF1491E7-50F4-F00B-C16C-C57ECA881E04}"/>
          </ac:picMkLst>
        </pc:picChg>
        <pc:picChg chg="del">
          <ac:chgData name="Shubhendu Kumar Singh" userId="461b01912b5747a3" providerId="LiveId" clId="{123257E2-2039-4D81-A3D1-C3DE1B36AB83}" dt="2024-08-29T00:14:35.464" v="459" actId="478"/>
          <ac:picMkLst>
            <pc:docMk/>
            <pc:sldMk cId="1754630173" sldId="376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15:12.924" v="467" actId="14100"/>
          <ac:picMkLst>
            <pc:docMk/>
            <pc:sldMk cId="1754630173" sldId="376"/>
            <ac:picMk id="8" creationId="{C72837DE-D2B1-6A3C-0BA3-1A25557829F5}"/>
          </ac:picMkLst>
        </pc:picChg>
      </pc:sldChg>
      <pc:sldChg chg="addSp delSp modSp add mod">
        <pc:chgData name="Shubhendu Kumar Singh" userId="461b01912b5747a3" providerId="LiveId" clId="{123257E2-2039-4D81-A3D1-C3DE1B36AB83}" dt="2024-08-29T00:48:51.912" v="703" actId="478"/>
        <pc:sldMkLst>
          <pc:docMk/>
          <pc:sldMk cId="1088277697" sldId="377"/>
        </pc:sldMkLst>
        <pc:spChg chg="del">
          <ac:chgData name="Shubhendu Kumar Singh" userId="461b01912b5747a3" providerId="LiveId" clId="{123257E2-2039-4D81-A3D1-C3DE1B36AB83}" dt="2024-08-29T00:20:55.916" v="553" actId="478"/>
          <ac:spMkLst>
            <pc:docMk/>
            <pc:sldMk cId="1088277697" sldId="377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9T00:48:51.912" v="703" actId="478"/>
          <ac:spMkLst>
            <pc:docMk/>
            <pc:sldMk cId="1088277697" sldId="377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48:43.835" v="702" actId="478"/>
          <ac:spMkLst>
            <pc:docMk/>
            <pc:sldMk cId="1088277697" sldId="377"/>
            <ac:spMk id="4" creationId="{B69D51DD-E5E0-0C28-7A40-23687DB12687}"/>
          </ac:spMkLst>
        </pc:spChg>
        <pc:spChg chg="add del mod">
          <ac:chgData name="Shubhendu Kumar Singh" userId="461b01912b5747a3" providerId="LiveId" clId="{123257E2-2039-4D81-A3D1-C3DE1B36AB83}" dt="2024-08-29T00:21:00.605" v="554" actId="478"/>
          <ac:spMkLst>
            <pc:docMk/>
            <pc:sldMk cId="1088277697" sldId="377"/>
            <ac:spMk id="10" creationId="{CCB4364A-F70B-C9A7-2B3F-6A9DE889AEDB}"/>
          </ac:spMkLst>
        </pc:spChg>
        <pc:spChg chg="add mod">
          <ac:chgData name="Shubhendu Kumar Singh" userId="461b01912b5747a3" providerId="LiveId" clId="{123257E2-2039-4D81-A3D1-C3DE1B36AB83}" dt="2024-08-29T00:21:06.337" v="555"/>
          <ac:spMkLst>
            <pc:docMk/>
            <pc:sldMk cId="1088277697" sldId="377"/>
            <ac:spMk id="11" creationId="{E05B23F2-E69A-4F63-D52B-2846B658F7A9}"/>
          </ac:spMkLst>
        </pc:spChg>
        <pc:picChg chg="add del mod">
          <ac:chgData name="Shubhendu Kumar Singh" userId="461b01912b5747a3" providerId="LiveId" clId="{123257E2-2039-4D81-A3D1-C3DE1B36AB83}" dt="2024-08-29T00:45:11.757" v="673" actId="478"/>
          <ac:picMkLst>
            <pc:docMk/>
            <pc:sldMk cId="1088277697" sldId="377"/>
            <ac:picMk id="5" creationId="{F21AE527-4602-3B5B-844A-D551BF0A7CE4}"/>
          </ac:picMkLst>
        </pc:picChg>
        <pc:picChg chg="del">
          <ac:chgData name="Shubhendu Kumar Singh" userId="461b01912b5747a3" providerId="LiveId" clId="{123257E2-2039-4D81-A3D1-C3DE1B36AB83}" dt="2024-08-29T00:15:56.768" v="469" actId="478"/>
          <ac:picMkLst>
            <pc:docMk/>
            <pc:sldMk cId="1088277697" sldId="377"/>
            <ac:picMk id="6" creationId="{FF1491E7-50F4-F00B-C16C-C57ECA881E04}"/>
          </ac:picMkLst>
        </pc:picChg>
        <pc:picChg chg="add mod">
          <ac:chgData name="Shubhendu Kumar Singh" userId="461b01912b5747a3" providerId="LiveId" clId="{123257E2-2039-4D81-A3D1-C3DE1B36AB83}" dt="2024-08-29T00:45:57.168" v="679" actId="14100"/>
          <ac:picMkLst>
            <pc:docMk/>
            <pc:sldMk cId="1088277697" sldId="377"/>
            <ac:picMk id="12" creationId="{7E435392-1467-491A-4F5E-2554CDD22BCF}"/>
          </ac:picMkLst>
        </pc:picChg>
      </pc:sldChg>
      <pc:sldChg chg="addSp delSp modSp add del mod">
        <pc:chgData name="Shubhendu Kumar Singh" userId="461b01912b5747a3" providerId="LiveId" clId="{123257E2-2039-4D81-A3D1-C3DE1B36AB83}" dt="2024-08-29T03:08:40.581" v="2000" actId="47"/>
        <pc:sldMkLst>
          <pc:docMk/>
          <pc:sldMk cId="501077712" sldId="378"/>
        </pc:sldMkLst>
        <pc:spChg chg="del">
          <ac:chgData name="Shubhendu Kumar Singh" userId="461b01912b5747a3" providerId="LiveId" clId="{123257E2-2039-4D81-A3D1-C3DE1B36AB83}" dt="2024-08-29T00:18:35.397" v="492" actId="478"/>
          <ac:spMkLst>
            <pc:docMk/>
            <pc:sldMk cId="501077712" sldId="37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0:18:38.015" v="493" actId="478"/>
          <ac:spMkLst>
            <pc:docMk/>
            <pc:sldMk cId="501077712" sldId="378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8-29T00:17:54.484" v="482" actId="478"/>
          <ac:picMkLst>
            <pc:docMk/>
            <pc:sldMk cId="501077712" sldId="378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0:18:23.396" v="491" actId="14100"/>
          <ac:picMkLst>
            <pc:docMk/>
            <pc:sldMk cId="501077712" sldId="378"/>
            <ac:picMk id="5" creationId="{005C7DAE-575A-26FC-FF47-E49AA68B77AA}"/>
          </ac:picMkLst>
        </pc:picChg>
      </pc:sldChg>
      <pc:sldChg chg="add del">
        <pc:chgData name="Shubhendu Kumar Singh" userId="461b01912b5747a3" providerId="LiveId" clId="{123257E2-2039-4D81-A3D1-C3DE1B36AB83}" dt="2024-08-29T00:29:04.831" v="634" actId="47"/>
        <pc:sldMkLst>
          <pc:docMk/>
          <pc:sldMk cId="2324294324" sldId="379"/>
        </pc:sldMkLst>
      </pc:sldChg>
      <pc:sldChg chg="addSp delSp modSp add mod">
        <pc:chgData name="Shubhendu Kumar Singh" userId="461b01912b5747a3" providerId="LiveId" clId="{123257E2-2039-4D81-A3D1-C3DE1B36AB83}" dt="2024-08-29T00:29:52.529" v="644" actId="1076"/>
        <pc:sldMkLst>
          <pc:docMk/>
          <pc:sldMk cId="3553818468" sldId="379"/>
        </pc:sldMkLst>
        <pc:spChg chg="del">
          <ac:chgData name="Shubhendu Kumar Singh" userId="461b01912b5747a3" providerId="LiveId" clId="{123257E2-2039-4D81-A3D1-C3DE1B36AB83}" dt="2024-08-29T00:29:19.848" v="639" actId="478"/>
          <ac:spMkLst>
            <pc:docMk/>
            <pc:sldMk cId="3553818468" sldId="379"/>
            <ac:spMk id="10" creationId="{6F3E99E0-DFFE-9A4E-FA88-33FB4552B440}"/>
          </ac:spMkLst>
        </pc:spChg>
        <pc:spChg chg="del mod">
          <ac:chgData name="Shubhendu Kumar Singh" userId="461b01912b5747a3" providerId="LiveId" clId="{123257E2-2039-4D81-A3D1-C3DE1B36AB83}" dt="2024-08-29T00:29:17.063" v="638" actId="478"/>
          <ac:spMkLst>
            <pc:docMk/>
            <pc:sldMk cId="3553818468" sldId="379"/>
            <ac:spMk id="11" creationId="{CEF076AF-84B2-47B5-C2D1-4671DF13D30B}"/>
          </ac:spMkLst>
        </pc:spChg>
        <pc:picChg chg="add mod">
          <ac:chgData name="Shubhendu Kumar Singh" userId="461b01912b5747a3" providerId="LiveId" clId="{123257E2-2039-4D81-A3D1-C3DE1B36AB83}" dt="2024-08-29T00:29:52.529" v="644" actId="1076"/>
          <ac:picMkLst>
            <pc:docMk/>
            <pc:sldMk cId="3553818468" sldId="379"/>
            <ac:picMk id="3" creationId="{4C27DBE9-63E9-0E27-8BEF-FC51F2FD4FC6}"/>
          </ac:picMkLst>
        </pc:picChg>
        <pc:picChg chg="del">
          <ac:chgData name="Shubhendu Kumar Singh" userId="461b01912b5747a3" providerId="LiveId" clId="{123257E2-2039-4D81-A3D1-C3DE1B36AB83}" dt="2024-08-29T00:29:12.131" v="636" actId="478"/>
          <ac:picMkLst>
            <pc:docMk/>
            <pc:sldMk cId="3553818468" sldId="379"/>
            <ac:picMk id="12" creationId="{0ED3836D-2A5B-720D-1AE0-A0472FAD6B06}"/>
          </ac:picMkLst>
        </pc:picChg>
      </pc:sldChg>
      <pc:sldChg chg="addSp delSp modSp add mod modAnim">
        <pc:chgData name="Shubhendu Kumar Singh" userId="461b01912b5747a3" providerId="LiveId" clId="{123257E2-2039-4D81-A3D1-C3DE1B36AB83}" dt="2024-08-29T01:47:36.140" v="1959" actId="20577"/>
        <pc:sldMkLst>
          <pc:docMk/>
          <pc:sldMk cId="570631743" sldId="380"/>
        </pc:sldMkLst>
        <pc:spChg chg="mod">
          <ac:chgData name="Shubhendu Kumar Singh" userId="461b01912b5747a3" providerId="LiveId" clId="{123257E2-2039-4D81-A3D1-C3DE1B36AB83}" dt="2024-08-29T00:54:53.562" v="746" actId="20577"/>
          <ac:spMkLst>
            <pc:docMk/>
            <pc:sldMk cId="570631743" sldId="380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9T00:56:24.353" v="802" actId="478"/>
          <ac:spMkLst>
            <pc:docMk/>
            <pc:sldMk cId="570631743" sldId="380"/>
            <ac:spMk id="4" creationId="{E67AAADA-FCF8-2CDC-9C5E-3D6B30E8EE93}"/>
          </ac:spMkLst>
        </pc:spChg>
        <pc:spChg chg="add mod">
          <ac:chgData name="Shubhendu Kumar Singh" userId="461b01912b5747a3" providerId="LiveId" clId="{123257E2-2039-4D81-A3D1-C3DE1B36AB83}" dt="2024-08-29T01:47:36.140" v="1959" actId="20577"/>
          <ac:spMkLst>
            <pc:docMk/>
            <pc:sldMk cId="570631743" sldId="380"/>
            <ac:spMk id="6" creationId="{E1213369-C061-360A-62C6-ED92D4595CCB}"/>
          </ac:spMkLst>
        </pc:sp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3" creationId="{AFC39C98-32E9-2CDB-C6F1-377E0E7434DE}"/>
          </ac:picMkLst>
        </pc:pic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5" creationId="{005C7DAE-575A-26FC-FF47-E49AA68B77AA}"/>
          </ac:picMkLst>
        </pc:picChg>
      </pc:sldChg>
      <pc:sldChg chg="modSp add mod">
        <pc:chgData name="Shubhendu Kumar Singh" userId="461b01912b5747a3" providerId="LiveId" clId="{123257E2-2039-4D81-A3D1-C3DE1B36AB83}" dt="2024-08-29T01:48:00.846" v="1981" actId="20577"/>
        <pc:sldMkLst>
          <pc:docMk/>
          <pc:sldMk cId="543165754" sldId="381"/>
        </pc:sldMkLst>
        <pc:spChg chg="mod">
          <ac:chgData name="Shubhendu Kumar Singh" userId="461b01912b5747a3" providerId="LiveId" clId="{123257E2-2039-4D81-A3D1-C3DE1B36AB83}" dt="2024-08-29T01:44:11.312" v="1510" actId="20577"/>
          <ac:spMkLst>
            <pc:docMk/>
            <pc:sldMk cId="543165754" sldId="381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8-29T01:48:00.846" v="1981" actId="20577"/>
          <ac:spMkLst>
            <pc:docMk/>
            <pc:sldMk cId="543165754" sldId="381"/>
            <ac:spMk id="4" creationId="{3743D6F4-E159-B626-338E-538D886DAE09}"/>
          </ac:spMkLst>
        </pc:spChg>
      </pc:sldChg>
      <pc:sldChg chg="addSp delSp modSp add mod">
        <pc:chgData name="Shubhendu Kumar Singh" userId="461b01912b5747a3" providerId="LiveId" clId="{123257E2-2039-4D81-A3D1-C3DE1B36AB83}" dt="2024-08-29T03:09:14.005" v="2007" actId="1076"/>
        <pc:sldMkLst>
          <pc:docMk/>
          <pc:sldMk cId="3145618349" sldId="382"/>
        </pc:sldMkLst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8-29T03:09:14.005" v="2007" actId="1076"/>
          <ac:picMkLst>
            <pc:docMk/>
            <pc:sldMk cId="3145618349" sldId="382"/>
            <ac:picMk id="3" creationId="{1BA1B79B-0B52-1E52-2AF4-569AB91EF93E}"/>
          </ac:picMkLst>
        </pc:picChg>
        <pc:picChg chg="del">
          <ac:chgData name="Shubhendu Kumar Singh" userId="461b01912b5747a3" providerId="LiveId" clId="{123257E2-2039-4D81-A3D1-C3DE1B36AB83}" dt="2024-08-29T03:08:48.385" v="2002" actId="478"/>
          <ac:picMkLst>
            <pc:docMk/>
            <pc:sldMk cId="3145618349" sldId="382"/>
            <ac:picMk id="5" creationId="{0C129536-65FC-2701-870F-4807D2EDA6A2}"/>
          </ac:picMkLst>
        </pc:picChg>
      </pc:sldChg>
      <pc:sldMasterChg chg="modSldLayout">
        <pc:chgData name="Shubhendu Kumar Singh" userId="461b01912b5747a3" providerId="LiveId" clId="{123257E2-2039-4D81-A3D1-C3DE1B36AB83}" dt="2024-08-28T23:54:35.056" v="44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123257E2-2039-4D81-A3D1-C3DE1B36AB83}" dt="2024-08-28T23:54:35.056" v="44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123257E2-2039-4D81-A3D1-C3DE1B36AB83}" dt="2024-08-28T23:54:35.056" v="44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engli Xu" userId="41272415-5f90-44cd-a729-0b818333e035" providerId="ADAL" clId="{98487B48-8F00-8A40-8381-70E9B1AA2098}"/>
    <pc:docChg chg="custSel modSld">
      <pc:chgData name="Shengli Xu" userId="41272415-5f90-44cd-a729-0b818333e035" providerId="ADAL" clId="{98487B48-8F00-8A40-8381-70E9B1AA2098}" dt="2021-10-13T00:57:31.593" v="7" actId="1076"/>
      <pc:docMkLst>
        <pc:docMk/>
      </pc:docMkLst>
      <pc:sldChg chg="addSp delSp modSp mod">
        <pc:chgData name="Shengli Xu" userId="41272415-5f90-44cd-a729-0b818333e035" providerId="ADAL" clId="{98487B48-8F00-8A40-8381-70E9B1AA2098}" dt="2021-10-13T00:57:31.593" v="7" actId="1076"/>
        <pc:sldMkLst>
          <pc:docMk/>
          <pc:sldMk cId="1711333614" sldId="270"/>
        </pc:sldMkLst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" creationId="{ECEA98EB-2528-8D4C-9BD0-FD0942AC741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" creationId="{66658BEE-0AEF-574F-8B94-926FDA85037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9" creationId="{E5A243DC-FC8C-9C4E-9E2B-14CD4F828D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0" creationId="{A7CCF0DE-A92E-7649-890E-DE186DD88C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1" creationId="{C7208813-4046-AF45-8711-E39CA1CF9C7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2" creationId="{9CC68BA7-5BF5-8643-A95E-98A9A72873B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3" creationId="{62A8C608-82F6-324F-AD73-E12AC5C0F9C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4" creationId="{49A076FB-CFBF-D346-8D5D-B4FD3F91D9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5" creationId="{93EF9583-C593-E043-8998-900DC8E79C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6" creationId="{C159B331-75FB-1349-8D88-EB5FAC61BED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9" creationId="{A0419335-73F6-364C-B1E6-FB741773FE1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0" creationId="{C8BD7730-7877-FF41-A6BF-FF91517D318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1" creationId="{459AC212-D66F-EC4B-A9DB-1D5DE7371CF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2" creationId="{EA16821A-8282-F341-93AD-DA380D87AC5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4" creationId="{B30C635A-984A-854F-A29E-38828EC093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5" creationId="{C20821F5-1318-264E-A8A3-E7AD63892F4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6" creationId="{2D42A051-5721-1F4F-90B9-2858B71FB83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7" creationId="{5A3F7936-F5D8-614F-9181-DC771FA873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8" creationId="{CE830C88-EE1C-FA40-BF05-E95A58D982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9" creationId="{34CF358F-7336-C643-A1FC-14929A4446A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0" creationId="{C94DC351-5F99-5845-9A5E-BE9E429B76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1" creationId="{1BB6EC96-4D42-1B43-B044-C1370ABB498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2" creationId="{70A7BD96-9C90-5649-A0C1-C42B00FCF96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3" creationId="{427BD62A-7B54-C547-AB00-E0C1EA99478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4" creationId="{4AB50324-C8D1-6C43-BEB6-A87658BC2A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5" creationId="{62136BAA-1909-1B41-A356-842CCEDA12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6" creationId="{EEF48A1C-6CB8-1444-B0FB-F141F8371C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7" creationId="{747F0141-3888-CD4B-95D8-A816E863C05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8" creationId="{0F6557C9-9E26-DF42-BF06-ABEE1D1EEAA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9" creationId="{D9A6C211-806E-5F4C-9902-AD8F5178143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8" creationId="{229F98C9-FDA1-8A4E-8D8E-74E49953EC0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9" creationId="{EF897A50-03CE-7044-BB9C-B405D79581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0" creationId="{43F76D71-90E6-F944-80F1-0A555F56972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1" creationId="{23ECEB71-8A4B-FC49-A1FB-BFADBC8DFD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2" creationId="{A28B62E7-38D3-A745-A154-1591554790A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3" creationId="{2B4744E7-8794-AC4A-9856-3DC9126188B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4" creationId="{1B1AC4F0-6653-F243-A4B2-0A8C5D74CE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5" creationId="{44EDFE9C-AA5C-834C-B36D-D05B5D4559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6" creationId="{4A74247C-002F-B944-B1CF-AB30CD50E26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7" creationId="{3B37CC86-3304-E34D-9712-5426C8A537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8" creationId="{62856F27-C833-3746-A116-3AFBDA3504F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9" creationId="{B96B836D-EA67-D743-A22A-EC8218111B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0" creationId="{D4260986-762B-484F-852D-3574C7D80B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1" creationId="{76AE0913-86D5-DF4C-9119-D317023026B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2" creationId="{34E3C1C7-EAD4-674D-9FF6-A5BDCC32AEF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3" creationId="{5640BE20-5C2D-AA4D-A813-21C71F8D1BB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4" creationId="{332DDA1F-F802-0F44-BD87-660C95257C1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5" creationId="{D437BB54-4197-2746-8D1A-265FCE1BA3F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6" creationId="{B6F5F188-8F74-DF45-A67C-4C1C4F40FF4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7" creationId="{E9185FBD-7328-AC46-844A-77F9BEFA57F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8" creationId="{10A50B84-0933-6C4B-B12E-A521B1CFC4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9" creationId="{07251C1F-1F39-BC4B-AF26-D98329B42E0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80" creationId="{F7BCCFEA-E0EE-7A43-BB7B-AEE6B16F04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3" creationId="{706B98FC-99CD-734A-B200-E2311A15145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4" creationId="{3A33828F-A657-D542-BB89-BE5514B446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5" creationId="{25ADBEA1-0710-674E-94EF-C87C2DBC44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6" creationId="{92127E5D-81F9-1443-B29F-B56FF78A06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7" creationId="{33712E9B-D4E7-824C-AFA8-2CD1422459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8" creationId="{8A6FE666-0801-D04E-AA5B-0953345666A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9" creationId="{952F15D0-0F12-D240-BE19-7408F040B1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0" creationId="{9DF26569-958E-AA46-BCF6-72143C3534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1" creationId="{457B0156-F7EE-6243-AF10-13EBDF7669F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2" creationId="{1E5BB7D5-96F8-0945-8276-9F8325B2734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3" creationId="{0A940C40-ABCE-B343-B6A1-E8363454094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4" creationId="{1C573CC8-9810-654F-A65C-E66708B02C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5" creationId="{46E37C34-C31A-684E-B21E-575A67EDE0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6" creationId="{1DEFFB5B-D956-3D46-8F3A-33B856885DA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7" creationId="{4889AEA4-9DC2-6B44-98EA-0E526F4967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8" creationId="{A8804F9B-1203-0F4D-B700-AFC8E10427B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9" creationId="{1B31C601-745E-164D-A066-B761B1BC71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0" creationId="{CD300F19-A4BE-6C4A-85A7-38D16206014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2" creationId="{0CAC5987-3A7C-0F47-B298-0629DFFAE5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3" creationId="{11235B91-A15E-BC47-BDD0-A5F95DB3CF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4" creationId="{7803BE92-821B-5145-A282-9BED313A2BF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5" creationId="{79F43A5E-E434-BF4B-8531-2E5FA494E7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6" creationId="{844E0C8D-7F2A-AF40-BA1F-FB3B6F816F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7" creationId="{DEA5DD53-BB63-F848-A387-A9BCABD592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9" creationId="{7C4070F4-F33A-464E-BBD7-EBC5443E28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0" creationId="{9A1C67DF-10E2-D54D-A96E-4BEDC5E4C0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1" creationId="{905656AE-3710-9B40-A35E-00795DB20A6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2" creationId="{2A46BCD6-9EBB-6C4A-9E43-6952FD5DDC8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3" creationId="{D53A8C22-B29D-BB46-BB98-A5FE8C080A3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4" creationId="{C46CADC1-241A-7848-9B89-8E0D867DD6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6" creationId="{364CC55B-F121-A842-8EBD-6E196E5CFD1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7" creationId="{7BBC161E-BE2C-9949-91EA-0651A1EE2F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8" creationId="{22CAD4C4-026A-C14B-BF30-6A31BF083A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9" creationId="{3855BE51-6BBE-BE4E-9453-0FA1640C45E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0" creationId="{0A9CE0DA-65B7-C442-A0A6-6D1F689823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1" creationId="{03F74DD6-7ECF-A449-AAA6-D4C69B46D2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3" creationId="{E47A917E-4E60-6C42-8DDA-AD5D2EF46B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4" creationId="{FFFB3A50-791F-5149-A6F9-041EAEDB2E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5" creationId="{8EECB95F-80B3-244B-8777-A9ABA4A014E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6" creationId="{FE0E8F41-14A0-DE42-8945-3DD5A15469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7" creationId="{AEF93B59-043C-5F4B-BB90-38062569E5C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8" creationId="{729A0EC5-680C-0149-8C98-99528422B42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0" creationId="{94FCADAE-DA5B-4B48-B60E-7A74DF76BE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1" creationId="{469DCFA8-34BF-944D-8465-C6FC08311D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2" creationId="{A7ACB90F-1B10-4446-9750-1E68EEAE5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3" creationId="{2FC44E81-4E93-E44B-BCEC-397E9EBCF8F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4" creationId="{0563F518-BE63-7E48-85B9-B57F7EE150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5" creationId="{8039D78C-F095-A747-9474-F6BAB714B8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7" creationId="{C4E74969-9708-C446-8FB5-734596EA48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8" creationId="{08DDAC3F-4E66-EC43-9AA6-1923A5B8D28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9" creationId="{E9736789-FA00-4249-834D-E481F0FF68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0" creationId="{D1801864-E0BC-9E4E-B395-5A99A476977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1" creationId="{B2C59CF5-3A30-5E4C-9A8F-C2685E2E27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2" creationId="{90641A37-6B47-2347-AE30-1C0890E165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4" creationId="{25ECA2D6-04FC-D746-82FE-D9503F931D1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5" creationId="{43085609-0719-9845-8E8B-AC76DCDC10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6" creationId="{BEB87983-819A-2F40-BF36-523B84DF73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7" creationId="{7D9E2ED8-7879-E74B-8EED-811C2ADCE3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8" creationId="{59B3B896-8783-C847-AC27-15E8C47DA5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9" creationId="{6C5C174B-505B-2F48-A046-E6E65F45D5C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1" creationId="{F507A21D-FDE8-DD40-B5FE-7AF3C96A12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2" creationId="{968B2A7C-58E5-754D-B282-E01C08EA661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3" creationId="{809BE339-8F9B-674C-B50F-E4ADCA7ACA6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4" creationId="{187733E5-E3E6-364C-80F0-48133EAB3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5" creationId="{33808BE8-9487-C64C-864A-1752FFB470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6" creationId="{65E6802E-3829-074C-A6CA-004A4760C85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8" creationId="{33C58554-4CB4-B847-A27A-C05C24B5C7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9" creationId="{E4993041-0F25-9048-8750-12435911AA8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0" creationId="{AFB4F851-A648-774F-980D-4349931F54F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1" creationId="{1A3707C3-0ABB-534D-BCCC-60D6F3BE673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2" creationId="{AD051599-6EA6-C146-9228-948EC8941C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3" creationId="{138D7027-C627-D94A-919E-657B1E5F2A0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5" creationId="{09AC64D7-A129-EC48-9397-0E88A7B20CC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6" creationId="{EE3DD42D-84E4-1940-8E2F-5D7F0D02361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7" creationId="{406B2746-C2D9-B047-B7DF-9A5635ECDB9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8" creationId="{9BB13A62-1224-CB47-9F43-709610D0890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9" creationId="{1376D7E6-A67C-1948-83C3-B0893AF272B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0" creationId="{1AA9B109-4EDD-E14D-8955-EB10792CE5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2" creationId="{2D23E14B-5861-CE4F-B76B-9E782680473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3" creationId="{6B741FAE-2182-194E-BD90-5170ADCAF4D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4" creationId="{C20FF0EF-1C17-C749-831E-7B2D24A56A7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5" creationId="{1C8BA973-8E10-2A41-AE55-244B222348E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6" creationId="{BD045C80-47E3-1143-BDF6-AFFAAE8E0A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89" creationId="{CED9201C-58DD-3440-9D24-17252AECFD4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0" creationId="{32FE4DB7-23F4-7947-BBB4-ABE187898BB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1" creationId="{131597F5-D857-AE43-93CB-F148A9A4706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2" creationId="{556287D7-FF8F-D24D-984F-231017BD4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3" creationId="{77F6C302-4F99-F542-BAF5-E44554200CF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4" creationId="{5A0A1BE3-0EC1-F54B-9EAC-31D6BA7624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5" creationId="{55A5FCF8-F4C0-E14B-B0E1-7380B2B014C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6" creationId="{B273DC6A-55ED-7349-AF89-BB02849F94A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7" creationId="{42E99181-D9F1-1E49-975F-1F197F3FD6C1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8" creationId="{1C3C880B-53BA-154F-B94B-27177E32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9" creationId="{FF6C4AC4-B794-AA42-AFF2-14A584D8F96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1" creationId="{D03E1F75-18F7-0D48-BE3F-C81A304073B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2" creationId="{58B1E457-96D3-014F-9967-B028B183FB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3" creationId="{7CB001F2-786F-2248-98E1-981ACF4E2C1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4" creationId="{A096FFEE-B912-FB4A-A4D7-8F0A648C984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5" creationId="{D9976C72-4F2B-D642-8A4C-0E1E7D0596B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6" creationId="{7C37C3B8-0D50-D74D-AD1A-1FC6CB4B848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7" creationId="{D8DD9206-C20B-2246-95C7-F64A505E0E3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8" creationId="{41B95D39-53F1-484D-A62E-F9642560F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9" creationId="{B45A573B-F4F0-E343-BB51-F94147979F3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0" creationId="{1A32D41A-1119-D646-93C8-97AB2433584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1" creationId="{110693C0-5577-1B40-9C57-65794AC4F89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2" creationId="{1150875B-DC30-954C-8FAB-0FA15BC6CC2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3" creationId="{B1BB9984-391F-834E-A288-B11313F9FF0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4" creationId="{D40739E5-EE49-324C-A5A4-5EBAF9493EB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5" creationId="{00636140-6F3A-3A45-9784-E96B7B7F3F4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6" creationId="{110C2155-3660-244E-97D1-2A5156ED20B8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7" creationId="{3424950A-FA2B-454F-A076-C55C71BC9A5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4" creationId="{C02B9CAC-90FD-5D43-8730-717BF9D603B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6" creationId="{7A6AD9B8-E35C-4544-B861-266CA5DC6CF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7" creationId="{F37F0C61-F32E-F24C-834D-47695169903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8" creationId="{BB417D02-9ACC-8B40-B971-0AC65376003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0" creationId="{4F6DAD93-EAD9-5C44-9BA5-0C90C8573A6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1" creationId="{87E1A2C5-EC59-A146-B042-9EB332F49C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2" creationId="{B368C97F-50C2-0C4C-BBCC-D1E7D96AC5B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4" creationId="{38EFDEE0-DB54-4244-819C-3D6C1B68EB9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5" creationId="{1910FD0B-69DD-4942-B526-A600823022A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6" creationId="{44E83719-B130-624E-B675-66E74881B83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8" creationId="{F79C8EE7-4F10-7841-8476-617BF51A208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9" creationId="{C06EED11-EAE1-534E-857E-A251128A91A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0" creationId="{3AE9F800-24CA-784E-9D68-C911619161DF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2" creationId="{2E5E9432-09FD-334F-A3A1-36CAD2A0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3" creationId="{844A69E4-8A96-B54F-A61F-58F1A655B58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4" creationId="{FB7653A1-EFFC-A441-B164-08D16ABB14D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6" creationId="{3D1C13D2-F471-CA4A-BEAC-DC7BF66485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7" creationId="{FC6220A3-CF06-5B48-80A8-727AF4EE72FC}"/>
          </ac:spMkLst>
        </pc:spChg>
        <pc:grpChg chg="add mod">
          <ac:chgData name="Shengli Xu" userId="41272415-5f90-44cd-a729-0b818333e035" providerId="ADAL" clId="{98487B48-8F00-8A40-8381-70E9B1AA2098}" dt="2021-10-13T00:57:00.396" v="2" actId="1076"/>
          <ac:grpSpMkLst>
            <pc:docMk/>
            <pc:sldMk cId="1711333614" sldId="270"/>
            <ac:grpSpMk id="16" creationId="{B426823E-A478-8349-BD64-8D69ABBE7F5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7" creationId="{5F1A53D0-1248-5C4B-BFA0-F2ACCD864BB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8" creationId="{6ECB9207-4B61-864A-B327-704B9E35230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33" creationId="{02FC19FB-C446-4043-BD35-450AC492EB67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0" creationId="{7C30036D-161A-A94D-8E52-B457A8D6A60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1" creationId="{A1D62E4E-D4DE-EC42-82C4-94A4DA85C183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2" creationId="{E68C3DC6-1291-FB48-AFE3-98C509EF8DAA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3" creationId="{9DBE3EAE-951A-1543-AFFE-4A8F4318014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4" creationId="{73085AF9-9479-EF41-81C2-835E6F7746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5" creationId="{C0E83080-60D1-5247-8B98-6700DEFA2BC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6" creationId="{09DA84D3-CD91-F341-9286-130D7E30690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7" creationId="{1F5687F1-D178-BE47-B530-B88D9D2FAB7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1" creationId="{989BA185-2ACE-554B-BFF2-347755ADA58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2" creationId="{27894BB0-A04B-DE46-89C3-38FC14F76359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3" creationId="{6798C8FD-DEDC-1C4E-BB89-8F3F43D6BDE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4" creationId="{4BA0CD84-F9CB-D044-B7E2-2129397D94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5" creationId="{D56054D4-EF7B-B442-ADDA-59A699AC2FB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6" creationId="{7CE5B692-174E-B643-8CB8-5EF7EF6A314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7" creationId="{C7CF69C9-B60E-B249-8FE4-C79DA727137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8" creationId="{D02333A9-9785-BD4F-ACAD-438F760FCC3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9" creationId="{B77A17A9-BDAF-B941-A9BC-8E23CD77CFF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0" creationId="{C9DBAFFB-F8EF-8A45-AE6A-4ACDD83E3E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1" creationId="{3A40F072-2B37-DC4D-A108-E3828BF118B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2" creationId="{1BAC4BA5-70F5-2145-870D-184F6F81E14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1" creationId="{C129890D-82F3-0C45-99AC-6C60330A8E6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8" creationId="{7A30604C-C642-3841-9720-6609A51774A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25" creationId="{C81D09BD-A89D-BB48-9837-396B6E53213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2" creationId="{157E7BC1-28DA-4341-8C3D-72F05E3A92D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9" creationId="{53A75FDA-F41B-A844-ABA1-EDF42654498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46" creationId="{C3974B18-EFEE-6143-8283-4BBA755E7B3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53" creationId="{D0BE8E4B-9F63-134C-91A8-8EB7A7CAB32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0" creationId="{2C895837-01FD-DE46-A860-C2243EB0F39B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7" creationId="{C0C2061D-A24E-9B47-9B0A-D58D0FDCD8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74" creationId="{B32CA543-9DC4-534E-AD6F-27286B92CEC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81" creationId="{B412B176-1AC3-9749-9FBE-E998E6545E52}"/>
          </ac:grpSpMkLst>
        </pc:grpChg>
        <pc:grpChg chg="add mod">
          <ac:chgData name="Shengli Xu" userId="41272415-5f90-44cd-a729-0b818333e035" providerId="ADAL" clId="{98487B48-8F00-8A40-8381-70E9B1AA2098}" dt="2021-10-13T00:57:31.593" v="7" actId="1076"/>
          <ac:grpSpMkLst>
            <pc:docMk/>
            <pc:sldMk cId="1711333614" sldId="270"/>
            <ac:grpSpMk id="187" creationId="{6F635FCB-E2EF-8E43-93A5-5E4C7ABA4993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188" creationId="{5021DB35-82BF-FC43-8745-8825EBC72A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00" creationId="{5B69821B-EE8C-5C49-A2DF-73DA6A5EBEA0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8" creationId="{89F820D0-A954-564C-B365-0A208D9A92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9" creationId="{8E01F8D1-9958-714F-8B71-A0BF64E86F8F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0" creationId="{2763627A-FD44-634A-B29B-825F239B9BB8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1" creationId="{8877FFF6-191C-CB42-BEC9-750C8246186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2" creationId="{01F9045E-B982-3441-98AB-C862E770AC96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3" creationId="{0C34124F-8354-304B-9D21-567C034F3BB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5" creationId="{D957AE76-D0F5-7641-9A9F-50419D6F6495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9" creationId="{E371F1E0-7047-6748-8028-904D7290F54E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3" creationId="{1A93A89B-D50B-D94A-BCFF-9CB94E7F7CD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7" creationId="{FC873ABC-7486-9F43-A638-D2D29F0D10E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1" creationId="{9148060B-B6F0-C54E-96E8-4183E753502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5" creationId="{7A5B6F5A-DD74-D342-A494-4978E9258DCF}"/>
          </ac:grpSpMkLst>
        </pc:grpChg>
        <pc:picChg chg="del">
          <ac:chgData name="Shengli Xu" userId="41272415-5f90-44cd-a729-0b818333e035" providerId="ADAL" clId="{98487B48-8F00-8A40-8381-70E9B1AA2098}" dt="2021-10-13T00:56:55.387" v="0" actId="478"/>
          <ac:picMkLst>
            <pc:docMk/>
            <pc:sldMk cId="1711333614" sldId="270"/>
            <ac:picMk id="12" creationId="{15E31BDB-2231-EF4A-B848-5EFD37DB5FBA}"/>
          </ac:picMkLst>
        </pc:picChg>
        <pc:picChg chg="del">
          <ac:chgData name="Shengli Xu" userId="41272415-5f90-44cd-a729-0b818333e035" providerId="ADAL" clId="{98487B48-8F00-8A40-8381-70E9B1AA2098}" dt="2021-10-13T00:57:02.058" v="3" actId="478"/>
          <ac:picMkLst>
            <pc:docMk/>
            <pc:sldMk cId="1711333614" sldId="270"/>
            <ac:picMk id="15" creationId="{B40B650C-FBEA-6C44-B53E-C39690F4EC7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8/29/2024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0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a bit relaxed initially. Be more permissible. Start with some moderate epochs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9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0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52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504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45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445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74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598561" cy="566195"/>
          </a:xfrm>
        </p:spPr>
        <p:txBody>
          <a:bodyPr>
            <a:noAutofit/>
          </a:bodyPr>
          <a:lstStyle/>
          <a:p>
            <a:r>
              <a:rPr lang="en-US" dirty="0"/>
              <a:t>Correlation Among Data samples from USBR Navajo </a:t>
            </a:r>
            <a:r>
              <a:rPr lang="en-US" dirty="0" err="1"/>
              <a:t>Webportal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51890"/>
              </p:ext>
            </p:extLst>
          </p:nvPr>
        </p:nvGraphicFramePr>
        <p:xfrm>
          <a:off x="994138" y="1252396"/>
          <a:ext cx="10204812" cy="4353207"/>
        </p:xfrm>
        <a:graphic>
          <a:graphicData uri="http://schemas.openxmlformats.org/drawingml/2006/table">
            <a:tbl>
              <a:tblPr firstRow="1" bandRow="1"/>
              <a:tblGrid>
                <a:gridCol w="1700802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97423551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4253036524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Correlation </a:t>
                      </a:r>
                    </a:p>
                    <a:p>
                      <a:pPr algn="ctr"/>
                      <a:r>
                        <a:rPr lang="en-US" dirty="0"/>
                        <a:t>(Pearson)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Storage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0.176639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Storage (</a:t>
                      </a:r>
                      <a:r>
                        <a:rPr lang="en-US" dirty="0" err="1"/>
                        <a:t>af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0.218124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0.300605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0.562441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0.176339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0.218124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0.300605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0.562441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1.0000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93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506F-8A2C-C543-6336-B5B751C93691}"/>
              </a:ext>
            </a:extLst>
          </p:cNvPr>
          <p:cNvSpPr txBox="1"/>
          <p:nvPr/>
        </p:nvSpPr>
        <p:spPr>
          <a:xfrm>
            <a:off x="156421" y="819509"/>
            <a:ext cx="11911933" cy="18251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1 :</a:t>
            </a:r>
            <a:r>
              <a:rPr lang="en-US" sz="2400" dirty="0">
                <a:solidFill>
                  <a:srgbClr val="00B0F0"/>
                </a:solidFill>
              </a:rPr>
              <a:t> Non-linear High Penalty       </a:t>
            </a:r>
          </a:p>
          <a:p>
            <a:r>
              <a:rPr lang="en-US" sz="2400" dirty="0">
                <a:solidFill>
                  <a:srgbClr val="00B0F0"/>
                </a:solidFill>
              </a:rPr>
              <a:t> </a:t>
            </a:r>
            <a:r>
              <a:rPr lang="en-US" sz="2400" dirty="0">
                <a:solidFill>
                  <a:schemeClr val="accent2"/>
                </a:solidFill>
              </a:rPr>
              <a:t>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2421886"/>
            <a:ext cx="11911933" cy="40411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2</a:t>
            </a:r>
            <a:r>
              <a:rPr lang="en-US" sz="2400" dirty="0">
                <a:solidFill>
                  <a:srgbClr val="00B0F0"/>
                </a:solidFill>
              </a:rPr>
              <a:t>: Proximity to a Target Range (Constrained)</a:t>
            </a:r>
          </a:p>
          <a:p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=0.01*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endParaRPr lang="en-US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 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error&lt;=</a:t>
            </a:r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reward=1.0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31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E99E0-DFFE-9A4E-FA88-33FB4552B440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0.043231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0.2079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076AF-84B2-47B5-C2D1-4671DF13D30B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727178.62800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852.74769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608.6511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D3836D-2A5B-720D-1AE0-A0472FAD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21" y="1194377"/>
            <a:ext cx="5936079" cy="3204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3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27DBE9-63E9-0E27-8BEF-FC51F2FD4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66" y="1188747"/>
            <a:ext cx="6002836" cy="320425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4A1F8D9-BA3A-0EF1-909C-01F89C250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</p:spTree>
    <p:extLst>
      <p:ext uri="{BB962C8B-B14F-4D97-AF65-F5344CB8AC3E}">
        <p14:creationId xmlns:p14="http://schemas.microsoft.com/office/powerpoint/2010/main" val="355381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CA34D-E802-A18A-A695-A9DD50336F01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0.18439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0.0123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1491E7-50F4-F00B-C16C-C57ECA881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94378"/>
            <a:ext cx="6001521" cy="31686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A2E0DE-B7B7-9594-8B04-D29FA37A71AA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616214.62800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784.993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512.5311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630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5B23F2-E69A-4F63-D52B-2846B658F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435392-1467-491A-4F5E-2554CDD22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58" y="1194378"/>
            <a:ext cx="5858586" cy="316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27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0.01685166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0.1298139501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0.0091343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174164.1626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417.3298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301.518662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29536-65FC-2701-870F-4807D2ED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" y="1156191"/>
            <a:ext cx="5930265" cy="32068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85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1B79B-0B52-1E52-2AF4-569AB91EF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18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29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Use date as a token to guide the training of the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Further improve the performance of the TD3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Explore other RL agents apt for continuous state-action space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, the outputs of which can show better correlation with the total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Use previous days release as feature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5706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3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15040</TotalTime>
  <Words>505</Words>
  <Application>Microsoft Office PowerPoint</Application>
  <PresentationFormat>Widescreen</PresentationFormat>
  <Paragraphs>111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Franklin Gothic Demi</vt:lpstr>
      <vt:lpstr>Franklin Gothic Medium</vt:lpstr>
      <vt:lpstr>Poppins</vt:lpstr>
      <vt:lpstr>Wingdings</vt:lpstr>
      <vt:lpstr>template_GRAIL Research Lab</vt:lpstr>
      <vt:lpstr>Deep Reinforcement Learning (DRL) Framework for Reservoir Management</vt:lpstr>
      <vt:lpstr>Correlation Among Data samples from USBR Navajo Webportal</vt:lpstr>
      <vt:lpstr>Reward Functions</vt:lpstr>
      <vt:lpstr>Proximal Policy Optimization (PPO) Agent: Non-Linear Reward</vt:lpstr>
      <vt:lpstr>Proximal Policy Optimization (PPO) Agent: Non-Linear Reward</vt:lpstr>
      <vt:lpstr>Proximal Policy Optimization (PPO) Agent- Reward Based on Proximity to a Target Range</vt:lpstr>
      <vt:lpstr>Proximal Policy Optimization (PPO) Agent- Reward Based on Proximity to a Target Range</vt:lpstr>
      <vt:lpstr>Twin-Delayed Deep Deterministic (TD3) Policy Gradient Agent</vt:lpstr>
      <vt:lpstr>Twin-Delayed Deep Deterministic (TD3) Policy Gradient Agent</vt:lpstr>
      <vt:lpstr>To 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Singh, Shubhendu Kumar</cp:lastModifiedBy>
  <cp:revision>549</cp:revision>
  <dcterms:created xsi:type="dcterms:W3CDTF">2021-09-26T23:34:49Z</dcterms:created>
  <dcterms:modified xsi:type="dcterms:W3CDTF">2024-08-29T18:48:51Z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
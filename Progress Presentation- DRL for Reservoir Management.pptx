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6" r:id="rId4"/>
  </p:sldMasterIdLst>
  <p:notesMasterIdLst>
    <p:notesMasterId r:id="rId21"/>
  </p:notesMasterIdLst>
  <p:sldIdLst>
    <p:sldId id="365" r:id="rId5"/>
    <p:sldId id="367" r:id="rId6"/>
    <p:sldId id="381" r:id="rId7"/>
    <p:sldId id="368" r:id="rId8"/>
    <p:sldId id="379" r:id="rId9"/>
    <p:sldId id="376" r:id="rId10"/>
    <p:sldId id="377" r:id="rId11"/>
    <p:sldId id="374" r:id="rId12"/>
    <p:sldId id="382" r:id="rId13"/>
    <p:sldId id="388" r:id="rId14"/>
    <p:sldId id="385" r:id="rId15"/>
    <p:sldId id="383" r:id="rId16"/>
    <p:sldId id="384" r:id="rId17"/>
    <p:sldId id="386" r:id="rId18"/>
    <p:sldId id="387" r:id="rId19"/>
    <p:sldId id="38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88B967"/>
    <a:srgbClr val="522D80"/>
    <a:srgbClr val="F5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3257E2-2039-4D81-A3D1-C3DE1B36AB83}" v="944" dt="2024-09-05T04:12:02.7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5"/>
    <p:restoredTop sz="94708"/>
  </p:normalViewPr>
  <p:slideViewPr>
    <p:cSldViewPr snapToGrid="0" snapToObjects="1">
      <p:cViewPr varScale="1">
        <p:scale>
          <a:sx n="83" d="100"/>
          <a:sy n="83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endu Kumar Singh" userId="461b01912b5747a3" providerId="LiveId" clId="{64D1A6E3-E87D-465D-8D7B-9F1DCD3A9422}"/>
    <pc:docChg chg="undo custSel modSld modMainMaster">
      <pc:chgData name="Shubhendu Kumar Singh" userId="461b01912b5747a3" providerId="LiveId" clId="{64D1A6E3-E87D-465D-8D7B-9F1DCD3A9422}" dt="2024-08-26T06:35:47.949" v="501" actId="20577"/>
      <pc:docMkLst>
        <pc:docMk/>
      </pc:docMkLst>
      <pc:sldChg chg="addSp modSp mod">
        <pc:chgData name="Shubhendu Kumar Singh" userId="461b01912b5747a3" providerId="LiveId" clId="{64D1A6E3-E87D-465D-8D7B-9F1DCD3A9422}" dt="2024-08-26T06:35:47.949" v="501" actId="20577"/>
        <pc:sldMkLst>
          <pc:docMk/>
          <pc:sldMk cId="734630831" sldId="365"/>
        </pc:sldMkLst>
        <pc:spChg chg="mod">
          <ac:chgData name="Shubhendu Kumar Singh" userId="461b01912b5747a3" providerId="LiveId" clId="{64D1A6E3-E87D-465D-8D7B-9F1DCD3A9422}" dt="2024-08-26T06:34:56.186" v="471" actId="20577"/>
          <ac:spMkLst>
            <pc:docMk/>
            <pc:sldMk cId="734630831" sldId="365"/>
            <ac:spMk id="2" creationId="{0C0BE678-E0CC-CA40-A743-BD01E3D36058}"/>
          </ac:spMkLst>
        </pc:spChg>
        <pc:spChg chg="mod">
          <ac:chgData name="Shubhendu Kumar Singh" userId="461b01912b5747a3" providerId="LiveId" clId="{64D1A6E3-E87D-465D-8D7B-9F1DCD3A9422}" dt="2024-08-23T05:45:59.528" v="357" actId="20577"/>
          <ac:spMkLst>
            <pc:docMk/>
            <pc:sldMk cId="734630831" sldId="365"/>
            <ac:spMk id="3" creationId="{B40E8E6E-E0DE-1C4C-994A-203776ACFE2F}"/>
          </ac:spMkLst>
        </pc:spChg>
        <pc:spChg chg="add mod">
          <ac:chgData name="Shubhendu Kumar Singh" userId="461b01912b5747a3" providerId="LiveId" clId="{64D1A6E3-E87D-465D-8D7B-9F1DCD3A9422}" dt="2024-08-26T06:35:47.949" v="501" actId="20577"/>
          <ac:spMkLst>
            <pc:docMk/>
            <pc:sldMk cId="734630831" sldId="365"/>
            <ac:spMk id="4" creationId="{DE1A6919-18F5-A712-B94E-DF0EF7EB3159}"/>
          </ac:spMkLst>
        </pc:spChg>
      </pc:sldChg>
      <pc:sldChg chg="addSp delSp modSp mod">
        <pc:chgData name="Shubhendu Kumar Singh" userId="461b01912b5747a3" providerId="LiveId" clId="{64D1A6E3-E87D-465D-8D7B-9F1DCD3A9422}" dt="2024-08-26T06:17:57.329" v="445" actId="20577"/>
        <pc:sldMkLst>
          <pc:docMk/>
          <pc:sldMk cId="1445921718" sldId="370"/>
        </pc:sldMkLst>
        <pc:spChg chg="add mod">
          <ac:chgData name="Shubhendu Kumar Singh" userId="461b01912b5747a3" providerId="LiveId" clId="{64D1A6E3-E87D-465D-8D7B-9F1DCD3A9422}" dt="2024-08-25T05:09:12.932" v="409" actId="20577"/>
          <ac:spMkLst>
            <pc:docMk/>
            <pc:sldMk cId="1445921718" sldId="370"/>
            <ac:spMk id="7" creationId="{BB5C0942-6EE7-99F4-667E-ABB61F67822F}"/>
          </ac:spMkLst>
        </pc:spChg>
        <pc:spChg chg="add mod">
          <ac:chgData name="Shubhendu Kumar Singh" userId="461b01912b5747a3" providerId="LiveId" clId="{64D1A6E3-E87D-465D-8D7B-9F1DCD3A9422}" dt="2024-08-25T05:09:29.877" v="429" actId="20577"/>
          <ac:spMkLst>
            <pc:docMk/>
            <pc:sldMk cId="1445921718" sldId="370"/>
            <ac:spMk id="8" creationId="{E5253795-F018-F99B-6C75-E141B72EE134}"/>
          </ac:spMkLst>
        </pc:spChg>
        <pc:spChg chg="mod">
          <ac:chgData name="Shubhendu Kumar Singh" userId="461b01912b5747a3" providerId="LiveId" clId="{64D1A6E3-E87D-465D-8D7B-9F1DCD3A9422}" dt="2024-08-26T06:17:57.329" v="445" actId="20577"/>
          <ac:spMkLst>
            <pc:docMk/>
            <pc:sldMk cId="1445921718" sldId="370"/>
            <ac:spMk id="11" creationId="{05B1DA51-77C3-06B1-AB58-9F4DD2315A4C}"/>
          </ac:spMkLst>
        </pc:spChg>
        <pc:spChg chg="mod">
          <ac:chgData name="Shubhendu Kumar Singh" userId="461b01912b5747a3" providerId="LiveId" clId="{64D1A6E3-E87D-465D-8D7B-9F1DCD3A9422}" dt="2024-08-25T05:08:30.757" v="388" actId="14100"/>
          <ac:spMkLst>
            <pc:docMk/>
            <pc:sldMk cId="1445921718" sldId="370"/>
            <ac:spMk id="15" creationId="{72247B13-FDE1-8ED3-FB38-CE1B3101FDDC}"/>
          </ac:spMkLst>
        </pc:spChg>
        <pc:spChg chg="del mod">
          <ac:chgData name="Shubhendu Kumar Singh" userId="461b01912b5747a3" providerId="LiveId" clId="{64D1A6E3-E87D-465D-8D7B-9F1DCD3A9422}" dt="2024-08-25T05:08:32.984" v="389" actId="478"/>
          <ac:spMkLst>
            <pc:docMk/>
            <pc:sldMk cId="1445921718" sldId="370"/>
            <ac:spMk id="98" creationId="{21286D84-E2C5-54AA-E990-19042425F91B}"/>
          </ac:spMkLst>
        </pc:spChg>
        <pc:picChg chg="add mod">
          <ac:chgData name="Shubhendu Kumar Singh" userId="461b01912b5747a3" providerId="LiveId" clId="{64D1A6E3-E87D-465D-8D7B-9F1DCD3A9422}" dt="2024-08-25T04:50:29.775" v="381" actId="1076"/>
          <ac:picMkLst>
            <pc:docMk/>
            <pc:sldMk cId="1445921718" sldId="370"/>
            <ac:picMk id="3" creationId="{330B85C5-3279-7C32-2471-4F0B58774720}"/>
          </ac:picMkLst>
        </pc:picChg>
        <pc:picChg chg="add mod">
          <ac:chgData name="Shubhendu Kumar Singh" userId="461b01912b5747a3" providerId="LiveId" clId="{64D1A6E3-E87D-465D-8D7B-9F1DCD3A9422}" dt="2024-08-25T04:50:35.473" v="382" actId="1076"/>
          <ac:picMkLst>
            <pc:docMk/>
            <pc:sldMk cId="1445921718" sldId="370"/>
            <ac:picMk id="4" creationId="{62FC2E55-6396-BEF3-217C-04B13ADEE239}"/>
          </ac:picMkLst>
        </pc:picChg>
        <pc:picChg chg="add mod">
          <ac:chgData name="Shubhendu Kumar Singh" userId="461b01912b5747a3" providerId="LiveId" clId="{64D1A6E3-E87D-465D-8D7B-9F1DCD3A9422}" dt="2024-08-25T05:08:55.309" v="395" actId="1076"/>
          <ac:picMkLst>
            <pc:docMk/>
            <pc:sldMk cId="1445921718" sldId="370"/>
            <ac:picMk id="6" creationId="{12C09E0B-D18D-6514-E219-C442E9D4343A}"/>
          </ac:picMkLst>
        </pc:picChg>
        <pc:picChg chg="del">
          <ac:chgData name="Shubhendu Kumar Singh" userId="461b01912b5747a3" providerId="LiveId" clId="{64D1A6E3-E87D-465D-8D7B-9F1DCD3A9422}" dt="2024-08-25T03:44:13.837" v="369" actId="478"/>
          <ac:picMkLst>
            <pc:docMk/>
            <pc:sldMk cId="1445921718" sldId="370"/>
            <ac:picMk id="57" creationId="{3C8E6C0E-16B9-9CCE-6A36-C57159BC1701}"/>
          </ac:picMkLst>
        </pc:picChg>
        <pc:picChg chg="del">
          <ac:chgData name="Shubhendu Kumar Singh" userId="461b01912b5747a3" providerId="LiveId" clId="{64D1A6E3-E87D-465D-8D7B-9F1DCD3A9422}" dt="2024-08-25T04:50:15.866" v="378" actId="478"/>
          <ac:picMkLst>
            <pc:docMk/>
            <pc:sldMk cId="1445921718" sldId="370"/>
            <ac:picMk id="60" creationId="{E823099E-8350-34FF-EF0E-D00391C37F40}"/>
          </ac:picMkLst>
        </pc:picChg>
      </pc:sldChg>
      <pc:sldMasterChg chg="modSldLayout">
        <pc:chgData name="Shubhendu Kumar Singh" userId="461b01912b5747a3" providerId="LiveId" clId="{64D1A6E3-E87D-465D-8D7B-9F1DCD3A9422}" dt="2024-08-23T05:36:52.681" v="74" actId="478"/>
        <pc:sldMasterMkLst>
          <pc:docMk/>
          <pc:sldMasterMk cId="2658266792" sldId="2147483656"/>
        </pc:sldMasterMkLst>
        <pc:sldLayoutChg chg="delSp modSp mod">
          <pc:chgData name="Shubhendu Kumar Singh" userId="461b01912b5747a3" providerId="LiveId" clId="{64D1A6E3-E87D-465D-8D7B-9F1DCD3A9422}" dt="2024-08-23T05:35:06.274" v="1" actId="16037"/>
          <pc:sldLayoutMkLst>
            <pc:docMk/>
            <pc:sldMasterMk cId="2658266792" sldId="2147483656"/>
            <pc:sldLayoutMk cId="1918409203" sldId="2147483657"/>
          </pc:sldLayoutMkLst>
          <pc:spChg chg="mod">
            <ac:chgData name="Shubhendu Kumar Singh" userId="461b01912b5747a3" providerId="LiveId" clId="{64D1A6E3-E87D-465D-8D7B-9F1DCD3A9422}" dt="2024-08-23T05:35:06.274" v="1" actId="16037"/>
            <ac:spMkLst>
              <pc:docMk/>
              <pc:sldMasterMk cId="2658266792" sldId="2147483656"/>
              <pc:sldLayoutMk cId="1918409203" sldId="2147483657"/>
              <ac:spMk id="7" creationId="{6BEA6CA0-9EBA-4A15-97E7-AF1BD79EC9D4}"/>
            </ac:spMkLst>
          </pc:spChg>
          <pc:picChg chg="del">
            <ac:chgData name="Shubhendu Kumar Singh" userId="461b01912b5747a3" providerId="LiveId" clId="{64D1A6E3-E87D-465D-8D7B-9F1DCD3A9422}" dt="2024-08-23T05:34:57.451" v="0" actId="478"/>
            <ac:picMkLst>
              <pc:docMk/>
              <pc:sldMasterMk cId="2658266792" sldId="2147483656"/>
              <pc:sldLayoutMk cId="1918409203" sldId="2147483657"/>
              <ac:picMk id="9" creationId="{3BCA1801-425A-4578-82D2-A76443675853}"/>
            </ac:picMkLst>
          </pc:picChg>
        </pc:sldLayoutChg>
        <pc:sldLayoutChg chg="delSp mod">
          <pc:chgData name="Shubhendu Kumar Singh" userId="461b01912b5747a3" providerId="LiveId" clId="{64D1A6E3-E87D-465D-8D7B-9F1DCD3A9422}" dt="2024-08-23T05:35:29.709" v="2" actId="478"/>
          <pc:sldLayoutMkLst>
            <pc:docMk/>
            <pc:sldMasterMk cId="2658266792" sldId="2147483656"/>
            <pc:sldLayoutMk cId="541059320" sldId="2147483658"/>
          </pc:sldLayoutMkLst>
          <pc:picChg chg="del">
            <ac:chgData name="Shubhendu Kumar Singh" userId="461b01912b5747a3" providerId="LiveId" clId="{64D1A6E3-E87D-465D-8D7B-9F1DCD3A9422}" dt="2024-08-23T05:35:29.709" v="2" actId="478"/>
            <ac:picMkLst>
              <pc:docMk/>
              <pc:sldMasterMk cId="2658266792" sldId="2147483656"/>
              <pc:sldLayoutMk cId="541059320" sldId="2147483658"/>
              <ac:picMk id="19" creationId="{5EE2CD5A-5460-4305-A3FB-D88143B636D6}"/>
            </ac:picMkLst>
          </pc:picChg>
        </pc:sldLayoutChg>
        <pc:sldLayoutChg chg="addSp delSp modSp mod">
          <pc:chgData name="Shubhendu Kumar Singh" userId="461b01912b5747a3" providerId="LiveId" clId="{64D1A6E3-E87D-465D-8D7B-9F1DCD3A9422}" dt="2024-08-23T05:36:52.681" v="74" actId="478"/>
          <pc:sldLayoutMkLst>
            <pc:docMk/>
            <pc:sldMasterMk cId="2658266792" sldId="2147483656"/>
            <pc:sldLayoutMk cId="2459251796" sldId="2147483659"/>
          </pc:sldLayoutMkLst>
          <pc:spChg chg="mod">
            <ac:chgData name="Shubhendu Kumar Singh" userId="461b01912b5747a3" providerId="LiveId" clId="{64D1A6E3-E87D-465D-8D7B-9F1DCD3A9422}" dt="2024-08-23T05:36:31.853" v="64" actId="20577"/>
            <ac:spMkLst>
              <pc:docMk/>
              <pc:sldMasterMk cId="2658266792" sldId="2147483656"/>
              <pc:sldLayoutMk cId="2459251796" sldId="2147483659"/>
              <ac:spMk id="11" creationId="{DF985DEB-FB8E-4E1F-8662-91561B377F6F}"/>
            </ac:spMkLst>
          </pc:spChg>
          <pc:spChg chg="add del mod">
            <ac:chgData name="Shubhendu Kumar Singh" userId="461b01912b5747a3" providerId="LiveId" clId="{64D1A6E3-E87D-465D-8D7B-9F1DCD3A9422}" dt="2024-08-23T05:36:48.145" v="73" actId="6549"/>
            <ac:spMkLst>
              <pc:docMk/>
              <pc:sldMasterMk cId="2658266792" sldId="2147483656"/>
              <pc:sldLayoutMk cId="2459251796" sldId="2147483659"/>
              <ac:spMk id="12" creationId="{10B3953E-15BD-48FF-8D0E-53C889C148A4}"/>
            </ac:spMkLst>
          </pc:spChg>
          <pc:picChg chg="del">
            <ac:chgData name="Shubhendu Kumar Singh" userId="461b01912b5747a3" providerId="LiveId" clId="{64D1A6E3-E87D-465D-8D7B-9F1DCD3A9422}" dt="2024-08-23T05:36:52.681" v="74" actId="478"/>
            <ac:picMkLst>
              <pc:docMk/>
              <pc:sldMasterMk cId="2658266792" sldId="2147483656"/>
              <pc:sldLayoutMk cId="2459251796" sldId="2147483659"/>
              <ac:picMk id="7" creationId="{5874204B-60F8-428C-93C7-AE51928F350F}"/>
            </ac:picMkLst>
          </pc:picChg>
        </pc:sldLayoutChg>
      </pc:sldMasterChg>
    </pc:docChg>
  </pc:docChgLst>
  <pc:docChgLst>
    <pc:chgData name="Shengli Xu" userId="41272415-5f90-44cd-a729-0b818333e035" providerId="ADAL" clId="{98487B48-8F00-8A40-8381-70E9B1AA2098}"/>
    <pc:docChg chg="custSel modSld">
      <pc:chgData name="Shengli Xu" userId="41272415-5f90-44cd-a729-0b818333e035" providerId="ADAL" clId="{98487B48-8F00-8A40-8381-70E9B1AA2098}" dt="2021-10-13T00:57:31.593" v="7" actId="1076"/>
      <pc:docMkLst>
        <pc:docMk/>
      </pc:docMkLst>
      <pc:sldChg chg="addSp delSp modSp mod">
        <pc:chgData name="Shengli Xu" userId="41272415-5f90-44cd-a729-0b818333e035" providerId="ADAL" clId="{98487B48-8F00-8A40-8381-70E9B1AA2098}" dt="2021-10-13T00:57:31.593" v="7" actId="1076"/>
        <pc:sldMkLst>
          <pc:docMk/>
          <pc:sldMk cId="1711333614" sldId="270"/>
        </pc:sldMkLst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7" creationId="{ECEA98EB-2528-8D4C-9BD0-FD0942AC7416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8" creationId="{66658BEE-0AEF-574F-8B94-926FDA850375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9" creationId="{E5A243DC-FC8C-9C4E-9E2B-14CD4F828D1B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20" creationId="{A7CCF0DE-A92E-7649-890E-DE186DD88C73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21" creationId="{C7208813-4046-AF45-8711-E39CA1CF9C71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22" creationId="{9CC68BA7-5BF5-8643-A95E-98A9A72873B7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23" creationId="{62A8C608-82F6-324F-AD73-E12AC5C0F9CC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24" creationId="{49A076FB-CFBF-D346-8D5D-B4FD3F91D97D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25" creationId="{93EF9583-C593-E043-8998-900DC8E79C9F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26" creationId="{C159B331-75FB-1349-8D88-EB5FAC61BED7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29" creationId="{A0419335-73F6-364C-B1E6-FB741773FE13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30" creationId="{C8BD7730-7877-FF41-A6BF-FF91517D318D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31" creationId="{459AC212-D66F-EC4B-A9DB-1D5DE7371CF4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32" creationId="{EA16821A-8282-F341-93AD-DA380D87AC5C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34" creationId="{B30C635A-984A-854F-A29E-38828EC093DD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35" creationId="{C20821F5-1318-264E-A8A3-E7AD63892F47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36" creationId="{2D42A051-5721-1F4F-90B9-2858B71FB835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37" creationId="{5A3F7936-F5D8-614F-9181-DC771FA8737E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38" creationId="{CE830C88-EE1C-FA40-BF05-E95A58D9829A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39" creationId="{34CF358F-7336-C643-A1FC-14929A4446A8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40" creationId="{C94DC351-5F99-5845-9A5E-BE9E429B76FF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41" creationId="{1BB6EC96-4D42-1B43-B044-C1370ABB4988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42" creationId="{70A7BD96-9C90-5649-A0C1-C42B00FCF96C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43" creationId="{427BD62A-7B54-C547-AB00-E0C1EA994786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44" creationId="{4AB50324-C8D1-6C43-BEB6-A87658BC2AF8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45" creationId="{62136BAA-1909-1B41-A356-842CCEDA1225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46" creationId="{EEF48A1C-6CB8-1444-B0FB-F141F8371C4F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47" creationId="{747F0141-3888-CD4B-95D8-A816E863C054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48" creationId="{0F6557C9-9E26-DF42-BF06-ABEE1D1EEAA9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49" creationId="{D9A6C211-806E-5F4C-9902-AD8F51781436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58" creationId="{229F98C9-FDA1-8A4E-8D8E-74E49953EC0F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59" creationId="{EF897A50-03CE-7044-BB9C-B405D795819A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60" creationId="{43F76D71-90E6-F944-80F1-0A555F569728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61" creationId="{23ECEB71-8A4B-FC49-A1FB-BFADBC8DFDB2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62" creationId="{A28B62E7-38D3-A745-A154-1591554790AA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63" creationId="{2B4744E7-8794-AC4A-9856-3DC9126188B3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64" creationId="{1B1AC4F0-6653-F243-A4B2-0A8C5D74CE03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65" creationId="{44EDFE9C-AA5C-834C-B36D-D05B5D45593D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66" creationId="{4A74247C-002F-B944-B1CF-AB30CD50E263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67" creationId="{3B37CC86-3304-E34D-9712-5426C8A537A1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68" creationId="{62856F27-C833-3746-A116-3AFBDA3504F6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69" creationId="{B96B836D-EA67-D743-A22A-EC8218111B05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70" creationId="{D4260986-762B-484F-852D-3574C7D80B25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71" creationId="{76AE0913-86D5-DF4C-9119-D317023026BA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72" creationId="{34E3C1C7-EAD4-674D-9FF6-A5BDCC32AEFC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73" creationId="{5640BE20-5C2D-AA4D-A813-21C71F8D1BB5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74" creationId="{332DDA1F-F802-0F44-BD87-660C95257C17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75" creationId="{D437BB54-4197-2746-8D1A-265FCE1BA3F0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76" creationId="{B6F5F188-8F74-DF45-A67C-4C1C4F40FF41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77" creationId="{E9185FBD-7328-AC46-844A-77F9BEFA57FA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78" creationId="{10A50B84-0933-6C4B-B12E-A521B1CFC4D1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79" creationId="{07251C1F-1F39-BC4B-AF26-D98329B42E07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80" creationId="{F7BCCFEA-E0EE-7A43-BB7B-AEE6B16F04FF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93" creationId="{706B98FC-99CD-734A-B200-E2311A151450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94" creationId="{3A33828F-A657-D542-BB89-BE5514B4465F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95" creationId="{25ADBEA1-0710-674E-94EF-C87C2DBC447E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96" creationId="{92127E5D-81F9-1443-B29F-B56FF78A0695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97" creationId="{33712E9B-D4E7-824C-AFA8-2CD14224594F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98" creationId="{8A6FE666-0801-D04E-AA5B-0953345666AF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99" creationId="{952F15D0-0F12-D240-BE19-7408F040B14E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00" creationId="{9DF26569-958E-AA46-BCF6-72143C3534F8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01" creationId="{457B0156-F7EE-6243-AF10-13EBDF7669FB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02" creationId="{1E5BB7D5-96F8-0945-8276-9F8325B2734A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03" creationId="{0A940C40-ABCE-B343-B6A1-E83634540944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04" creationId="{1C573CC8-9810-654F-A65C-E66708B02C1B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05" creationId="{46E37C34-C31A-684E-B21E-575A67EDE003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06" creationId="{1DEFFB5B-D956-3D46-8F3A-33B856885DA0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07" creationId="{4889AEA4-9DC2-6B44-98EA-0E526F4967DD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08" creationId="{A8804F9B-1203-0F4D-B700-AFC8E10427BF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09" creationId="{1B31C601-745E-164D-A066-B761B1BC71C1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10" creationId="{CD300F19-A4BE-6C4A-85A7-38D16206014B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12" creationId="{0CAC5987-3A7C-0F47-B298-0629DFFAE503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13" creationId="{11235B91-A15E-BC47-BDD0-A5F95DB3CF0B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14" creationId="{7803BE92-821B-5145-A282-9BED313A2BF7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15" creationId="{79F43A5E-E434-BF4B-8531-2E5FA494E78F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16" creationId="{844E0C8D-7F2A-AF40-BA1F-FB3B6F816FC1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17" creationId="{DEA5DD53-BB63-F848-A387-A9BCABD592A1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19" creationId="{7C4070F4-F33A-464E-BBD7-EBC5443E2805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20" creationId="{9A1C67DF-10E2-D54D-A96E-4BEDC5E4C04E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21" creationId="{905656AE-3710-9B40-A35E-00795DB20A62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22" creationId="{2A46BCD6-9EBB-6C4A-9E43-6952FD5DDC89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23" creationId="{D53A8C22-B29D-BB46-BB98-A5FE8C080A3E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24" creationId="{C46CADC1-241A-7848-9B89-8E0D867DD65A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26" creationId="{364CC55B-F121-A842-8EBD-6E196E5CFD1A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27" creationId="{7BBC161E-BE2C-9949-91EA-0651A1EE2FD5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28" creationId="{22CAD4C4-026A-C14B-BF30-6A31BF083AC9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29" creationId="{3855BE51-6BBE-BE4E-9453-0FA1640C45EC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30" creationId="{0A9CE0DA-65B7-C442-A0A6-6D1F68982301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31" creationId="{03F74DD6-7ECF-A449-AAA6-D4C69B46D29F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33" creationId="{E47A917E-4E60-6C42-8DDA-AD5D2EF46BD5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34" creationId="{FFFB3A50-791F-5149-A6F9-041EAEDB2E0B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35" creationId="{8EECB95F-80B3-244B-8777-A9ABA4A014E0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36" creationId="{FE0E8F41-14A0-DE42-8945-3DD5A1546996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37" creationId="{AEF93B59-043C-5F4B-BB90-38062569E5CB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38" creationId="{729A0EC5-680C-0149-8C98-99528422B42D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40" creationId="{94FCADAE-DA5B-4B48-B60E-7A74DF76BEB2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41" creationId="{469DCFA8-34BF-944D-8465-C6FC08311D95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42" creationId="{A7ACB90F-1B10-4446-9750-1E68EEAE56C1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43" creationId="{2FC44E81-4E93-E44B-BCEC-397E9EBCF8F1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44" creationId="{0563F518-BE63-7E48-85B9-B57F7EE1505A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45" creationId="{8039D78C-F095-A747-9474-F6BAB714B8A1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47" creationId="{C4E74969-9708-C446-8FB5-734596EA484F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48" creationId="{08DDAC3F-4E66-EC43-9AA6-1923A5B8D281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49" creationId="{E9736789-FA00-4249-834D-E481F0FF6896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50" creationId="{D1801864-E0BC-9E4E-B395-5A99A4769779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51" creationId="{B2C59CF5-3A30-5E4C-9A8F-C2685E2E273D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52" creationId="{90641A37-6B47-2347-AE30-1C0890E165D1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54" creationId="{25ECA2D6-04FC-D746-82FE-D9503F931D1C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55" creationId="{43085609-0719-9845-8E8B-AC76DCDC1073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56" creationId="{BEB87983-819A-2F40-BF36-523B84DF73EA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57" creationId="{7D9E2ED8-7879-E74B-8EED-811C2ADCE3C9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58" creationId="{59B3B896-8783-C847-AC27-15E8C47DA5EA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59" creationId="{6C5C174B-505B-2F48-A046-E6E65F45D5C6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61" creationId="{F507A21D-FDE8-DD40-B5FE-7AF3C96A1295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62" creationId="{968B2A7C-58E5-754D-B282-E01C08EA6615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63" creationId="{809BE339-8F9B-674C-B50F-E4ADCA7ACA61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64" creationId="{187733E5-E3E6-364C-80F0-48133EAB36C1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65" creationId="{33808BE8-9487-C64C-864A-1752FFB4705F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66" creationId="{65E6802E-3829-074C-A6CA-004A4760C85E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68" creationId="{33C58554-4CB4-B847-A27A-C05C24B5C701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69" creationId="{E4993041-0F25-9048-8750-12435911AA85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70" creationId="{AFB4F851-A648-774F-980D-4349931F54F3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71" creationId="{1A3707C3-0ABB-534D-BCCC-60D6F3BE6734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72" creationId="{AD051599-6EA6-C146-9228-948EC8941C8F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73" creationId="{138D7027-C627-D94A-919E-657B1E5F2A06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75" creationId="{09AC64D7-A129-EC48-9397-0E88A7B20CCF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76" creationId="{EE3DD42D-84E4-1940-8E2F-5D7F0D023614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77" creationId="{406B2746-C2D9-B047-B7DF-9A5635ECDB9C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78" creationId="{9BB13A62-1224-CB47-9F43-709610D08904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79" creationId="{1376D7E6-A67C-1948-83C3-B0893AF272BD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80" creationId="{1AA9B109-4EDD-E14D-8955-EB10792CE57D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82" creationId="{2D23E14B-5861-CE4F-B76B-9E782680473F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83" creationId="{6B741FAE-2182-194E-BD90-5170ADCAF4D4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84" creationId="{C20FF0EF-1C17-C749-831E-7B2D24A56A7B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85" creationId="{1C8BA973-8E10-2A41-AE55-244B222348E4}"/>
          </ac:spMkLst>
        </pc:spChg>
        <pc:spChg chg="mod">
          <ac:chgData name="Shengli Xu" userId="41272415-5f90-44cd-a729-0b818333e035" providerId="ADAL" clId="{98487B48-8F00-8A40-8381-70E9B1AA2098}" dt="2021-10-13T00:56:56.024" v="1"/>
          <ac:spMkLst>
            <pc:docMk/>
            <pc:sldMk cId="1711333614" sldId="270"/>
            <ac:spMk id="186" creationId="{BD045C80-47E3-1143-BDF6-AFFAAE8E0A2D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189" creationId="{CED9201C-58DD-3440-9D24-17252AECFD4D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190" creationId="{32FE4DB7-23F4-7947-BBB4-ABE187898BBA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191" creationId="{131597F5-D857-AE43-93CB-F148A9A47065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192" creationId="{556287D7-FF8F-D24D-984F-231017BD46B0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193" creationId="{77F6C302-4F99-F542-BAF5-E44554200CF9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194" creationId="{5A0A1BE3-0EC1-F54B-9EAC-31D6BA76241A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195" creationId="{55A5FCF8-F4C0-E14B-B0E1-7380B2B014C2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196" creationId="{B273DC6A-55ED-7349-AF89-BB02849F94AB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197" creationId="{42E99181-D9F1-1E49-975F-1F197F3FD6C1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198" creationId="{1C3C880B-53BA-154F-B94B-27177E3284EE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199" creationId="{FF6C4AC4-B794-AA42-AFF2-14A584D8F96D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01" creationId="{D03E1F75-18F7-0D48-BE3F-C81A304073BB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02" creationId="{58B1E457-96D3-014F-9967-B028B183FB1A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03" creationId="{7CB001F2-786F-2248-98E1-981ACF4E2C13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04" creationId="{A096FFEE-B912-FB4A-A4D7-8F0A648C9847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05" creationId="{D9976C72-4F2B-D642-8A4C-0E1E7D0596B4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06" creationId="{7C37C3B8-0D50-D74D-AD1A-1FC6CB4B848A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07" creationId="{D8DD9206-C20B-2246-95C7-F64A505E0E32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08" creationId="{41B95D39-53F1-484D-A62E-F9642560F6B0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09" creationId="{B45A573B-F4F0-E343-BB51-F94147979F3E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10" creationId="{1A32D41A-1119-D646-93C8-97AB2433584E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11" creationId="{110693C0-5577-1B40-9C57-65794AC4F89A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12" creationId="{1150875B-DC30-954C-8FAB-0FA15BC6CC26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13" creationId="{B1BB9984-391F-834E-A288-B11313F9FF07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14" creationId="{D40739E5-EE49-324C-A5A4-5EBAF9493EB9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15" creationId="{00636140-6F3A-3A45-9784-E96B7B7F3F4A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16" creationId="{110C2155-3660-244E-97D1-2A5156ED20B8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17" creationId="{3424950A-FA2B-454F-A076-C55C71BC9A56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24" creationId="{C02B9CAC-90FD-5D43-8730-717BF9D603BD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26" creationId="{7A6AD9B8-E35C-4544-B861-266CA5DC6CFE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27" creationId="{F37F0C61-F32E-F24C-834D-476951699035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28" creationId="{BB417D02-9ACC-8B40-B971-0AC653760036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30" creationId="{4F6DAD93-EAD9-5C44-9BA5-0C90C8573A64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31" creationId="{87E1A2C5-EC59-A146-B042-9EB332F49C2D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32" creationId="{B368C97F-50C2-0C4C-BBCC-D1E7D96AC5B6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34" creationId="{38EFDEE0-DB54-4244-819C-3D6C1B68EB95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35" creationId="{1910FD0B-69DD-4942-B526-A600823022A7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36" creationId="{44E83719-B130-624E-B675-66E74881B833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38" creationId="{F79C8EE7-4F10-7841-8476-617BF51A2087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39" creationId="{C06EED11-EAE1-534E-857E-A251128A91A6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40" creationId="{3AE9F800-24CA-784E-9D68-C911619161DF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42" creationId="{2E5E9432-09FD-334F-A3A1-36CAD2A084EE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43" creationId="{844A69E4-8A96-B54F-A61F-58F1A655B589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44" creationId="{FB7653A1-EFFC-A441-B164-08D16ABB14D3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46" creationId="{3D1C13D2-F471-CA4A-BEAC-DC7BF664851A}"/>
          </ac:spMkLst>
        </pc:spChg>
        <pc:spChg chg="mod">
          <ac:chgData name="Shengli Xu" userId="41272415-5f90-44cd-a729-0b818333e035" providerId="ADAL" clId="{98487B48-8F00-8A40-8381-70E9B1AA2098}" dt="2021-10-13T00:57:17.871" v="4"/>
          <ac:spMkLst>
            <pc:docMk/>
            <pc:sldMk cId="1711333614" sldId="270"/>
            <ac:spMk id="247" creationId="{FC6220A3-CF06-5B48-80A8-727AF4EE72FC}"/>
          </ac:spMkLst>
        </pc:spChg>
        <pc:grpChg chg="add mod">
          <ac:chgData name="Shengli Xu" userId="41272415-5f90-44cd-a729-0b818333e035" providerId="ADAL" clId="{98487B48-8F00-8A40-8381-70E9B1AA2098}" dt="2021-10-13T00:57:00.396" v="2" actId="1076"/>
          <ac:grpSpMkLst>
            <pc:docMk/>
            <pc:sldMk cId="1711333614" sldId="270"/>
            <ac:grpSpMk id="16" creationId="{B426823E-A478-8349-BD64-8D69ABBE7F54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27" creationId="{5F1A53D0-1248-5C4B-BFA0-F2ACCD864BBF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28" creationId="{6ECB9207-4B61-864A-B327-704B9E35230C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33" creationId="{02FC19FB-C446-4043-BD35-450AC492EB67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50" creationId="{7C30036D-161A-A94D-8E52-B457A8D6A60D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51" creationId="{A1D62E4E-D4DE-EC42-82C4-94A4DA85C183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52" creationId="{E68C3DC6-1291-FB48-AFE3-98C509EF8DAA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53" creationId="{9DBE3EAE-951A-1543-AFFE-4A8F4318014D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54" creationId="{73085AF9-9479-EF41-81C2-835E6F7746FF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55" creationId="{C0E83080-60D1-5247-8B98-6700DEFA2BCE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56" creationId="{09DA84D3-CD91-F341-9286-130D7E306901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57" creationId="{1F5687F1-D178-BE47-B530-B88D9D2FAB72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81" creationId="{989BA185-2ACE-554B-BFF2-347755ADA58E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82" creationId="{27894BB0-A04B-DE46-89C3-38FC14F76359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83" creationId="{6798C8FD-DEDC-1C4E-BB89-8F3F43D6BDE8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84" creationId="{4BA0CD84-F9CB-D044-B7E2-2129397D948C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85" creationId="{D56054D4-EF7B-B442-ADDA-59A699AC2FB0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86" creationId="{7CE5B692-174E-B643-8CB8-5EF7EF6A314C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87" creationId="{C7CF69C9-B60E-B249-8FE4-C79DA7271376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88" creationId="{D02333A9-9785-BD4F-ACAD-438F760FCC3E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89" creationId="{B77A17A9-BDAF-B941-A9BC-8E23CD77CFF8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90" creationId="{C9DBAFFB-F8EF-8A45-AE6A-4ACDD83E3E8C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91" creationId="{3A40F072-2B37-DC4D-A108-E3828BF118B8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92" creationId="{1BAC4BA5-70F5-2145-870D-184F6F81E144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111" creationId="{C129890D-82F3-0C45-99AC-6C60330A8E60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118" creationId="{7A30604C-C642-3841-9720-6609A51774AF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125" creationId="{C81D09BD-A89D-BB48-9837-396B6E532136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132" creationId="{157E7BC1-28DA-4341-8C3D-72F05E3A92D5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139" creationId="{53A75FDA-F41B-A844-ABA1-EDF42654498F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146" creationId="{C3974B18-EFEE-6143-8283-4BBA755E7B32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153" creationId="{D0BE8E4B-9F63-134C-91A8-8EB7A7CAB325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160" creationId="{2C895837-01FD-DE46-A860-C2243EB0F39B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167" creationId="{C0C2061D-A24E-9B47-9B0A-D58D0FDCD8FF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174" creationId="{B32CA543-9DC4-534E-AD6F-27286B92CEC1}"/>
          </ac:grpSpMkLst>
        </pc:grpChg>
        <pc:grpChg chg="mod">
          <ac:chgData name="Shengli Xu" userId="41272415-5f90-44cd-a729-0b818333e035" providerId="ADAL" clId="{98487B48-8F00-8A40-8381-70E9B1AA2098}" dt="2021-10-13T00:56:56.024" v="1"/>
          <ac:grpSpMkLst>
            <pc:docMk/>
            <pc:sldMk cId="1711333614" sldId="270"/>
            <ac:grpSpMk id="181" creationId="{B412B176-1AC3-9749-9FBE-E998E6545E52}"/>
          </ac:grpSpMkLst>
        </pc:grpChg>
        <pc:grpChg chg="add mod">
          <ac:chgData name="Shengli Xu" userId="41272415-5f90-44cd-a729-0b818333e035" providerId="ADAL" clId="{98487B48-8F00-8A40-8381-70E9B1AA2098}" dt="2021-10-13T00:57:31.593" v="7" actId="1076"/>
          <ac:grpSpMkLst>
            <pc:docMk/>
            <pc:sldMk cId="1711333614" sldId="270"/>
            <ac:grpSpMk id="187" creationId="{6F635FCB-E2EF-8E43-93A5-5E4C7ABA4993}"/>
          </ac:grpSpMkLst>
        </pc:grpChg>
        <pc:grpChg chg="mod">
          <ac:chgData name="Shengli Xu" userId="41272415-5f90-44cd-a729-0b818333e035" providerId="ADAL" clId="{98487B48-8F00-8A40-8381-70E9B1AA2098}" dt="2021-10-13T00:57:17.871" v="4"/>
          <ac:grpSpMkLst>
            <pc:docMk/>
            <pc:sldMk cId="1711333614" sldId="270"/>
            <ac:grpSpMk id="188" creationId="{5021DB35-82BF-FC43-8745-8825EBC72A34}"/>
          </ac:grpSpMkLst>
        </pc:grpChg>
        <pc:grpChg chg="mod">
          <ac:chgData name="Shengli Xu" userId="41272415-5f90-44cd-a729-0b818333e035" providerId="ADAL" clId="{98487B48-8F00-8A40-8381-70E9B1AA2098}" dt="2021-10-13T00:57:17.871" v="4"/>
          <ac:grpSpMkLst>
            <pc:docMk/>
            <pc:sldMk cId="1711333614" sldId="270"/>
            <ac:grpSpMk id="200" creationId="{5B69821B-EE8C-5C49-A2DF-73DA6A5EBEA0}"/>
          </ac:grpSpMkLst>
        </pc:grpChg>
        <pc:grpChg chg="mod">
          <ac:chgData name="Shengli Xu" userId="41272415-5f90-44cd-a729-0b818333e035" providerId="ADAL" clId="{98487B48-8F00-8A40-8381-70E9B1AA2098}" dt="2021-10-13T00:57:17.871" v="4"/>
          <ac:grpSpMkLst>
            <pc:docMk/>
            <pc:sldMk cId="1711333614" sldId="270"/>
            <ac:grpSpMk id="218" creationId="{89F820D0-A954-564C-B365-0A208D9A9234}"/>
          </ac:grpSpMkLst>
        </pc:grpChg>
        <pc:grpChg chg="mod">
          <ac:chgData name="Shengli Xu" userId="41272415-5f90-44cd-a729-0b818333e035" providerId="ADAL" clId="{98487B48-8F00-8A40-8381-70E9B1AA2098}" dt="2021-10-13T00:57:17.871" v="4"/>
          <ac:grpSpMkLst>
            <pc:docMk/>
            <pc:sldMk cId="1711333614" sldId="270"/>
            <ac:grpSpMk id="219" creationId="{8E01F8D1-9958-714F-8B71-A0BF64E86F8F}"/>
          </ac:grpSpMkLst>
        </pc:grpChg>
        <pc:grpChg chg="mod">
          <ac:chgData name="Shengli Xu" userId="41272415-5f90-44cd-a729-0b818333e035" providerId="ADAL" clId="{98487B48-8F00-8A40-8381-70E9B1AA2098}" dt="2021-10-13T00:57:17.871" v="4"/>
          <ac:grpSpMkLst>
            <pc:docMk/>
            <pc:sldMk cId="1711333614" sldId="270"/>
            <ac:grpSpMk id="220" creationId="{2763627A-FD44-634A-B29B-825F239B9BB8}"/>
          </ac:grpSpMkLst>
        </pc:grpChg>
        <pc:grpChg chg="mod">
          <ac:chgData name="Shengli Xu" userId="41272415-5f90-44cd-a729-0b818333e035" providerId="ADAL" clId="{98487B48-8F00-8A40-8381-70E9B1AA2098}" dt="2021-10-13T00:57:17.871" v="4"/>
          <ac:grpSpMkLst>
            <pc:docMk/>
            <pc:sldMk cId="1711333614" sldId="270"/>
            <ac:grpSpMk id="221" creationId="{8877FFF6-191C-CB42-BEC9-750C82461862}"/>
          </ac:grpSpMkLst>
        </pc:grpChg>
        <pc:grpChg chg="mod">
          <ac:chgData name="Shengli Xu" userId="41272415-5f90-44cd-a729-0b818333e035" providerId="ADAL" clId="{98487B48-8F00-8A40-8381-70E9B1AA2098}" dt="2021-10-13T00:57:17.871" v="4"/>
          <ac:grpSpMkLst>
            <pc:docMk/>
            <pc:sldMk cId="1711333614" sldId="270"/>
            <ac:grpSpMk id="222" creationId="{01F9045E-B982-3441-98AB-C862E770AC96}"/>
          </ac:grpSpMkLst>
        </pc:grpChg>
        <pc:grpChg chg="mod">
          <ac:chgData name="Shengli Xu" userId="41272415-5f90-44cd-a729-0b818333e035" providerId="ADAL" clId="{98487B48-8F00-8A40-8381-70E9B1AA2098}" dt="2021-10-13T00:57:17.871" v="4"/>
          <ac:grpSpMkLst>
            <pc:docMk/>
            <pc:sldMk cId="1711333614" sldId="270"/>
            <ac:grpSpMk id="223" creationId="{0C34124F-8354-304B-9D21-567C034F3BBB}"/>
          </ac:grpSpMkLst>
        </pc:grpChg>
        <pc:grpChg chg="mod">
          <ac:chgData name="Shengli Xu" userId="41272415-5f90-44cd-a729-0b818333e035" providerId="ADAL" clId="{98487B48-8F00-8A40-8381-70E9B1AA2098}" dt="2021-10-13T00:57:17.871" v="4"/>
          <ac:grpSpMkLst>
            <pc:docMk/>
            <pc:sldMk cId="1711333614" sldId="270"/>
            <ac:grpSpMk id="225" creationId="{D957AE76-D0F5-7641-9A9F-50419D6F6495}"/>
          </ac:grpSpMkLst>
        </pc:grpChg>
        <pc:grpChg chg="mod">
          <ac:chgData name="Shengli Xu" userId="41272415-5f90-44cd-a729-0b818333e035" providerId="ADAL" clId="{98487B48-8F00-8A40-8381-70E9B1AA2098}" dt="2021-10-13T00:57:17.871" v="4"/>
          <ac:grpSpMkLst>
            <pc:docMk/>
            <pc:sldMk cId="1711333614" sldId="270"/>
            <ac:grpSpMk id="229" creationId="{E371F1E0-7047-6748-8028-904D7290F54E}"/>
          </ac:grpSpMkLst>
        </pc:grpChg>
        <pc:grpChg chg="mod">
          <ac:chgData name="Shengli Xu" userId="41272415-5f90-44cd-a729-0b818333e035" providerId="ADAL" clId="{98487B48-8F00-8A40-8381-70E9B1AA2098}" dt="2021-10-13T00:57:17.871" v="4"/>
          <ac:grpSpMkLst>
            <pc:docMk/>
            <pc:sldMk cId="1711333614" sldId="270"/>
            <ac:grpSpMk id="233" creationId="{1A93A89B-D50B-D94A-BCFF-9CB94E7F7CDB}"/>
          </ac:grpSpMkLst>
        </pc:grpChg>
        <pc:grpChg chg="mod">
          <ac:chgData name="Shengli Xu" userId="41272415-5f90-44cd-a729-0b818333e035" providerId="ADAL" clId="{98487B48-8F00-8A40-8381-70E9B1AA2098}" dt="2021-10-13T00:57:17.871" v="4"/>
          <ac:grpSpMkLst>
            <pc:docMk/>
            <pc:sldMk cId="1711333614" sldId="270"/>
            <ac:grpSpMk id="237" creationId="{FC873ABC-7486-9F43-A638-D2D29F0D10E4}"/>
          </ac:grpSpMkLst>
        </pc:grpChg>
        <pc:grpChg chg="mod">
          <ac:chgData name="Shengli Xu" userId="41272415-5f90-44cd-a729-0b818333e035" providerId="ADAL" clId="{98487B48-8F00-8A40-8381-70E9B1AA2098}" dt="2021-10-13T00:57:17.871" v="4"/>
          <ac:grpSpMkLst>
            <pc:docMk/>
            <pc:sldMk cId="1711333614" sldId="270"/>
            <ac:grpSpMk id="241" creationId="{9148060B-B6F0-C54E-96E8-4183E7535022}"/>
          </ac:grpSpMkLst>
        </pc:grpChg>
        <pc:grpChg chg="mod">
          <ac:chgData name="Shengli Xu" userId="41272415-5f90-44cd-a729-0b818333e035" providerId="ADAL" clId="{98487B48-8F00-8A40-8381-70E9B1AA2098}" dt="2021-10-13T00:57:17.871" v="4"/>
          <ac:grpSpMkLst>
            <pc:docMk/>
            <pc:sldMk cId="1711333614" sldId="270"/>
            <ac:grpSpMk id="245" creationId="{7A5B6F5A-DD74-D342-A494-4978E9258DCF}"/>
          </ac:grpSpMkLst>
        </pc:grpChg>
        <pc:picChg chg="del">
          <ac:chgData name="Shengli Xu" userId="41272415-5f90-44cd-a729-0b818333e035" providerId="ADAL" clId="{98487B48-8F00-8A40-8381-70E9B1AA2098}" dt="2021-10-13T00:56:55.387" v="0" actId="478"/>
          <ac:picMkLst>
            <pc:docMk/>
            <pc:sldMk cId="1711333614" sldId="270"/>
            <ac:picMk id="12" creationId="{15E31BDB-2231-EF4A-B848-5EFD37DB5FBA}"/>
          </ac:picMkLst>
        </pc:picChg>
        <pc:picChg chg="del">
          <ac:chgData name="Shengli Xu" userId="41272415-5f90-44cd-a729-0b818333e035" providerId="ADAL" clId="{98487B48-8F00-8A40-8381-70E9B1AA2098}" dt="2021-10-13T00:57:02.058" v="3" actId="478"/>
          <ac:picMkLst>
            <pc:docMk/>
            <pc:sldMk cId="1711333614" sldId="270"/>
            <ac:picMk id="15" creationId="{B40B650C-FBEA-6C44-B53E-C39690F4EC73}"/>
          </ac:picMkLst>
        </pc:picChg>
      </pc:sldChg>
    </pc:docChg>
  </pc:docChgLst>
  <pc:docChgLst>
    <pc:chgData name="Shengli Xu" userId="S::shenglx@clemson.edu::41272415-5f90-44cd-a729-0b818333e035" providerId="AD" clId="Web-{0C85509D-3F23-10BF-D519-C273917A24C8}"/>
    <pc:docChg chg="modSld">
      <pc:chgData name="Shengli Xu" userId="S::shenglx@clemson.edu::41272415-5f90-44cd-a729-0b818333e035" providerId="AD" clId="Web-{0C85509D-3F23-10BF-D519-C273917A24C8}" dt="2021-11-02T02:36:45.126" v="3" actId="20577"/>
      <pc:docMkLst>
        <pc:docMk/>
      </pc:docMkLst>
      <pc:sldChg chg="modSp">
        <pc:chgData name="Shengli Xu" userId="S::shenglx@clemson.edu::41272415-5f90-44cd-a729-0b818333e035" providerId="AD" clId="Web-{0C85509D-3F23-10BF-D519-C273917A24C8}" dt="2021-11-02T02:36:45.126" v="3" actId="20577"/>
        <pc:sldMkLst>
          <pc:docMk/>
          <pc:sldMk cId="2881748317" sldId="256"/>
        </pc:sldMkLst>
        <pc:spChg chg="mod">
          <ac:chgData name="Shengli Xu" userId="S::shenglx@clemson.edu::41272415-5f90-44cd-a729-0b818333e035" providerId="AD" clId="Web-{0C85509D-3F23-10BF-D519-C273917A24C8}" dt="2021-11-02T02:36:45.126" v="3" actId="20577"/>
          <ac:spMkLst>
            <pc:docMk/>
            <pc:sldMk cId="2881748317" sldId="256"/>
            <ac:spMk id="3" creationId="{B40E8E6E-E0DE-1C4C-994A-203776ACFE2F}"/>
          </ac:spMkLst>
        </pc:spChg>
      </pc:sldChg>
    </pc:docChg>
  </pc:docChgLst>
  <pc:docChgLst>
    <pc:chgData name="Shengli Xu" userId="41272415-5f90-44cd-a729-0b818333e035" providerId="ADAL" clId="{0E1CF1BF-3F99-094B-804E-F60C6F45309E}"/>
    <pc:docChg chg="undo custSel addSld delSld modSld sldOrd">
      <pc:chgData name="Shengli Xu" userId="41272415-5f90-44cd-a729-0b818333e035" providerId="ADAL" clId="{0E1CF1BF-3F99-094B-804E-F60C6F45309E}" dt="2021-09-27T19:33:06.774" v="3409" actId="20577"/>
      <pc:docMkLst>
        <pc:docMk/>
      </pc:docMkLst>
      <pc:sldChg chg="modSp mod">
        <pc:chgData name="Shengli Xu" userId="41272415-5f90-44cd-a729-0b818333e035" providerId="ADAL" clId="{0E1CF1BF-3F99-094B-804E-F60C6F45309E}" dt="2021-09-27T01:05:55.004" v="0" actId="2710"/>
        <pc:sldMkLst>
          <pc:docMk/>
          <pc:sldMk cId="3409173171" sldId="260"/>
        </pc:sldMkLst>
        <pc:spChg chg="mod">
          <ac:chgData name="Shengli Xu" userId="41272415-5f90-44cd-a729-0b818333e035" providerId="ADAL" clId="{0E1CF1BF-3F99-094B-804E-F60C6F45309E}" dt="2021-09-27T01:05:55.004" v="0" actId="2710"/>
          <ac:spMkLst>
            <pc:docMk/>
            <pc:sldMk cId="3409173171" sldId="260"/>
            <ac:spMk id="8" creationId="{CF2DEFD0-B04E-D847-BFC7-78F4A6B56544}"/>
          </ac:spMkLst>
        </pc:spChg>
      </pc:sldChg>
      <pc:sldChg chg="modSp mod">
        <pc:chgData name="Shengli Xu" userId="41272415-5f90-44cd-a729-0b818333e035" providerId="ADAL" clId="{0E1CF1BF-3F99-094B-804E-F60C6F45309E}" dt="2021-09-27T04:30:41.746" v="1274" actId="1076"/>
        <pc:sldMkLst>
          <pc:docMk/>
          <pc:sldMk cId="3907278874" sldId="261"/>
        </pc:sldMkLst>
        <pc:spChg chg="mod">
          <ac:chgData name="Shengli Xu" userId="41272415-5f90-44cd-a729-0b818333e035" providerId="ADAL" clId="{0E1CF1BF-3F99-094B-804E-F60C6F45309E}" dt="2021-09-27T04:30:41.746" v="1274" actId="1076"/>
          <ac:spMkLst>
            <pc:docMk/>
            <pc:sldMk cId="3907278874" sldId="261"/>
            <ac:spMk id="10" creationId="{DFB2B2AC-3DBF-1D46-B21D-5EB344B07116}"/>
          </ac:spMkLst>
        </pc:spChg>
        <pc:spChg chg="mod">
          <ac:chgData name="Shengli Xu" userId="41272415-5f90-44cd-a729-0b818333e035" providerId="ADAL" clId="{0E1CF1BF-3F99-094B-804E-F60C6F45309E}" dt="2021-09-27T04:30:41.746" v="1274" actId="1076"/>
          <ac:spMkLst>
            <pc:docMk/>
            <pc:sldMk cId="3907278874" sldId="261"/>
            <ac:spMk id="12" creationId="{F126B924-01F1-9649-AB70-F9B3AD14D653}"/>
          </ac:spMkLst>
        </pc:spChg>
        <pc:spChg chg="mod">
          <ac:chgData name="Shengli Xu" userId="41272415-5f90-44cd-a729-0b818333e035" providerId="ADAL" clId="{0E1CF1BF-3F99-094B-804E-F60C6F45309E}" dt="2021-09-27T04:30:30.181" v="1273" actId="1076"/>
          <ac:spMkLst>
            <pc:docMk/>
            <pc:sldMk cId="3907278874" sldId="261"/>
            <ac:spMk id="26" creationId="{7BEA054F-0697-4949-AB31-98DF43349CAE}"/>
          </ac:spMkLst>
        </pc:spChg>
      </pc:sldChg>
      <pc:sldChg chg="addSp delSp modSp mod modNotesTx">
        <pc:chgData name="Shengli Xu" userId="41272415-5f90-44cd-a729-0b818333e035" providerId="ADAL" clId="{0E1CF1BF-3F99-094B-804E-F60C6F45309E}" dt="2021-09-27T16:01:09.050" v="1952" actId="1076"/>
        <pc:sldMkLst>
          <pc:docMk/>
          <pc:sldMk cId="2539696857" sldId="262"/>
        </pc:sldMkLst>
        <pc:spChg chg="add mod">
          <ac:chgData name="Shengli Xu" userId="41272415-5f90-44cd-a729-0b818333e035" providerId="ADAL" clId="{0E1CF1BF-3F99-094B-804E-F60C6F45309E}" dt="2021-09-27T16:01:06.621" v="1951" actId="20577"/>
          <ac:spMkLst>
            <pc:docMk/>
            <pc:sldMk cId="2539696857" sldId="262"/>
            <ac:spMk id="6" creationId="{4C9C85D7-61CF-F84B-B0DB-1DE1A272E5DA}"/>
          </ac:spMkLst>
        </pc:spChg>
        <pc:picChg chg="add del mod">
          <ac:chgData name="Shengli Xu" userId="41272415-5f90-44cd-a729-0b818333e035" providerId="ADAL" clId="{0E1CF1BF-3F99-094B-804E-F60C6F45309E}" dt="2021-09-27T05:47:04.695" v="1331" actId="478"/>
          <ac:picMkLst>
            <pc:docMk/>
            <pc:sldMk cId="2539696857" sldId="262"/>
            <ac:picMk id="8" creationId="{0FF5C473-F9B7-4E43-AE76-E126A1B8ECE8}"/>
          </ac:picMkLst>
        </pc:picChg>
        <pc:picChg chg="add mod">
          <ac:chgData name="Shengli Xu" userId="41272415-5f90-44cd-a729-0b818333e035" providerId="ADAL" clId="{0E1CF1BF-3F99-094B-804E-F60C6F45309E}" dt="2021-09-27T16:01:09.050" v="1952" actId="1076"/>
          <ac:picMkLst>
            <pc:docMk/>
            <pc:sldMk cId="2539696857" sldId="262"/>
            <ac:picMk id="10" creationId="{89B25F52-CD7E-A942-ADD8-67B175507E16}"/>
          </ac:picMkLst>
        </pc:picChg>
      </pc:sldChg>
      <pc:sldChg chg="addSp delSp modSp mod">
        <pc:chgData name="Shengli Xu" userId="41272415-5f90-44cd-a729-0b818333e035" providerId="ADAL" clId="{0E1CF1BF-3F99-094B-804E-F60C6F45309E}" dt="2021-09-27T02:05:44.915" v="750" actId="14734"/>
        <pc:sldMkLst>
          <pc:docMk/>
          <pc:sldMk cId="786717952" sldId="263"/>
        </pc:sldMkLst>
        <pc:spChg chg="add mod">
          <ac:chgData name="Shengli Xu" userId="41272415-5f90-44cd-a729-0b818333e035" providerId="ADAL" clId="{0E1CF1BF-3F99-094B-804E-F60C6F45309E}" dt="2021-09-27T01:33:58.149" v="542"/>
          <ac:spMkLst>
            <pc:docMk/>
            <pc:sldMk cId="786717952" sldId="263"/>
            <ac:spMk id="6" creationId="{978D89D3-D1B8-7840-8A77-ED4F13A5DBF1}"/>
          </ac:spMkLst>
        </pc:spChg>
        <pc:graphicFrameChg chg="add mod modGraphic">
          <ac:chgData name="Shengli Xu" userId="41272415-5f90-44cd-a729-0b818333e035" providerId="ADAL" clId="{0E1CF1BF-3F99-094B-804E-F60C6F45309E}" dt="2021-09-27T02:05:44.915" v="750" actId="14734"/>
          <ac:graphicFrameMkLst>
            <pc:docMk/>
            <pc:sldMk cId="786717952" sldId="263"/>
            <ac:graphicFrameMk id="11" creationId="{9C0B9F9C-2C1D-F940-A924-11E204202601}"/>
          </ac:graphicFrameMkLst>
        </pc:graphicFrameChg>
        <pc:picChg chg="add del mod">
          <ac:chgData name="Shengli Xu" userId="41272415-5f90-44cd-a729-0b818333e035" providerId="ADAL" clId="{0E1CF1BF-3F99-094B-804E-F60C6F45309E}" dt="2021-09-27T01:52:07.131" v="550" actId="478"/>
          <ac:picMkLst>
            <pc:docMk/>
            <pc:sldMk cId="786717952" sldId="263"/>
            <ac:picMk id="8" creationId="{208A224F-2170-1A4B-95B1-C67033AC7E2D}"/>
          </ac:picMkLst>
        </pc:picChg>
        <pc:picChg chg="add mod">
          <ac:chgData name="Shengli Xu" userId="41272415-5f90-44cd-a729-0b818333e035" providerId="ADAL" clId="{0E1CF1BF-3F99-094B-804E-F60C6F45309E}" dt="2021-09-27T02:05:17.725" v="748" actId="1076"/>
          <ac:picMkLst>
            <pc:docMk/>
            <pc:sldMk cId="786717952" sldId="263"/>
            <ac:picMk id="10" creationId="{5816AF6A-253B-8749-8E9F-CD756AC06CB1}"/>
          </ac:picMkLst>
        </pc:picChg>
        <pc:picChg chg="add del">
          <ac:chgData name="Shengli Xu" userId="41272415-5f90-44cd-a729-0b818333e035" providerId="ADAL" clId="{0E1CF1BF-3F99-094B-804E-F60C6F45309E}" dt="2021-09-27T01:50:56.784" v="544" actId="478"/>
          <ac:picMkLst>
            <pc:docMk/>
            <pc:sldMk cId="786717952" sldId="263"/>
            <ac:picMk id="2050" creationId="{A9373ECA-46D4-A642-AC73-21463CAD33AF}"/>
          </ac:picMkLst>
        </pc:picChg>
      </pc:sldChg>
      <pc:sldChg chg="addSp modSp mod">
        <pc:chgData name="Shengli Xu" userId="41272415-5f90-44cd-a729-0b818333e035" providerId="ADAL" clId="{0E1CF1BF-3F99-094B-804E-F60C6F45309E}" dt="2021-09-27T15:54:55.100" v="1812" actId="20577"/>
        <pc:sldMkLst>
          <pc:docMk/>
          <pc:sldMk cId="562458976" sldId="264"/>
        </pc:sldMkLst>
        <pc:spChg chg="add mod">
          <ac:chgData name="Shengli Xu" userId="41272415-5f90-44cd-a729-0b818333e035" providerId="ADAL" clId="{0E1CF1BF-3F99-094B-804E-F60C6F45309E}" dt="2021-09-27T02:33:50.682" v="923"/>
          <ac:spMkLst>
            <pc:docMk/>
            <pc:sldMk cId="562458976" sldId="264"/>
            <ac:spMk id="7" creationId="{B9FDACDB-AB67-3549-98B4-4CFF1AAB11D8}"/>
          </ac:spMkLst>
        </pc:spChg>
        <pc:spChg chg="add mod">
          <ac:chgData name="Shengli Xu" userId="41272415-5f90-44cd-a729-0b818333e035" providerId="ADAL" clId="{0E1CF1BF-3F99-094B-804E-F60C6F45309E}" dt="2021-09-27T02:32:58.662" v="889" actId="1076"/>
          <ac:spMkLst>
            <pc:docMk/>
            <pc:sldMk cId="562458976" sldId="264"/>
            <ac:spMk id="8" creationId="{61120F0B-FF85-AD48-983F-AC7DCD8F8C17}"/>
          </ac:spMkLst>
        </pc:spChg>
        <pc:spChg chg="add mod">
          <ac:chgData name="Shengli Xu" userId="41272415-5f90-44cd-a729-0b818333e035" providerId="ADAL" clId="{0E1CF1BF-3F99-094B-804E-F60C6F45309E}" dt="2021-09-27T15:52:25.551" v="1734" actId="1076"/>
          <ac:spMkLst>
            <pc:docMk/>
            <pc:sldMk cId="562458976" sldId="264"/>
            <ac:spMk id="19" creationId="{C03E1452-6F1B-7D4F-92A4-292FFCF8620C}"/>
          </ac:spMkLst>
        </pc:spChg>
        <pc:spChg chg="add mod">
          <ac:chgData name="Shengli Xu" userId="41272415-5f90-44cd-a729-0b818333e035" providerId="ADAL" clId="{0E1CF1BF-3F99-094B-804E-F60C6F45309E}" dt="2021-09-27T15:52:20.675" v="1733" actId="1076"/>
          <ac:spMkLst>
            <pc:docMk/>
            <pc:sldMk cId="562458976" sldId="264"/>
            <ac:spMk id="20" creationId="{6B66FB91-FF11-3F49-BC91-5C67D4990534}"/>
          </ac:spMkLst>
        </pc:spChg>
        <pc:spChg chg="add mod">
          <ac:chgData name="Shengli Xu" userId="41272415-5f90-44cd-a729-0b818333e035" providerId="ADAL" clId="{0E1CF1BF-3F99-094B-804E-F60C6F45309E}" dt="2021-09-27T15:52:46.837" v="1759" actId="404"/>
          <ac:spMkLst>
            <pc:docMk/>
            <pc:sldMk cId="562458976" sldId="264"/>
            <ac:spMk id="21" creationId="{A73960E5-A342-E84B-9AD6-4B2046B2094E}"/>
          </ac:spMkLst>
        </pc:spChg>
        <pc:spChg chg="add mod">
          <ac:chgData name="Shengli Xu" userId="41272415-5f90-44cd-a729-0b818333e035" providerId="ADAL" clId="{0E1CF1BF-3F99-094B-804E-F60C6F45309E}" dt="2021-09-27T15:53:12.380" v="1787" actId="1076"/>
          <ac:spMkLst>
            <pc:docMk/>
            <pc:sldMk cId="562458976" sldId="264"/>
            <ac:spMk id="22" creationId="{6D3EE5F9-5F20-614C-B032-5F15B0320E5C}"/>
          </ac:spMkLst>
        </pc:spChg>
        <pc:spChg chg="add mod">
          <ac:chgData name="Shengli Xu" userId="41272415-5f90-44cd-a729-0b818333e035" providerId="ADAL" clId="{0E1CF1BF-3F99-094B-804E-F60C6F45309E}" dt="2021-09-27T15:54:55.100" v="1812" actId="20577"/>
          <ac:spMkLst>
            <pc:docMk/>
            <pc:sldMk cId="562458976" sldId="264"/>
            <ac:spMk id="23" creationId="{08793E83-7FC6-1A4E-B06E-3CEACE6D4951}"/>
          </ac:spMkLst>
        </pc:spChg>
        <pc:spChg chg="add mod">
          <ac:chgData name="Shengli Xu" userId="41272415-5f90-44cd-a729-0b818333e035" providerId="ADAL" clId="{0E1CF1BF-3F99-094B-804E-F60C6F45309E}" dt="2021-09-27T15:52:11.074" v="1730" actId="1076"/>
          <ac:spMkLst>
            <pc:docMk/>
            <pc:sldMk cId="562458976" sldId="264"/>
            <ac:spMk id="24" creationId="{BCB58004-EA9F-4041-8951-AD090B0D841A}"/>
          </ac:spMkLst>
        </pc:spChg>
        <pc:spChg chg="add mod">
          <ac:chgData name="Shengli Xu" userId="41272415-5f90-44cd-a729-0b818333e035" providerId="ADAL" clId="{0E1CF1BF-3F99-094B-804E-F60C6F45309E}" dt="2021-09-27T15:54:14.907" v="1807" actId="208"/>
          <ac:spMkLst>
            <pc:docMk/>
            <pc:sldMk cId="562458976" sldId="264"/>
            <ac:spMk id="36" creationId="{2C9DA774-321A-2442-8069-2DC206E538C3}"/>
          </ac:spMkLst>
        </pc:spChg>
        <pc:spChg chg="add mod">
          <ac:chgData name="Shengli Xu" userId="41272415-5f90-44cd-a729-0b818333e035" providerId="ADAL" clId="{0E1CF1BF-3F99-094B-804E-F60C6F45309E}" dt="2021-09-27T15:54:31.973" v="1811" actId="207"/>
          <ac:spMkLst>
            <pc:docMk/>
            <pc:sldMk cId="562458976" sldId="264"/>
            <ac:spMk id="37" creationId="{006E752A-7785-8C4B-ADC2-140AA08878EB}"/>
          </ac:spMkLst>
        </pc:spChg>
        <pc:picChg chg="add mod">
          <ac:chgData name="Shengli Xu" userId="41272415-5f90-44cd-a729-0b818333e035" providerId="ADAL" clId="{0E1CF1BF-3F99-094B-804E-F60C6F45309E}" dt="2021-09-27T02:32:52.023" v="888" actId="1076"/>
          <ac:picMkLst>
            <pc:docMk/>
            <pc:sldMk cId="562458976" sldId="264"/>
            <ac:picMk id="6" creationId="{607DDC51-7729-1348-8536-0E63E981B657}"/>
          </ac:picMkLst>
        </pc:picChg>
        <pc:cxnChg chg="add mod">
          <ac:chgData name="Shengli Xu" userId="41272415-5f90-44cd-a729-0b818333e035" providerId="ADAL" clId="{0E1CF1BF-3F99-094B-804E-F60C6F45309E}" dt="2021-09-27T02:32:58.662" v="889" actId="1076"/>
          <ac:cxnSpMkLst>
            <pc:docMk/>
            <pc:sldMk cId="562458976" sldId="264"/>
            <ac:cxnSpMk id="10" creationId="{5B7B0323-9FA5-914E-B8F9-9A294E69D415}"/>
          </ac:cxnSpMkLst>
        </pc:cxnChg>
        <pc:cxnChg chg="add mod">
          <ac:chgData name="Shengli Xu" userId="41272415-5f90-44cd-a729-0b818333e035" providerId="ADAL" clId="{0E1CF1BF-3F99-094B-804E-F60C6F45309E}" dt="2021-09-27T02:32:58.662" v="889" actId="1076"/>
          <ac:cxnSpMkLst>
            <pc:docMk/>
            <pc:sldMk cId="562458976" sldId="264"/>
            <ac:cxnSpMk id="14" creationId="{703D1EC5-13E7-EF48-B5D9-E939EC0C0CE4}"/>
          </ac:cxnSpMkLst>
        </pc:cxnChg>
        <pc:cxnChg chg="add mod">
          <ac:chgData name="Shengli Xu" userId="41272415-5f90-44cd-a729-0b818333e035" providerId="ADAL" clId="{0E1CF1BF-3F99-094B-804E-F60C6F45309E}" dt="2021-09-27T02:32:58.662" v="889" actId="1076"/>
          <ac:cxnSpMkLst>
            <pc:docMk/>
            <pc:sldMk cId="562458976" sldId="264"/>
            <ac:cxnSpMk id="17" creationId="{A890A6A7-B402-1B45-B8FF-A88D664A7AB8}"/>
          </ac:cxnSpMkLst>
        </pc:cxnChg>
        <pc:cxnChg chg="add mod">
          <ac:chgData name="Shengli Xu" userId="41272415-5f90-44cd-a729-0b818333e035" providerId="ADAL" clId="{0E1CF1BF-3F99-094B-804E-F60C6F45309E}" dt="2021-09-27T02:32:58.662" v="889" actId="1076"/>
          <ac:cxnSpMkLst>
            <pc:docMk/>
            <pc:sldMk cId="562458976" sldId="264"/>
            <ac:cxnSpMk id="18" creationId="{FDB467A0-7F2D-7A43-BA5E-D0BE7B68DF65}"/>
          </ac:cxnSpMkLst>
        </pc:cxnChg>
        <pc:cxnChg chg="add mod">
          <ac:chgData name="Shengli Xu" userId="41272415-5f90-44cd-a729-0b818333e035" providerId="ADAL" clId="{0E1CF1BF-3F99-094B-804E-F60C6F45309E}" dt="2021-09-27T02:32:58.662" v="889" actId="1076"/>
          <ac:cxnSpMkLst>
            <pc:docMk/>
            <pc:sldMk cId="562458976" sldId="264"/>
            <ac:cxnSpMk id="26" creationId="{B51C3DED-A8BB-534F-9DE6-CF75FB7E7782}"/>
          </ac:cxnSpMkLst>
        </pc:cxnChg>
        <pc:cxnChg chg="add mod">
          <ac:chgData name="Shengli Xu" userId="41272415-5f90-44cd-a729-0b818333e035" providerId="ADAL" clId="{0E1CF1BF-3F99-094B-804E-F60C6F45309E}" dt="2021-09-27T02:32:58.662" v="889" actId="1076"/>
          <ac:cxnSpMkLst>
            <pc:docMk/>
            <pc:sldMk cId="562458976" sldId="264"/>
            <ac:cxnSpMk id="28" creationId="{AA2F48EE-835D-AF4A-A86F-C00F411EB41E}"/>
          </ac:cxnSpMkLst>
        </pc:cxnChg>
        <pc:cxnChg chg="add mod">
          <ac:chgData name="Shengli Xu" userId="41272415-5f90-44cd-a729-0b818333e035" providerId="ADAL" clId="{0E1CF1BF-3F99-094B-804E-F60C6F45309E}" dt="2021-09-27T02:32:58.662" v="889" actId="1076"/>
          <ac:cxnSpMkLst>
            <pc:docMk/>
            <pc:sldMk cId="562458976" sldId="264"/>
            <ac:cxnSpMk id="30" creationId="{B967A4AD-10B1-B24B-8292-71AB733EFED7}"/>
          </ac:cxnSpMkLst>
        </pc:cxnChg>
        <pc:cxnChg chg="add mod">
          <ac:chgData name="Shengli Xu" userId="41272415-5f90-44cd-a729-0b818333e035" providerId="ADAL" clId="{0E1CF1BF-3F99-094B-804E-F60C6F45309E}" dt="2021-09-27T15:52:49.314" v="1760" actId="14100"/>
          <ac:cxnSpMkLst>
            <pc:docMk/>
            <pc:sldMk cId="562458976" sldId="264"/>
            <ac:cxnSpMk id="32" creationId="{F1BEFAB2-4A9B-1541-9937-B0A4B2938CF5}"/>
          </ac:cxnSpMkLst>
        </pc:cxnChg>
        <pc:cxnChg chg="add mod">
          <ac:chgData name="Shengli Xu" userId="41272415-5f90-44cd-a729-0b818333e035" providerId="ADAL" clId="{0E1CF1BF-3F99-094B-804E-F60C6F45309E}" dt="2021-09-27T15:53:15.231" v="1788" actId="14100"/>
          <ac:cxnSpMkLst>
            <pc:docMk/>
            <pc:sldMk cId="562458976" sldId="264"/>
            <ac:cxnSpMk id="33" creationId="{24AC8456-FF23-2441-B9E1-34CFE38D6443}"/>
          </ac:cxnSpMkLst>
        </pc:cxnChg>
        <pc:cxnChg chg="add mod">
          <ac:chgData name="Shengli Xu" userId="41272415-5f90-44cd-a729-0b818333e035" providerId="ADAL" clId="{0E1CF1BF-3F99-094B-804E-F60C6F45309E}" dt="2021-09-27T15:53:53.272" v="1805" actId="1037"/>
          <ac:cxnSpMkLst>
            <pc:docMk/>
            <pc:sldMk cId="562458976" sldId="264"/>
            <ac:cxnSpMk id="35" creationId="{6910EA5B-DBE6-E04E-9278-85CA20A28DA9}"/>
          </ac:cxnSpMkLst>
        </pc:cxnChg>
        <pc:cxnChg chg="add mod">
          <ac:chgData name="Shengli Xu" userId="41272415-5f90-44cd-a729-0b818333e035" providerId="ADAL" clId="{0E1CF1BF-3F99-094B-804E-F60C6F45309E}" dt="2021-09-27T15:53:28.721" v="1797" actId="1038"/>
          <ac:cxnSpMkLst>
            <pc:docMk/>
            <pc:sldMk cId="562458976" sldId="264"/>
            <ac:cxnSpMk id="39" creationId="{D2F16000-4865-F146-9527-43383EECD7F7}"/>
          </ac:cxnSpMkLst>
        </pc:cxnChg>
      </pc:sldChg>
      <pc:sldChg chg="addSp delSp modSp mod">
        <pc:chgData name="Shengli Xu" userId="41272415-5f90-44cd-a729-0b818333e035" providerId="ADAL" clId="{0E1CF1BF-3F99-094B-804E-F60C6F45309E}" dt="2021-09-27T04:10:15.094" v="1129" actId="1076"/>
        <pc:sldMkLst>
          <pc:docMk/>
          <pc:sldMk cId="3050781516" sldId="265"/>
        </pc:sldMkLst>
        <pc:spChg chg="add mod">
          <ac:chgData name="Shengli Xu" userId="41272415-5f90-44cd-a729-0b818333e035" providerId="ADAL" clId="{0E1CF1BF-3F99-094B-804E-F60C6F45309E}" dt="2021-09-27T02:42:30.191" v="933" actId="313"/>
          <ac:spMkLst>
            <pc:docMk/>
            <pc:sldMk cId="3050781516" sldId="265"/>
            <ac:spMk id="6" creationId="{E87FBC69-59D0-6A49-83D4-06F7DCEB3508}"/>
          </ac:spMkLst>
        </pc:spChg>
        <pc:spChg chg="add del mod">
          <ac:chgData name="Shengli Xu" userId="41272415-5f90-44cd-a729-0b818333e035" providerId="ADAL" clId="{0E1CF1BF-3F99-094B-804E-F60C6F45309E}" dt="2021-09-27T02:36:48.753" v="926"/>
          <ac:spMkLst>
            <pc:docMk/>
            <pc:sldMk cId="3050781516" sldId="265"/>
            <ac:spMk id="7" creationId="{1C27D180-9F1A-854A-AFEF-7D107B8CD98C}"/>
          </ac:spMkLst>
        </pc:spChg>
        <pc:spChg chg="add del mod">
          <ac:chgData name="Shengli Xu" userId="41272415-5f90-44cd-a729-0b818333e035" providerId="ADAL" clId="{0E1CF1BF-3F99-094B-804E-F60C6F45309E}" dt="2021-09-27T02:59:18.887" v="988" actId="11529"/>
          <ac:spMkLst>
            <pc:docMk/>
            <pc:sldMk cId="3050781516" sldId="265"/>
            <ac:spMk id="10" creationId="{42B241CF-DE52-C44F-B974-F685B31E0AAF}"/>
          </ac:spMkLst>
        </pc:spChg>
        <pc:spChg chg="add mod">
          <ac:chgData name="Shengli Xu" userId="41272415-5f90-44cd-a729-0b818333e035" providerId="ADAL" clId="{0E1CF1BF-3F99-094B-804E-F60C6F45309E}" dt="2021-09-27T04:08:00.160" v="1041" actId="1076"/>
          <ac:spMkLst>
            <pc:docMk/>
            <pc:sldMk cId="3050781516" sldId="265"/>
            <ac:spMk id="11" creationId="{277E1A93-F373-814C-8BD6-04F0BBA425D9}"/>
          </ac:spMkLst>
        </pc:spChg>
        <pc:spChg chg="add mod">
          <ac:chgData name="Shengli Xu" userId="41272415-5f90-44cd-a729-0b818333e035" providerId="ADAL" clId="{0E1CF1BF-3F99-094B-804E-F60C6F45309E}" dt="2021-09-27T04:08:00.160" v="1041" actId="1076"/>
          <ac:spMkLst>
            <pc:docMk/>
            <pc:sldMk cId="3050781516" sldId="265"/>
            <ac:spMk id="13" creationId="{3487572F-E507-8249-9BA1-AA31C29AFF19}"/>
          </ac:spMkLst>
        </pc:spChg>
        <pc:spChg chg="add mod">
          <ac:chgData name="Shengli Xu" userId="41272415-5f90-44cd-a729-0b818333e035" providerId="ADAL" clId="{0E1CF1BF-3F99-094B-804E-F60C6F45309E}" dt="2021-09-27T04:08:06.633" v="1043" actId="1076"/>
          <ac:spMkLst>
            <pc:docMk/>
            <pc:sldMk cId="3050781516" sldId="265"/>
            <ac:spMk id="20" creationId="{97101A86-C6D7-6246-8513-8142CA17EC81}"/>
          </ac:spMkLst>
        </pc:spChg>
        <pc:spChg chg="add mod">
          <ac:chgData name="Shengli Xu" userId="41272415-5f90-44cd-a729-0b818333e035" providerId="ADAL" clId="{0E1CF1BF-3F99-094B-804E-F60C6F45309E}" dt="2021-09-27T04:08:29.717" v="1078" actId="1076"/>
          <ac:spMkLst>
            <pc:docMk/>
            <pc:sldMk cId="3050781516" sldId="265"/>
            <ac:spMk id="22" creationId="{F02D13A5-AA00-944F-BEB0-3210861AC967}"/>
          </ac:spMkLst>
        </pc:spChg>
        <pc:spChg chg="add mod">
          <ac:chgData name="Shengli Xu" userId="41272415-5f90-44cd-a729-0b818333e035" providerId="ADAL" clId="{0E1CF1BF-3F99-094B-804E-F60C6F45309E}" dt="2021-09-27T04:09:49.344" v="1126" actId="1035"/>
          <ac:spMkLst>
            <pc:docMk/>
            <pc:sldMk cId="3050781516" sldId="265"/>
            <ac:spMk id="23" creationId="{7367A5EF-55BD-1D41-A01E-ED884E84C232}"/>
          </ac:spMkLst>
        </pc:spChg>
        <pc:spChg chg="add mod">
          <ac:chgData name="Shengli Xu" userId="41272415-5f90-44cd-a729-0b818333e035" providerId="ADAL" clId="{0E1CF1BF-3F99-094B-804E-F60C6F45309E}" dt="2021-09-27T04:08:56.165" v="1108" actId="1076"/>
          <ac:spMkLst>
            <pc:docMk/>
            <pc:sldMk cId="3050781516" sldId="265"/>
            <ac:spMk id="24" creationId="{F6F52DD8-C38A-1C45-91C6-BC19049A2F2D}"/>
          </ac:spMkLst>
        </pc:spChg>
        <pc:grpChg chg="add">
          <ac:chgData name="Shengli Xu" userId="41272415-5f90-44cd-a729-0b818333e035" providerId="ADAL" clId="{0E1CF1BF-3F99-094B-804E-F60C6F45309E}" dt="2021-09-27T04:08:03.168" v="1042" actId="164"/>
          <ac:grpSpMkLst>
            <pc:docMk/>
            <pc:sldMk cId="3050781516" sldId="265"/>
            <ac:grpSpMk id="16" creationId="{0ED51EC0-D7BC-3041-837B-B3B7C2312323}"/>
          </ac:grpSpMkLst>
        </pc:grpChg>
        <pc:picChg chg="add del mod">
          <ac:chgData name="Shengli Xu" userId="41272415-5f90-44cd-a729-0b818333e035" providerId="ADAL" clId="{0E1CF1BF-3F99-094B-804E-F60C6F45309E}" dt="2021-09-27T02:51:23.646" v="940" actId="478"/>
          <ac:picMkLst>
            <pc:docMk/>
            <pc:sldMk cId="3050781516" sldId="265"/>
            <ac:picMk id="9" creationId="{8B03D18C-326B-BB44-AD53-FD7FE3C60B16}"/>
          </ac:picMkLst>
        </pc:picChg>
        <pc:picChg chg="add mod">
          <ac:chgData name="Shengli Xu" userId="41272415-5f90-44cd-a729-0b818333e035" providerId="ADAL" clId="{0E1CF1BF-3F99-094B-804E-F60C6F45309E}" dt="2021-09-27T04:10:15.094" v="1129" actId="1076"/>
          <ac:picMkLst>
            <pc:docMk/>
            <pc:sldMk cId="3050781516" sldId="265"/>
            <ac:picMk id="12" creationId="{D82C694A-726A-3545-A195-F00E73F59C4F}"/>
          </ac:picMkLst>
        </pc:picChg>
        <pc:picChg chg="add del">
          <ac:chgData name="Shengli Xu" userId="41272415-5f90-44cd-a729-0b818333e035" providerId="ADAL" clId="{0E1CF1BF-3F99-094B-804E-F60C6F45309E}" dt="2021-09-27T02:50:36.121" v="935"/>
          <ac:picMkLst>
            <pc:docMk/>
            <pc:sldMk cId="3050781516" sldId="265"/>
            <ac:picMk id="4098" creationId="{6CD1CD52-1D80-9544-95A3-31E37B632DC2}"/>
          </ac:picMkLst>
        </pc:picChg>
        <pc:picChg chg="add del">
          <ac:chgData name="Shengli Xu" userId="41272415-5f90-44cd-a729-0b818333e035" providerId="ADAL" clId="{0E1CF1BF-3F99-094B-804E-F60C6F45309E}" dt="2021-09-27T02:51:26.596" v="942"/>
          <ac:picMkLst>
            <pc:docMk/>
            <pc:sldMk cId="3050781516" sldId="265"/>
            <ac:picMk id="4100" creationId="{B02AD212-21A9-E44B-AF84-DD4CD9AE6ECA}"/>
          </ac:picMkLst>
        </pc:picChg>
        <pc:picChg chg="add del mod">
          <ac:chgData name="Shengli Xu" userId="41272415-5f90-44cd-a729-0b818333e035" providerId="ADAL" clId="{0E1CF1BF-3F99-094B-804E-F60C6F45309E}" dt="2021-09-27T02:54:45.370" v="953" actId="478"/>
          <ac:picMkLst>
            <pc:docMk/>
            <pc:sldMk cId="3050781516" sldId="265"/>
            <ac:picMk id="4102" creationId="{EBB3D011-C056-D840-9B3C-D867F3E50C7D}"/>
          </ac:picMkLst>
        </pc:picChg>
        <pc:picChg chg="add del mod">
          <ac:chgData name="Shengli Xu" userId="41272415-5f90-44cd-a729-0b818333e035" providerId="ADAL" clId="{0E1CF1BF-3F99-094B-804E-F60C6F45309E}" dt="2021-09-27T04:08:00.160" v="1041" actId="1076"/>
          <ac:picMkLst>
            <pc:docMk/>
            <pc:sldMk cId="3050781516" sldId="265"/>
            <ac:picMk id="4104" creationId="{0D9E4CB4-F347-ED43-AF6B-9A1C0B9CF817}"/>
          </ac:picMkLst>
        </pc:picChg>
        <pc:cxnChg chg="add mod">
          <ac:chgData name="Shengli Xu" userId="41272415-5f90-44cd-a729-0b818333e035" providerId="ADAL" clId="{0E1CF1BF-3F99-094B-804E-F60C6F45309E}" dt="2021-09-27T04:08:00.160" v="1041" actId="1076"/>
          <ac:cxnSpMkLst>
            <pc:docMk/>
            <pc:sldMk cId="3050781516" sldId="265"/>
            <ac:cxnSpMk id="15" creationId="{71CA124D-A11A-1C4C-BE67-F4AEDD9D621E}"/>
          </ac:cxnSpMkLst>
        </pc:cxnChg>
        <pc:cxnChg chg="add mod">
          <ac:chgData name="Shengli Xu" userId="41272415-5f90-44cd-a729-0b818333e035" providerId="ADAL" clId="{0E1CF1BF-3F99-094B-804E-F60C6F45309E}" dt="2021-09-27T04:09:06.646" v="1110" actId="208"/>
          <ac:cxnSpMkLst>
            <pc:docMk/>
            <pc:sldMk cId="3050781516" sldId="265"/>
            <ac:cxnSpMk id="18" creationId="{74C46598-2940-FC41-A6CA-9C56E32631A2}"/>
          </ac:cxnSpMkLst>
        </pc:cxnChg>
        <pc:cxnChg chg="add mod">
          <ac:chgData name="Shengli Xu" userId="41272415-5f90-44cd-a729-0b818333e035" providerId="ADAL" clId="{0E1CF1BF-3F99-094B-804E-F60C6F45309E}" dt="2021-09-27T04:09:30.311" v="1118" actId="1037"/>
          <ac:cxnSpMkLst>
            <pc:docMk/>
            <pc:sldMk cId="3050781516" sldId="265"/>
            <ac:cxnSpMk id="21" creationId="{6E57D178-C679-214C-AFDB-D988ABF5010D}"/>
          </ac:cxnSpMkLst>
        </pc:cxnChg>
        <pc:cxnChg chg="add mod">
          <ac:chgData name="Shengli Xu" userId="41272415-5f90-44cd-a729-0b818333e035" providerId="ADAL" clId="{0E1CF1BF-3F99-094B-804E-F60C6F45309E}" dt="2021-09-27T04:09:46.969" v="1125" actId="208"/>
          <ac:cxnSpMkLst>
            <pc:docMk/>
            <pc:sldMk cId="3050781516" sldId="265"/>
            <ac:cxnSpMk id="26" creationId="{4EE7B19F-D35C-E940-9B90-B67360BD48E1}"/>
          </ac:cxnSpMkLst>
        </pc:cxnChg>
        <pc:cxnChg chg="add mod">
          <ac:chgData name="Shengli Xu" userId="41272415-5f90-44cd-a729-0b818333e035" providerId="ADAL" clId="{0E1CF1BF-3F99-094B-804E-F60C6F45309E}" dt="2021-09-27T04:10:00.806" v="1128" actId="208"/>
          <ac:cxnSpMkLst>
            <pc:docMk/>
            <pc:sldMk cId="3050781516" sldId="265"/>
            <ac:cxnSpMk id="28" creationId="{E962370B-B506-1A42-BF39-0A4F63C7BCB3}"/>
          </ac:cxnSpMkLst>
        </pc:cxnChg>
      </pc:sldChg>
      <pc:sldChg chg="addSp delSp modSp mod ord">
        <pc:chgData name="Shengli Xu" userId="41272415-5f90-44cd-a729-0b818333e035" providerId="ADAL" clId="{0E1CF1BF-3F99-094B-804E-F60C6F45309E}" dt="2021-09-27T15:58:57.349" v="1949" actId="1076"/>
        <pc:sldMkLst>
          <pc:docMk/>
          <pc:sldMk cId="2932881959" sldId="266"/>
        </pc:sldMkLst>
        <pc:spChg chg="mod">
          <ac:chgData name="Shengli Xu" userId="41272415-5f90-44cd-a729-0b818333e035" providerId="ADAL" clId="{0E1CF1BF-3F99-094B-804E-F60C6F45309E}" dt="2021-09-27T04:30:49.442" v="1282" actId="20577"/>
          <ac:spMkLst>
            <pc:docMk/>
            <pc:sldMk cId="2932881959" sldId="266"/>
            <ac:spMk id="2" creationId="{A2A83B30-7078-9448-9BEE-42D012F1B9BA}"/>
          </ac:spMkLst>
        </pc:spChg>
        <pc:spChg chg="add mod">
          <ac:chgData name="Shengli Xu" userId="41272415-5f90-44cd-a729-0b818333e035" providerId="ADAL" clId="{0E1CF1BF-3F99-094B-804E-F60C6F45309E}" dt="2021-09-27T04:31:15.620" v="1285" actId="313"/>
          <ac:spMkLst>
            <pc:docMk/>
            <pc:sldMk cId="2932881959" sldId="266"/>
            <ac:spMk id="6" creationId="{F86EF868-61CB-2745-AF5C-3E32D4B5E7FB}"/>
          </ac:spMkLst>
        </pc:spChg>
        <pc:spChg chg="add mod">
          <ac:chgData name="Shengli Xu" userId="41272415-5f90-44cd-a729-0b818333e035" providerId="ADAL" clId="{0E1CF1BF-3F99-094B-804E-F60C6F45309E}" dt="2021-09-27T15:58:08.689" v="1922" actId="1076"/>
          <ac:spMkLst>
            <pc:docMk/>
            <pc:sldMk cId="2932881959" sldId="266"/>
            <ac:spMk id="8" creationId="{E1352B9A-D6A2-9E47-B3C8-77C15F4CE4F8}"/>
          </ac:spMkLst>
        </pc:spChg>
        <pc:spChg chg="add mod">
          <ac:chgData name="Shengli Xu" userId="41272415-5f90-44cd-a729-0b818333e035" providerId="ADAL" clId="{0E1CF1BF-3F99-094B-804E-F60C6F45309E}" dt="2021-09-27T15:58:10.459" v="1923" actId="1076"/>
          <ac:spMkLst>
            <pc:docMk/>
            <pc:sldMk cId="2932881959" sldId="266"/>
            <ac:spMk id="9" creationId="{8B6D13ED-A34C-D24C-BDCD-6E9EA42E39F8}"/>
          </ac:spMkLst>
        </pc:spChg>
        <pc:picChg chg="add mod">
          <ac:chgData name="Shengli Xu" userId="41272415-5f90-44cd-a729-0b818333e035" providerId="ADAL" clId="{0E1CF1BF-3F99-094B-804E-F60C6F45309E}" dt="2021-09-27T15:58:06.156" v="1921" actId="1076"/>
          <ac:picMkLst>
            <pc:docMk/>
            <pc:sldMk cId="2932881959" sldId="266"/>
            <ac:picMk id="7" creationId="{D96BC7DC-1916-A343-AC4D-8D46D4EBFA3F}"/>
          </ac:picMkLst>
        </pc:picChg>
        <pc:picChg chg="add del mod">
          <ac:chgData name="Shengli Xu" userId="41272415-5f90-44cd-a729-0b818333e035" providerId="ADAL" clId="{0E1CF1BF-3F99-094B-804E-F60C6F45309E}" dt="2021-09-27T15:58:53.118" v="1944"/>
          <ac:picMkLst>
            <pc:docMk/>
            <pc:sldMk cId="2932881959" sldId="266"/>
            <ac:picMk id="10" creationId="{34E1B9C4-D858-CF45-BBF6-31BFEBD5DB67}"/>
          </ac:picMkLst>
        </pc:picChg>
        <pc:picChg chg="add mod">
          <ac:chgData name="Shengli Xu" userId="41272415-5f90-44cd-a729-0b818333e035" providerId="ADAL" clId="{0E1CF1BF-3F99-094B-804E-F60C6F45309E}" dt="2021-09-27T15:58:57.349" v="1949" actId="1076"/>
          <ac:picMkLst>
            <pc:docMk/>
            <pc:sldMk cId="2932881959" sldId="266"/>
            <ac:picMk id="12" creationId="{BFFF0F90-0758-2042-8D78-24B2F5685AF5}"/>
          </ac:picMkLst>
        </pc:picChg>
      </pc:sldChg>
      <pc:sldChg chg="addSp delSp modSp mod">
        <pc:chgData name="Shengli Xu" userId="41272415-5f90-44cd-a729-0b818333e035" providerId="ADAL" clId="{0E1CF1BF-3F99-094B-804E-F60C6F45309E}" dt="2021-09-27T05:12:00.191" v="1322" actId="14100"/>
        <pc:sldMkLst>
          <pc:docMk/>
          <pc:sldMk cId="3929564251" sldId="268"/>
        </pc:sldMkLst>
        <pc:spChg chg="add mod">
          <ac:chgData name="Shengli Xu" userId="41272415-5f90-44cd-a729-0b818333e035" providerId="ADAL" clId="{0E1CF1BF-3F99-094B-804E-F60C6F45309E}" dt="2021-09-27T05:03:59.318" v="1313" actId="20577"/>
          <ac:spMkLst>
            <pc:docMk/>
            <pc:sldMk cId="3929564251" sldId="268"/>
            <ac:spMk id="8" creationId="{33CB4107-678B-E246-BDCC-DAF8BDBE0DC0}"/>
          </ac:spMkLst>
        </pc:spChg>
        <pc:spChg chg="add del mod">
          <ac:chgData name="Shengli Xu" userId="41272415-5f90-44cd-a729-0b818333e035" providerId="ADAL" clId="{0E1CF1BF-3F99-094B-804E-F60C6F45309E}" dt="2021-09-27T05:03:32.215" v="1297"/>
          <ac:spMkLst>
            <pc:docMk/>
            <pc:sldMk cId="3929564251" sldId="268"/>
            <ac:spMk id="9" creationId="{C2F6683B-7715-1A4B-B4A0-28C98B3BEEAC}"/>
          </ac:spMkLst>
        </pc:spChg>
        <pc:picChg chg="add mod">
          <ac:chgData name="Shengli Xu" userId="41272415-5f90-44cd-a729-0b818333e035" providerId="ADAL" clId="{0E1CF1BF-3F99-094B-804E-F60C6F45309E}" dt="2021-09-27T05:11:55.360" v="1320" actId="14826"/>
          <ac:picMkLst>
            <pc:docMk/>
            <pc:sldMk cId="3929564251" sldId="268"/>
            <ac:picMk id="7" creationId="{D616ACA3-3A80-6943-8AE9-0B3B0F4B87D5}"/>
          </ac:picMkLst>
        </pc:picChg>
        <pc:picChg chg="add mod">
          <ac:chgData name="Shengli Xu" userId="41272415-5f90-44cd-a729-0b818333e035" providerId="ADAL" clId="{0E1CF1BF-3F99-094B-804E-F60C6F45309E}" dt="2021-09-27T05:12:00.191" v="1322" actId="14100"/>
          <ac:picMkLst>
            <pc:docMk/>
            <pc:sldMk cId="3929564251" sldId="268"/>
            <ac:picMk id="11" creationId="{D77FBEF4-31AE-DD41-8EC3-477B5D9F1D7C}"/>
          </ac:picMkLst>
        </pc:picChg>
      </pc:sldChg>
      <pc:sldChg chg="addSp delSp modSp mod">
        <pc:chgData name="Shengli Xu" userId="41272415-5f90-44cd-a729-0b818333e035" providerId="ADAL" clId="{0E1CF1BF-3F99-094B-804E-F60C6F45309E}" dt="2021-09-27T15:40:16.706" v="1405" actId="1076"/>
        <pc:sldMkLst>
          <pc:docMk/>
          <pc:sldMk cId="505282949" sldId="269"/>
        </pc:sldMkLst>
        <pc:spChg chg="add mod">
          <ac:chgData name="Shengli Xu" userId="41272415-5f90-44cd-a729-0b818333e035" providerId="ADAL" clId="{0E1CF1BF-3F99-094B-804E-F60C6F45309E}" dt="2021-09-27T05:51:19.103" v="1340"/>
          <ac:spMkLst>
            <pc:docMk/>
            <pc:sldMk cId="505282949" sldId="269"/>
            <ac:spMk id="6" creationId="{F5D12CCC-3C5E-EB4F-85D7-97A134E96166}"/>
          </ac:spMkLst>
        </pc:spChg>
        <pc:spChg chg="add mod">
          <ac:chgData name="Shengli Xu" userId="41272415-5f90-44cd-a729-0b818333e035" providerId="ADAL" clId="{0E1CF1BF-3F99-094B-804E-F60C6F45309E}" dt="2021-09-27T15:40:16.706" v="1405" actId="1076"/>
          <ac:spMkLst>
            <pc:docMk/>
            <pc:sldMk cId="505282949" sldId="269"/>
            <ac:spMk id="9" creationId="{D40481BF-EBD6-1A4B-9BCF-87307E4897E4}"/>
          </ac:spMkLst>
        </pc:spChg>
        <pc:spChg chg="add mod">
          <ac:chgData name="Shengli Xu" userId="41272415-5f90-44cd-a729-0b818333e035" providerId="ADAL" clId="{0E1CF1BF-3F99-094B-804E-F60C6F45309E}" dt="2021-09-27T15:40:16.706" v="1405" actId="1076"/>
          <ac:spMkLst>
            <pc:docMk/>
            <pc:sldMk cId="505282949" sldId="269"/>
            <ac:spMk id="12" creationId="{F91521F1-7949-1541-94FB-15B1B6812A2B}"/>
          </ac:spMkLst>
        </pc:spChg>
        <pc:spChg chg="add mod">
          <ac:chgData name="Shengli Xu" userId="41272415-5f90-44cd-a729-0b818333e035" providerId="ADAL" clId="{0E1CF1BF-3F99-094B-804E-F60C6F45309E}" dt="2021-09-27T15:40:16.706" v="1405" actId="1076"/>
          <ac:spMkLst>
            <pc:docMk/>
            <pc:sldMk cId="505282949" sldId="269"/>
            <ac:spMk id="13" creationId="{F20176D2-E3ED-9A4E-9BCE-3BD372710832}"/>
          </ac:spMkLst>
        </pc:spChg>
        <pc:grpChg chg="add mod">
          <ac:chgData name="Shengli Xu" userId="41272415-5f90-44cd-a729-0b818333e035" providerId="ADAL" clId="{0E1CF1BF-3F99-094B-804E-F60C6F45309E}" dt="2021-09-27T15:40:16.706" v="1405" actId="1076"/>
          <ac:grpSpMkLst>
            <pc:docMk/>
            <pc:sldMk cId="505282949" sldId="269"/>
            <ac:grpSpMk id="10" creationId="{96EA8F87-4D62-E949-AACE-F6EF87C9A6B2}"/>
          </ac:grpSpMkLst>
        </pc:grpChg>
        <pc:picChg chg="add mod">
          <ac:chgData name="Shengli Xu" userId="41272415-5f90-44cd-a729-0b818333e035" providerId="ADAL" clId="{0E1CF1BF-3F99-094B-804E-F60C6F45309E}" dt="2021-09-27T15:36:30.225" v="1362" actId="14100"/>
          <ac:picMkLst>
            <pc:docMk/>
            <pc:sldMk cId="505282949" sldId="269"/>
            <ac:picMk id="8" creationId="{917980BE-351A-1F42-82FD-59701B54246E}"/>
          </ac:picMkLst>
        </pc:picChg>
        <pc:picChg chg="add del">
          <ac:chgData name="Shengli Xu" userId="41272415-5f90-44cd-a729-0b818333e035" providerId="ADAL" clId="{0E1CF1BF-3F99-094B-804E-F60C6F45309E}" dt="2021-09-27T15:21:27.411" v="1351"/>
          <ac:picMkLst>
            <pc:docMk/>
            <pc:sldMk cId="505282949" sldId="269"/>
            <ac:picMk id="8194" creationId="{42913D8B-17EA-F542-B22F-B1134DC39E6F}"/>
          </ac:picMkLst>
        </pc:picChg>
        <pc:picChg chg="add mod">
          <ac:chgData name="Shengli Xu" userId="41272415-5f90-44cd-a729-0b818333e035" providerId="ADAL" clId="{0E1CF1BF-3F99-094B-804E-F60C6F45309E}" dt="2021-09-27T15:40:16.706" v="1405" actId="1076"/>
          <ac:picMkLst>
            <pc:docMk/>
            <pc:sldMk cId="505282949" sldId="269"/>
            <ac:picMk id="8196" creationId="{C07C1F61-0FA1-254D-9487-1120DD5323C0}"/>
          </ac:picMkLst>
        </pc:picChg>
      </pc:sldChg>
      <pc:sldChg chg="addSp modSp mod modAnim">
        <pc:chgData name="Shengli Xu" userId="41272415-5f90-44cd-a729-0b818333e035" providerId="ADAL" clId="{0E1CF1BF-3F99-094B-804E-F60C6F45309E}" dt="2021-09-27T15:49:33.341" v="1705" actId="14100"/>
        <pc:sldMkLst>
          <pc:docMk/>
          <pc:sldMk cId="1711333614" sldId="270"/>
        </pc:sldMkLst>
        <pc:spChg chg="add mod">
          <ac:chgData name="Shengli Xu" userId="41272415-5f90-44cd-a729-0b818333e035" providerId="ADAL" clId="{0E1CF1BF-3F99-094B-804E-F60C6F45309E}" dt="2021-09-27T15:44:11.205" v="1527" actId="20577"/>
          <ac:spMkLst>
            <pc:docMk/>
            <pc:sldMk cId="1711333614" sldId="270"/>
            <ac:spMk id="8" creationId="{FB988452-E71F-4D40-846B-EE7AA5D79FAE}"/>
          </ac:spMkLst>
        </pc:spChg>
        <pc:spChg chg="add mod">
          <ac:chgData name="Shengli Xu" userId="41272415-5f90-44cd-a729-0b818333e035" providerId="ADAL" clId="{0E1CF1BF-3F99-094B-804E-F60C6F45309E}" dt="2021-09-27T15:49:15.606" v="1699" actId="1076"/>
          <ac:spMkLst>
            <pc:docMk/>
            <pc:sldMk cId="1711333614" sldId="270"/>
            <ac:spMk id="9" creationId="{0B21FD79-D6F0-8D43-9E46-416136AE4ABF}"/>
          </ac:spMkLst>
        </pc:spChg>
        <pc:spChg chg="add mod">
          <ac:chgData name="Shengli Xu" userId="41272415-5f90-44cd-a729-0b818333e035" providerId="ADAL" clId="{0E1CF1BF-3F99-094B-804E-F60C6F45309E}" dt="2021-09-27T15:49:33.341" v="1705" actId="14100"/>
          <ac:spMkLst>
            <pc:docMk/>
            <pc:sldMk cId="1711333614" sldId="270"/>
            <ac:spMk id="11" creationId="{7DE614F2-F0C6-A04E-AB36-C5C7EF3FD198}"/>
          </ac:spMkLst>
        </pc:spChg>
        <pc:picChg chg="add mod">
          <ac:chgData name="Shengli Xu" userId="41272415-5f90-44cd-a729-0b818333e035" providerId="ADAL" clId="{0E1CF1BF-3F99-094B-804E-F60C6F45309E}" dt="2021-09-27T15:44:41.105" v="1533" actId="1076"/>
          <ac:picMkLst>
            <pc:docMk/>
            <pc:sldMk cId="1711333614" sldId="270"/>
            <ac:picMk id="7" creationId="{F5BDBBA6-51F2-4945-923B-DC353174623D}"/>
          </ac:picMkLst>
        </pc:picChg>
        <pc:picChg chg="add mod">
          <ac:chgData name="Shengli Xu" userId="41272415-5f90-44cd-a729-0b818333e035" providerId="ADAL" clId="{0E1CF1BF-3F99-094B-804E-F60C6F45309E}" dt="2021-09-27T15:49:15.606" v="1699" actId="1076"/>
          <ac:picMkLst>
            <pc:docMk/>
            <pc:sldMk cId="1711333614" sldId="270"/>
            <ac:picMk id="10" creationId="{2B893484-D43D-4C49-B037-359DE2A50803}"/>
          </ac:picMkLst>
        </pc:picChg>
      </pc:sldChg>
      <pc:sldChg chg="addSp modSp mod">
        <pc:chgData name="Shengli Xu" userId="41272415-5f90-44cd-a729-0b818333e035" providerId="ADAL" clId="{0E1CF1BF-3F99-094B-804E-F60C6F45309E}" dt="2021-09-27T16:45:22.794" v="2488" actId="20577"/>
        <pc:sldMkLst>
          <pc:docMk/>
          <pc:sldMk cId="2954641237" sldId="271"/>
        </pc:sldMkLst>
        <pc:spChg chg="add mod">
          <ac:chgData name="Shengli Xu" userId="41272415-5f90-44cd-a729-0b818333e035" providerId="ADAL" clId="{0E1CF1BF-3F99-094B-804E-F60C6F45309E}" dt="2021-09-27T16:44:56.272" v="2485" actId="14100"/>
          <ac:spMkLst>
            <pc:docMk/>
            <pc:sldMk cId="2954641237" sldId="271"/>
            <ac:spMk id="6" creationId="{CD262710-EFF7-794A-81D9-A1B6980B8C35}"/>
          </ac:spMkLst>
        </pc:spChg>
        <pc:spChg chg="add mod">
          <ac:chgData name="Shengli Xu" userId="41272415-5f90-44cd-a729-0b818333e035" providerId="ADAL" clId="{0E1CF1BF-3F99-094B-804E-F60C6F45309E}" dt="2021-09-27T16:45:04.819" v="2486" actId="1076"/>
          <ac:spMkLst>
            <pc:docMk/>
            <pc:sldMk cId="2954641237" sldId="271"/>
            <ac:spMk id="9" creationId="{C5F82499-6F21-954F-92B0-DFEDF18D303E}"/>
          </ac:spMkLst>
        </pc:spChg>
        <pc:spChg chg="add mod">
          <ac:chgData name="Shengli Xu" userId="41272415-5f90-44cd-a729-0b818333e035" providerId="ADAL" clId="{0E1CF1BF-3F99-094B-804E-F60C6F45309E}" dt="2021-09-27T16:45:04.819" v="2486" actId="1076"/>
          <ac:spMkLst>
            <pc:docMk/>
            <pc:sldMk cId="2954641237" sldId="271"/>
            <ac:spMk id="10" creationId="{84700970-41D9-9343-8A8A-5FD13B608C2F}"/>
          </ac:spMkLst>
        </pc:spChg>
        <pc:spChg chg="add mod">
          <ac:chgData name="Shengli Xu" userId="41272415-5f90-44cd-a729-0b818333e035" providerId="ADAL" clId="{0E1CF1BF-3F99-094B-804E-F60C6F45309E}" dt="2021-09-27T16:45:22.794" v="2488" actId="20577"/>
          <ac:spMkLst>
            <pc:docMk/>
            <pc:sldMk cId="2954641237" sldId="271"/>
            <ac:spMk id="11" creationId="{6C8C164A-A053-2A4E-A8A8-243E0A6639D3}"/>
          </ac:spMkLst>
        </pc:spChg>
        <pc:spChg chg="add mod">
          <ac:chgData name="Shengli Xu" userId="41272415-5f90-44cd-a729-0b818333e035" providerId="ADAL" clId="{0E1CF1BF-3F99-094B-804E-F60C6F45309E}" dt="2021-09-27T16:45:04.819" v="2486" actId="1076"/>
          <ac:spMkLst>
            <pc:docMk/>
            <pc:sldMk cId="2954641237" sldId="271"/>
            <ac:spMk id="12" creationId="{1F9BE7EF-2DAC-DD4C-A16C-C45C46ACA88A}"/>
          </ac:spMkLst>
        </pc:spChg>
        <pc:picChg chg="add mod">
          <ac:chgData name="Shengli Xu" userId="41272415-5f90-44cd-a729-0b818333e035" providerId="ADAL" clId="{0E1CF1BF-3F99-094B-804E-F60C6F45309E}" dt="2021-09-27T16:45:12.799" v="2487" actId="1076"/>
          <ac:picMkLst>
            <pc:docMk/>
            <pc:sldMk cId="2954641237" sldId="271"/>
            <ac:picMk id="8" creationId="{C03C2E7E-1FF5-3D49-8CAC-76E67315BA5D}"/>
          </ac:picMkLst>
        </pc:picChg>
      </pc:sldChg>
      <pc:sldChg chg="addSp delSp modSp mod">
        <pc:chgData name="Shengli Xu" userId="41272415-5f90-44cd-a729-0b818333e035" providerId="ADAL" clId="{0E1CF1BF-3F99-094B-804E-F60C6F45309E}" dt="2021-09-27T16:39:54.730" v="2348" actId="14826"/>
        <pc:sldMkLst>
          <pc:docMk/>
          <pc:sldMk cId="1341534579" sldId="273"/>
        </pc:sldMkLst>
        <pc:spChg chg="add mod">
          <ac:chgData name="Shengli Xu" userId="41272415-5f90-44cd-a729-0b818333e035" providerId="ADAL" clId="{0E1CF1BF-3F99-094B-804E-F60C6F45309E}" dt="2021-09-27T16:29:21.883" v="2338" actId="20577"/>
          <ac:spMkLst>
            <pc:docMk/>
            <pc:sldMk cId="1341534579" sldId="273"/>
            <ac:spMk id="6" creationId="{CC462A58-C2DE-8F49-88E4-1729B1531382}"/>
          </ac:spMkLst>
        </pc:spChg>
        <pc:picChg chg="add del mod">
          <ac:chgData name="Shengli Xu" userId="41272415-5f90-44cd-a729-0b818333e035" providerId="ADAL" clId="{0E1CF1BF-3F99-094B-804E-F60C6F45309E}" dt="2021-09-27T16:38:59.102" v="2343" actId="478"/>
          <ac:picMkLst>
            <pc:docMk/>
            <pc:sldMk cId="1341534579" sldId="273"/>
            <ac:picMk id="8" creationId="{A0EA32D2-3BEC-E74B-9DD2-47B8BEEEF62C}"/>
          </ac:picMkLst>
        </pc:picChg>
        <pc:picChg chg="add mod">
          <ac:chgData name="Shengli Xu" userId="41272415-5f90-44cd-a729-0b818333e035" providerId="ADAL" clId="{0E1CF1BF-3F99-094B-804E-F60C6F45309E}" dt="2021-09-27T16:39:54.730" v="2348" actId="14826"/>
          <ac:picMkLst>
            <pc:docMk/>
            <pc:sldMk cId="1341534579" sldId="273"/>
            <ac:picMk id="10" creationId="{C2C54755-0CC2-0F48-8228-02929530A73D}"/>
          </ac:picMkLst>
        </pc:picChg>
      </pc:sldChg>
      <pc:sldChg chg="addSp delSp modSp mod">
        <pc:chgData name="Shengli Xu" userId="41272415-5f90-44cd-a729-0b818333e035" providerId="ADAL" clId="{0E1CF1BF-3F99-094B-804E-F60C6F45309E}" dt="2021-09-27T01:18:39.613" v="114" actId="1076"/>
        <pc:sldMkLst>
          <pc:docMk/>
          <pc:sldMk cId="3092767314" sldId="274"/>
        </pc:sldMkLst>
        <pc:spChg chg="mod">
          <ac:chgData name="Shengli Xu" userId="41272415-5f90-44cd-a729-0b818333e035" providerId="ADAL" clId="{0E1CF1BF-3F99-094B-804E-F60C6F45309E}" dt="2021-09-27T01:12:24.743" v="9" actId="1076"/>
          <ac:spMkLst>
            <pc:docMk/>
            <pc:sldMk cId="3092767314" sldId="274"/>
            <ac:spMk id="6" creationId="{EB261EDF-2A79-CE4B-8821-6B581669F515}"/>
          </ac:spMkLst>
        </pc:spChg>
        <pc:spChg chg="del mod">
          <ac:chgData name="Shengli Xu" userId="41272415-5f90-44cd-a729-0b818333e035" providerId="ADAL" clId="{0E1CF1BF-3F99-094B-804E-F60C6F45309E}" dt="2021-09-27T01:12:05.485" v="3" actId="478"/>
          <ac:spMkLst>
            <pc:docMk/>
            <pc:sldMk cId="3092767314" sldId="274"/>
            <ac:spMk id="7" creationId="{B3E4E378-FC5C-8D40-928A-BD72E20E8710}"/>
          </ac:spMkLst>
        </pc:spChg>
        <pc:spChg chg="del mod">
          <ac:chgData name="Shengli Xu" userId="41272415-5f90-44cd-a729-0b818333e035" providerId="ADAL" clId="{0E1CF1BF-3F99-094B-804E-F60C6F45309E}" dt="2021-09-27T01:15:52.755" v="35" actId="478"/>
          <ac:spMkLst>
            <pc:docMk/>
            <pc:sldMk cId="3092767314" sldId="274"/>
            <ac:spMk id="8" creationId="{74AD5644-36FD-2143-93DD-7F79AB5D8638}"/>
          </ac:spMkLst>
        </pc:spChg>
        <pc:spChg chg="add mod">
          <ac:chgData name="Shengli Xu" userId="41272415-5f90-44cd-a729-0b818333e035" providerId="ADAL" clId="{0E1CF1BF-3F99-094B-804E-F60C6F45309E}" dt="2021-09-27T01:17:39.685" v="45" actId="1076"/>
          <ac:spMkLst>
            <pc:docMk/>
            <pc:sldMk cId="3092767314" sldId="274"/>
            <ac:spMk id="10" creationId="{6C1878A0-14F2-5E46-B7D4-BFBC8E7F36BD}"/>
          </ac:spMkLst>
        </pc:spChg>
        <pc:spChg chg="add mod">
          <ac:chgData name="Shengli Xu" userId="41272415-5f90-44cd-a729-0b818333e035" providerId="ADAL" clId="{0E1CF1BF-3F99-094B-804E-F60C6F45309E}" dt="2021-09-27T01:18:39.613" v="114" actId="1076"/>
          <ac:spMkLst>
            <pc:docMk/>
            <pc:sldMk cId="3092767314" sldId="274"/>
            <ac:spMk id="12" creationId="{22E50575-7971-D844-9967-D8C403554D95}"/>
          </ac:spMkLst>
        </pc:spChg>
        <pc:picChg chg="add mod">
          <ac:chgData name="Shengli Xu" userId="41272415-5f90-44cd-a729-0b818333e035" providerId="ADAL" clId="{0E1CF1BF-3F99-094B-804E-F60C6F45309E}" dt="2021-09-27T01:17:35.972" v="44" actId="14100"/>
          <ac:picMkLst>
            <pc:docMk/>
            <pc:sldMk cId="3092767314" sldId="274"/>
            <ac:picMk id="9" creationId="{ABC92B1F-0C10-E842-A330-ABCF30E702E0}"/>
          </ac:picMkLst>
        </pc:picChg>
        <pc:picChg chg="add mod">
          <ac:chgData name="Shengli Xu" userId="41272415-5f90-44cd-a729-0b818333e035" providerId="ADAL" clId="{0E1CF1BF-3F99-094B-804E-F60C6F45309E}" dt="2021-09-27T01:17:33.216" v="43" actId="1076"/>
          <ac:picMkLst>
            <pc:docMk/>
            <pc:sldMk cId="3092767314" sldId="274"/>
            <ac:picMk id="1026" creationId="{DE03F553-A90B-7B47-936F-9B88C23227A3}"/>
          </ac:picMkLst>
        </pc:picChg>
      </pc:sldChg>
      <pc:sldChg chg="addSp delSp modSp mod">
        <pc:chgData name="Shengli Xu" userId="41272415-5f90-44cd-a729-0b818333e035" providerId="ADAL" clId="{0E1CF1BF-3F99-094B-804E-F60C6F45309E}" dt="2021-09-27T19:28:56.660" v="3089" actId="1076"/>
        <pc:sldMkLst>
          <pc:docMk/>
          <pc:sldMk cId="221034975" sldId="275"/>
        </pc:sldMkLst>
        <pc:spChg chg="mod">
          <ac:chgData name="Shengli Xu" userId="41272415-5f90-44cd-a729-0b818333e035" providerId="ADAL" clId="{0E1CF1BF-3F99-094B-804E-F60C6F45309E}" dt="2021-09-27T01:21:59.219" v="145" actId="20577"/>
          <ac:spMkLst>
            <pc:docMk/>
            <pc:sldMk cId="221034975" sldId="275"/>
            <ac:spMk id="2" creationId="{98F1A6D1-D0D7-764B-A3DC-60F6A1DCB63D}"/>
          </ac:spMkLst>
        </pc:spChg>
        <pc:spChg chg="mod">
          <ac:chgData name="Shengli Xu" userId="41272415-5f90-44cd-a729-0b818333e035" providerId="ADAL" clId="{0E1CF1BF-3F99-094B-804E-F60C6F45309E}" dt="2021-09-27T19:28:56.660" v="3089" actId="1076"/>
          <ac:spMkLst>
            <pc:docMk/>
            <pc:sldMk cId="221034975" sldId="275"/>
            <ac:spMk id="22" creationId="{79E61523-D481-3745-B6A9-80B5F7C217FF}"/>
          </ac:spMkLst>
        </pc:spChg>
        <pc:spChg chg="del mod">
          <ac:chgData name="Shengli Xu" userId="41272415-5f90-44cd-a729-0b818333e035" providerId="ADAL" clId="{0E1CF1BF-3F99-094B-804E-F60C6F45309E}" dt="2021-09-27T01:22:49.012" v="151" actId="478"/>
          <ac:spMkLst>
            <pc:docMk/>
            <pc:sldMk cId="221034975" sldId="275"/>
            <ac:spMk id="23" creationId="{A2B91E40-DECE-D04C-9D7F-2D483CF8DEA3}"/>
          </ac:spMkLst>
        </pc:spChg>
        <pc:graphicFrameChg chg="add mod modGraphic">
          <ac:chgData name="Shengli Xu" userId="41272415-5f90-44cd-a729-0b818333e035" providerId="ADAL" clId="{0E1CF1BF-3F99-094B-804E-F60C6F45309E}" dt="2021-09-27T04:48:34.721" v="1287" actId="20577"/>
          <ac:graphicFrameMkLst>
            <pc:docMk/>
            <pc:sldMk cId="221034975" sldId="275"/>
            <ac:graphicFrameMk id="6" creationId="{D605C831-1F9A-954B-AD64-F62FD8B0DF69}"/>
          </ac:graphicFrameMkLst>
        </pc:graphicFrameChg>
      </pc:sldChg>
      <pc:sldChg chg="addSp modSp mod">
        <pc:chgData name="Shengli Xu" userId="41272415-5f90-44cd-a729-0b818333e035" providerId="ADAL" clId="{0E1CF1BF-3F99-094B-804E-F60C6F45309E}" dt="2021-09-27T19:28:42.320" v="3087" actId="1076"/>
        <pc:sldMkLst>
          <pc:docMk/>
          <pc:sldMk cId="2267949169" sldId="277"/>
        </pc:sldMkLst>
        <pc:spChg chg="mod">
          <ac:chgData name="Shengli Xu" userId="41272415-5f90-44cd-a729-0b818333e035" providerId="ADAL" clId="{0E1CF1BF-3F99-094B-804E-F60C6F45309E}" dt="2021-09-27T19:28:38.090" v="3086" actId="1076"/>
          <ac:spMkLst>
            <pc:docMk/>
            <pc:sldMk cId="2267949169" sldId="277"/>
            <ac:spMk id="6" creationId="{7B895E22-B70D-6F42-AD20-7408A1975B1F}"/>
          </ac:spMkLst>
        </pc:spChg>
        <pc:spChg chg="add mod">
          <ac:chgData name="Shengli Xu" userId="41272415-5f90-44cd-a729-0b818333e035" providerId="ADAL" clId="{0E1CF1BF-3F99-094B-804E-F60C6F45309E}" dt="2021-09-27T18:30:15.547" v="2913" actId="1076"/>
          <ac:spMkLst>
            <pc:docMk/>
            <pc:sldMk cId="2267949169" sldId="277"/>
            <ac:spMk id="7" creationId="{A2243511-7EB8-8644-9451-23E6C9E62F11}"/>
          </ac:spMkLst>
        </pc:spChg>
        <pc:spChg chg="add mod">
          <ac:chgData name="Shengli Xu" userId="41272415-5f90-44cd-a729-0b818333e035" providerId="ADAL" clId="{0E1CF1BF-3F99-094B-804E-F60C6F45309E}" dt="2021-09-27T19:28:42.320" v="3087" actId="1076"/>
          <ac:spMkLst>
            <pc:docMk/>
            <pc:sldMk cId="2267949169" sldId="277"/>
            <ac:spMk id="8" creationId="{313CFFDE-0943-B44D-B9F6-2C87DF28E585}"/>
          </ac:spMkLst>
        </pc:spChg>
      </pc:sldChg>
      <pc:sldChg chg="del">
        <pc:chgData name="Shengli Xu" userId="41272415-5f90-44cd-a729-0b818333e035" providerId="ADAL" clId="{0E1CF1BF-3F99-094B-804E-F60C6F45309E}" dt="2021-09-27T18:32:03.904" v="2997" actId="2696"/>
        <pc:sldMkLst>
          <pc:docMk/>
          <pc:sldMk cId="3355385571" sldId="278"/>
        </pc:sldMkLst>
      </pc:sldChg>
      <pc:sldChg chg="addSp delSp modSp mod">
        <pc:chgData name="Shengli Xu" userId="41272415-5f90-44cd-a729-0b818333e035" providerId="ADAL" clId="{0E1CF1BF-3F99-094B-804E-F60C6F45309E}" dt="2021-09-27T19:28:47.690" v="3088" actId="1076"/>
        <pc:sldMkLst>
          <pc:docMk/>
          <pc:sldMk cId="825861886" sldId="279"/>
        </pc:sldMkLst>
        <pc:spChg chg="mod">
          <ac:chgData name="Shengli Xu" userId="41272415-5f90-44cd-a729-0b818333e035" providerId="ADAL" clId="{0E1CF1BF-3F99-094B-804E-F60C6F45309E}" dt="2021-09-27T19:28:47.690" v="3088" actId="1076"/>
          <ac:spMkLst>
            <pc:docMk/>
            <pc:sldMk cId="825861886" sldId="279"/>
            <ac:spMk id="6" creationId="{0B617411-0FF4-D24E-AD92-DA253A411198}"/>
          </ac:spMkLst>
        </pc:spChg>
        <pc:picChg chg="add mod">
          <ac:chgData name="Shengli Xu" userId="41272415-5f90-44cd-a729-0b818333e035" providerId="ADAL" clId="{0E1CF1BF-3F99-094B-804E-F60C6F45309E}" dt="2021-09-27T18:05:46.526" v="2659" actId="1076"/>
          <ac:picMkLst>
            <pc:docMk/>
            <pc:sldMk cId="825861886" sldId="279"/>
            <ac:picMk id="8" creationId="{333BEB4D-95D8-4048-A7D5-2FD9222CFA41}"/>
          </ac:picMkLst>
        </pc:picChg>
        <pc:picChg chg="del">
          <ac:chgData name="Shengli Xu" userId="41272415-5f90-44cd-a729-0b818333e035" providerId="ADAL" clId="{0E1CF1BF-3F99-094B-804E-F60C6F45309E}" dt="2021-09-27T17:55:27.589" v="2489" actId="478"/>
          <ac:picMkLst>
            <pc:docMk/>
            <pc:sldMk cId="825861886" sldId="279"/>
            <ac:picMk id="3074" creationId="{DF5A41FD-09BF-F84B-8897-1A74B571B1D1}"/>
          </ac:picMkLst>
        </pc:picChg>
      </pc:sldChg>
      <pc:sldChg chg="addSp delSp modSp add mod ord">
        <pc:chgData name="Shengli Xu" userId="41272415-5f90-44cd-a729-0b818333e035" providerId="ADAL" clId="{0E1CF1BF-3F99-094B-804E-F60C6F45309E}" dt="2021-09-27T19:33:06.774" v="3409" actId="20577"/>
        <pc:sldMkLst>
          <pc:docMk/>
          <pc:sldMk cId="616427272" sldId="281"/>
        </pc:sldMkLst>
        <pc:spChg chg="mod">
          <ac:chgData name="Shengli Xu" userId="41272415-5f90-44cd-a729-0b818333e035" providerId="ADAL" clId="{0E1CF1BF-3F99-094B-804E-F60C6F45309E}" dt="2021-09-27T18:44:58.527" v="3059" actId="20577"/>
          <ac:spMkLst>
            <pc:docMk/>
            <pc:sldMk cId="616427272" sldId="281"/>
            <ac:spMk id="2" creationId="{A97DA023-4912-5F4E-BF13-EF9E5E54CBFD}"/>
          </ac:spMkLst>
        </pc:spChg>
        <pc:spChg chg="mod">
          <ac:chgData name="Shengli Xu" userId="41272415-5f90-44cd-a729-0b818333e035" providerId="ADAL" clId="{0E1CF1BF-3F99-094B-804E-F60C6F45309E}" dt="2021-09-27T19:28:32.179" v="3085" actId="1076"/>
          <ac:spMkLst>
            <pc:docMk/>
            <pc:sldMk cId="616427272" sldId="281"/>
            <ac:spMk id="6" creationId="{0B617411-0FF4-D24E-AD92-DA253A411198}"/>
          </ac:spMkLst>
        </pc:spChg>
        <pc:spChg chg="add mod">
          <ac:chgData name="Shengli Xu" userId="41272415-5f90-44cd-a729-0b818333e035" providerId="ADAL" clId="{0E1CF1BF-3F99-094B-804E-F60C6F45309E}" dt="2021-09-27T19:31:33.993" v="3293" actId="1076"/>
          <ac:spMkLst>
            <pc:docMk/>
            <pc:sldMk cId="616427272" sldId="281"/>
            <ac:spMk id="10" creationId="{0A0DE2F9-5CF6-5E4A-9D2A-E6217F3B2C25}"/>
          </ac:spMkLst>
        </pc:spChg>
        <pc:spChg chg="add mod">
          <ac:chgData name="Shengli Xu" userId="41272415-5f90-44cd-a729-0b818333e035" providerId="ADAL" clId="{0E1CF1BF-3F99-094B-804E-F60C6F45309E}" dt="2021-09-27T19:33:06.774" v="3409" actId="20577"/>
          <ac:spMkLst>
            <pc:docMk/>
            <pc:sldMk cId="616427272" sldId="281"/>
            <ac:spMk id="11" creationId="{1C59AB91-FC29-DB41-A71E-6E8E83879C22}"/>
          </ac:spMkLst>
        </pc:spChg>
        <pc:spChg chg="add mod">
          <ac:chgData name="Shengli Xu" userId="41272415-5f90-44cd-a729-0b818333e035" providerId="ADAL" clId="{0E1CF1BF-3F99-094B-804E-F60C6F45309E}" dt="2021-09-27T19:32:41.949" v="3408" actId="1076"/>
          <ac:spMkLst>
            <pc:docMk/>
            <pc:sldMk cId="616427272" sldId="281"/>
            <ac:spMk id="12" creationId="{778FBB62-0B64-CE49-9313-5FC5A825655B}"/>
          </ac:spMkLst>
        </pc:spChg>
        <pc:spChg chg="add mod">
          <ac:chgData name="Shengli Xu" userId="41272415-5f90-44cd-a729-0b818333e035" providerId="ADAL" clId="{0E1CF1BF-3F99-094B-804E-F60C6F45309E}" dt="2021-09-27T19:32:41.949" v="3408" actId="1076"/>
          <ac:spMkLst>
            <pc:docMk/>
            <pc:sldMk cId="616427272" sldId="281"/>
            <ac:spMk id="13" creationId="{D92A6B73-2268-4041-91B4-2DA8DABD7042}"/>
          </ac:spMkLst>
        </pc:spChg>
        <pc:picChg chg="del">
          <ac:chgData name="Shengli Xu" userId="41272415-5f90-44cd-a729-0b818333e035" providerId="ADAL" clId="{0E1CF1BF-3F99-094B-804E-F60C6F45309E}" dt="2021-09-27T19:26:01.263" v="3060" actId="478"/>
          <ac:picMkLst>
            <pc:docMk/>
            <pc:sldMk cId="616427272" sldId="281"/>
            <ac:picMk id="8" creationId="{333BEB4D-95D8-4048-A7D5-2FD9222CFA41}"/>
          </ac:picMkLst>
        </pc:picChg>
        <pc:picChg chg="add mod">
          <ac:chgData name="Shengli Xu" userId="41272415-5f90-44cd-a729-0b818333e035" providerId="ADAL" clId="{0E1CF1BF-3F99-094B-804E-F60C6F45309E}" dt="2021-09-27T19:26:14.466" v="3064" actId="1076"/>
          <ac:picMkLst>
            <pc:docMk/>
            <pc:sldMk cId="616427272" sldId="281"/>
            <ac:picMk id="9" creationId="{3F09A50B-A06B-234D-84B1-D38194C189E6}"/>
          </ac:picMkLst>
        </pc:picChg>
      </pc:sldChg>
    </pc:docChg>
  </pc:docChgLst>
  <pc:docChgLst>
    <pc:chgData name="Shengli Xu" userId="S::shenglx@clemson.edu::41272415-5f90-44cd-a729-0b818333e035" providerId="AD" clId="Web-{AC28EB21-3F5D-9C63-5E79-624361A202DA}"/>
    <pc:docChg chg="modSld">
      <pc:chgData name="Shengli Xu" userId="S::shenglx@clemson.edu::41272415-5f90-44cd-a729-0b818333e035" providerId="AD" clId="Web-{AC28EB21-3F5D-9C63-5E79-624361A202DA}" dt="2021-09-27T19:36:02.890" v="0" actId="1076"/>
      <pc:docMkLst>
        <pc:docMk/>
      </pc:docMkLst>
      <pc:sldChg chg="modSp">
        <pc:chgData name="Shengli Xu" userId="S::shenglx@clemson.edu::41272415-5f90-44cd-a729-0b818333e035" providerId="AD" clId="Web-{AC28EB21-3F5D-9C63-5E79-624361A202DA}" dt="2021-09-27T19:36:02.890" v="0" actId="1076"/>
        <pc:sldMkLst>
          <pc:docMk/>
          <pc:sldMk cId="1219540577" sldId="280"/>
        </pc:sldMkLst>
        <pc:spChg chg="mod">
          <ac:chgData name="Shengli Xu" userId="S::shenglx@clemson.edu::41272415-5f90-44cd-a729-0b818333e035" providerId="AD" clId="Web-{AC28EB21-3F5D-9C63-5E79-624361A202DA}" dt="2021-09-27T19:36:02.890" v="0" actId="1076"/>
          <ac:spMkLst>
            <pc:docMk/>
            <pc:sldMk cId="1219540577" sldId="280"/>
            <ac:spMk id="16" creationId="{AB9804E3-E106-6041-92DC-2B35D7E35C8A}"/>
          </ac:spMkLst>
        </pc:spChg>
      </pc:sldChg>
    </pc:docChg>
  </pc:docChgLst>
  <pc:docChgLst>
    <pc:chgData name="Shubhendu Kumar Singh" userId="461b01912b5747a3" providerId="LiveId" clId="{123257E2-2039-4D81-A3D1-C3DE1B36AB83}"/>
    <pc:docChg chg="undo custSel addSld delSld modSld sldOrd modMainMaster">
      <pc:chgData name="Shubhendu Kumar Singh" userId="461b01912b5747a3" providerId="LiveId" clId="{123257E2-2039-4D81-A3D1-C3DE1B36AB83}" dt="2024-09-05T04:12:02.755" v="3381" actId="20577"/>
      <pc:docMkLst>
        <pc:docMk/>
      </pc:docMkLst>
      <pc:sldChg chg="del">
        <pc:chgData name="Shubhendu Kumar Singh" userId="461b01912b5747a3" providerId="LiveId" clId="{123257E2-2039-4D81-A3D1-C3DE1B36AB83}" dt="2024-08-28T23:39:31.490" v="161" actId="47"/>
        <pc:sldMkLst>
          <pc:docMk/>
          <pc:sldMk cId="3159820468" sldId="319"/>
        </pc:sldMkLst>
      </pc:sldChg>
      <pc:sldChg chg="addSp delSp modSp mod">
        <pc:chgData name="Shubhendu Kumar Singh" userId="461b01912b5747a3" providerId="LiveId" clId="{123257E2-2039-4D81-A3D1-C3DE1B36AB83}" dt="2024-08-28T23:29:13.971" v="49" actId="1076"/>
        <pc:sldMkLst>
          <pc:docMk/>
          <pc:sldMk cId="734630831" sldId="365"/>
        </pc:sldMkLst>
        <pc:spChg chg="mod">
          <ac:chgData name="Shubhendu Kumar Singh" userId="461b01912b5747a3" providerId="LiveId" clId="{123257E2-2039-4D81-A3D1-C3DE1B36AB83}" dt="2024-08-28T23:29:03.527" v="48" actId="14100"/>
          <ac:spMkLst>
            <pc:docMk/>
            <pc:sldMk cId="734630831" sldId="365"/>
            <ac:spMk id="2" creationId="{0C0BE678-E0CC-CA40-A743-BD01E3D36058}"/>
          </ac:spMkLst>
        </pc:spChg>
        <pc:spChg chg="del">
          <ac:chgData name="Shubhendu Kumar Singh" userId="461b01912b5747a3" providerId="LiveId" clId="{123257E2-2039-4D81-A3D1-C3DE1B36AB83}" dt="2024-08-28T23:28:35.262" v="40" actId="478"/>
          <ac:spMkLst>
            <pc:docMk/>
            <pc:sldMk cId="734630831" sldId="365"/>
            <ac:spMk id="3" creationId="{B40E8E6E-E0DE-1C4C-994A-203776ACFE2F}"/>
          </ac:spMkLst>
        </pc:spChg>
        <pc:spChg chg="mod">
          <ac:chgData name="Shubhendu Kumar Singh" userId="461b01912b5747a3" providerId="LiveId" clId="{123257E2-2039-4D81-A3D1-C3DE1B36AB83}" dt="2024-08-28T23:29:13.971" v="49" actId="1076"/>
          <ac:spMkLst>
            <pc:docMk/>
            <pc:sldMk cId="734630831" sldId="365"/>
            <ac:spMk id="4" creationId="{DE1A6919-18F5-A712-B94E-DF0EF7EB3159}"/>
          </ac:spMkLst>
        </pc:spChg>
        <pc:spChg chg="add del mod">
          <ac:chgData name="Shubhendu Kumar Singh" userId="461b01912b5747a3" providerId="LiveId" clId="{123257E2-2039-4D81-A3D1-C3DE1B36AB83}" dt="2024-08-28T23:28:48.819" v="46" actId="478"/>
          <ac:spMkLst>
            <pc:docMk/>
            <pc:sldMk cId="734630831" sldId="365"/>
            <ac:spMk id="7" creationId="{84ABD735-7211-C4DC-C4C0-F83212B97BED}"/>
          </ac:spMkLst>
        </pc:spChg>
      </pc:sldChg>
      <pc:sldChg chg="del">
        <pc:chgData name="Shubhendu Kumar Singh" userId="461b01912b5747a3" providerId="LiveId" clId="{123257E2-2039-4D81-A3D1-C3DE1B36AB83}" dt="2024-08-28T23:53:59.678" v="391" actId="47"/>
        <pc:sldMkLst>
          <pc:docMk/>
          <pc:sldMk cId="2646354947" sldId="366"/>
        </pc:sldMkLst>
      </pc:sldChg>
      <pc:sldChg chg="addSp delSp modSp mod ord">
        <pc:chgData name="Shubhendu Kumar Singh" userId="461b01912b5747a3" providerId="LiveId" clId="{123257E2-2039-4D81-A3D1-C3DE1B36AB83}" dt="2024-08-29T01:20:11.819" v="1362" actId="12385"/>
        <pc:sldMkLst>
          <pc:docMk/>
          <pc:sldMk cId="382193129" sldId="367"/>
        </pc:sldMkLst>
        <pc:spChg chg="mod">
          <ac:chgData name="Shubhendu Kumar Singh" userId="461b01912b5747a3" providerId="LiveId" clId="{123257E2-2039-4D81-A3D1-C3DE1B36AB83}" dt="2024-08-29T01:02:54.783" v="1010" actId="14100"/>
          <ac:spMkLst>
            <pc:docMk/>
            <pc:sldMk cId="382193129" sldId="367"/>
            <ac:spMk id="2" creationId="{37982B7A-96D7-B34E-A658-8B9A0101A71C}"/>
          </ac:spMkLst>
        </pc:spChg>
        <pc:spChg chg="del mod">
          <ac:chgData name="Shubhendu Kumar Singh" userId="461b01912b5747a3" providerId="LiveId" clId="{123257E2-2039-4D81-A3D1-C3DE1B36AB83}" dt="2024-08-29T01:02:02.820" v="914" actId="478"/>
          <ac:spMkLst>
            <pc:docMk/>
            <pc:sldMk cId="382193129" sldId="367"/>
            <ac:spMk id="3" creationId="{1487506F-8A2C-C543-6336-B5B751C93691}"/>
          </ac:spMkLst>
        </pc:spChg>
        <pc:spChg chg="add del mod">
          <ac:chgData name="Shubhendu Kumar Singh" userId="461b01912b5747a3" providerId="LiveId" clId="{123257E2-2039-4D81-A3D1-C3DE1B36AB83}" dt="2024-08-29T01:02:04.612" v="915" actId="478"/>
          <ac:spMkLst>
            <pc:docMk/>
            <pc:sldMk cId="382193129" sldId="367"/>
            <ac:spMk id="4" creationId="{3743D6F4-E159-B626-338E-538D886DAE09}"/>
          </ac:spMkLst>
        </pc:spChg>
        <pc:graphicFrameChg chg="add mod modGraphic">
          <ac:chgData name="Shubhendu Kumar Singh" userId="461b01912b5747a3" providerId="LiveId" clId="{123257E2-2039-4D81-A3D1-C3DE1B36AB83}" dt="2024-08-29T01:20:11.819" v="1362" actId="12385"/>
          <ac:graphicFrameMkLst>
            <pc:docMk/>
            <pc:sldMk cId="382193129" sldId="367"/>
            <ac:graphicFrameMk id="5" creationId="{AD47E71D-9E09-EFAC-FA97-D07C2BEBA6B3}"/>
          </ac:graphicFrameMkLst>
        </pc:graphicFrameChg>
      </pc:sldChg>
      <pc:sldChg chg="addSp delSp modSp mod">
        <pc:chgData name="Shubhendu Kumar Singh" userId="461b01912b5747a3" providerId="LiveId" clId="{123257E2-2039-4D81-A3D1-C3DE1B36AB83}" dt="2024-08-29T00:28:58.380" v="633" actId="20577"/>
        <pc:sldMkLst>
          <pc:docMk/>
          <pc:sldMk cId="3279733034" sldId="368"/>
        </pc:sldMkLst>
        <pc:spChg chg="mod">
          <ac:chgData name="Shubhendu Kumar Singh" userId="461b01912b5747a3" providerId="LiveId" clId="{123257E2-2039-4D81-A3D1-C3DE1B36AB83}" dt="2024-08-28T23:30:16.856" v="124" actId="20577"/>
          <ac:spMkLst>
            <pc:docMk/>
            <pc:sldMk cId="3279733034" sldId="368"/>
            <ac:spMk id="2" creationId="{37982B7A-96D7-B34E-A658-8B9A0101A71C}"/>
          </ac:spMkLst>
        </pc:spChg>
        <pc:spChg chg="del">
          <ac:chgData name="Shubhendu Kumar Singh" userId="461b01912b5747a3" providerId="LiveId" clId="{123257E2-2039-4D81-A3D1-C3DE1B36AB83}" dt="2024-08-28T23:29:19.100" v="50" actId="478"/>
          <ac:spMkLst>
            <pc:docMk/>
            <pc:sldMk cId="3279733034" sldId="368"/>
            <ac:spMk id="3" creationId="{1487506F-8A2C-C543-6336-B5B751C93691}"/>
          </ac:spMkLst>
        </pc:spChg>
        <pc:spChg chg="add del mod">
          <ac:chgData name="Shubhendu Kumar Singh" userId="461b01912b5747a3" providerId="LiveId" clId="{123257E2-2039-4D81-A3D1-C3DE1B36AB83}" dt="2024-08-28T23:53:23.257" v="386" actId="478"/>
          <ac:spMkLst>
            <pc:docMk/>
            <pc:sldMk cId="3279733034" sldId="368"/>
            <ac:spMk id="8" creationId="{8BFBE6A0-6F09-4CBE-2AD7-ED9837DFB076}"/>
          </ac:spMkLst>
        </pc:spChg>
        <pc:spChg chg="add mod">
          <ac:chgData name="Shubhendu Kumar Singh" userId="461b01912b5747a3" providerId="LiveId" clId="{123257E2-2039-4D81-A3D1-C3DE1B36AB83}" dt="2024-08-29T00:28:58.380" v="633" actId="20577"/>
          <ac:spMkLst>
            <pc:docMk/>
            <pc:sldMk cId="3279733034" sldId="368"/>
            <ac:spMk id="10" creationId="{6F3E99E0-DFFE-9A4E-FA88-33FB4552B440}"/>
          </ac:spMkLst>
        </pc:spChg>
        <pc:spChg chg="add mod">
          <ac:chgData name="Shubhendu Kumar Singh" userId="461b01912b5747a3" providerId="LiveId" clId="{123257E2-2039-4D81-A3D1-C3DE1B36AB83}" dt="2024-08-29T00:28:24.878" v="603" actId="20577"/>
          <ac:spMkLst>
            <pc:docMk/>
            <pc:sldMk cId="3279733034" sldId="368"/>
            <ac:spMk id="11" creationId="{CEF076AF-84B2-47B5-C2D1-4671DF13D30B}"/>
          </ac:spMkLst>
        </pc:spChg>
        <pc:picChg chg="add del mod">
          <ac:chgData name="Shubhendu Kumar Singh" userId="461b01912b5747a3" providerId="LiveId" clId="{123257E2-2039-4D81-A3D1-C3DE1B36AB83}" dt="2024-08-29T00:26:09.510" v="556" actId="478"/>
          <ac:picMkLst>
            <pc:docMk/>
            <pc:sldMk cId="3279733034" sldId="368"/>
            <ac:picMk id="5" creationId="{CE29ED5B-2E6F-2F4C-02EA-FA8E1873473E}"/>
          </ac:picMkLst>
        </pc:picChg>
        <pc:picChg chg="add del mod">
          <ac:chgData name="Shubhendu Kumar Singh" userId="461b01912b5747a3" providerId="LiveId" clId="{123257E2-2039-4D81-A3D1-C3DE1B36AB83}" dt="2024-08-29T00:26:58.043" v="562" actId="478"/>
          <ac:picMkLst>
            <pc:docMk/>
            <pc:sldMk cId="3279733034" sldId="368"/>
            <ac:picMk id="7" creationId="{FA560103-5B75-7EC3-E398-2CC91296A4B8}"/>
          </ac:picMkLst>
        </pc:picChg>
        <pc:picChg chg="add mod">
          <ac:chgData name="Shubhendu Kumar Singh" userId="461b01912b5747a3" providerId="LiveId" clId="{123257E2-2039-4D81-A3D1-C3DE1B36AB83}" dt="2024-08-29T00:26:42.471" v="561" actId="1076"/>
          <ac:picMkLst>
            <pc:docMk/>
            <pc:sldMk cId="3279733034" sldId="368"/>
            <ac:picMk id="12" creationId="{0ED3836D-2A5B-720D-1AE0-A0472FAD6B06}"/>
          </ac:picMkLst>
        </pc:picChg>
        <pc:picChg chg="add mod">
          <ac:chgData name="Shubhendu Kumar Singh" userId="461b01912b5747a3" providerId="LiveId" clId="{123257E2-2039-4D81-A3D1-C3DE1B36AB83}" dt="2024-08-29T00:27:33.697" v="570" actId="1076"/>
          <ac:picMkLst>
            <pc:docMk/>
            <pc:sldMk cId="3279733034" sldId="368"/>
            <ac:picMk id="13" creationId="{1723F26D-0AF1-6F63-9865-70EB6FC240DD}"/>
          </ac:picMkLst>
        </pc:picChg>
      </pc:sldChg>
      <pc:sldChg chg="del">
        <pc:chgData name="Shubhendu Kumar Singh" userId="461b01912b5747a3" providerId="LiveId" clId="{123257E2-2039-4D81-A3D1-C3DE1B36AB83}" dt="2024-08-28T23:39:36.703" v="163" actId="47"/>
        <pc:sldMkLst>
          <pc:docMk/>
          <pc:sldMk cId="1564619544" sldId="369"/>
        </pc:sldMkLst>
      </pc:sldChg>
      <pc:sldChg chg="del">
        <pc:chgData name="Shubhendu Kumar Singh" userId="461b01912b5747a3" providerId="LiveId" clId="{123257E2-2039-4D81-A3D1-C3DE1B36AB83}" dt="2024-08-28T23:54:01.450" v="392" actId="47"/>
        <pc:sldMkLst>
          <pc:docMk/>
          <pc:sldMk cId="1445921718" sldId="370"/>
        </pc:sldMkLst>
      </pc:sldChg>
      <pc:sldChg chg="del">
        <pc:chgData name="Shubhendu Kumar Singh" userId="461b01912b5747a3" providerId="LiveId" clId="{123257E2-2039-4D81-A3D1-C3DE1B36AB83}" dt="2024-08-28T23:53:52.851" v="389" actId="47"/>
        <pc:sldMkLst>
          <pc:docMk/>
          <pc:sldMk cId="1802953925" sldId="371"/>
        </pc:sldMkLst>
      </pc:sldChg>
      <pc:sldChg chg="del">
        <pc:chgData name="Shubhendu Kumar Singh" userId="461b01912b5747a3" providerId="LiveId" clId="{123257E2-2039-4D81-A3D1-C3DE1B36AB83}" dt="2024-08-28T23:53:55.620" v="390" actId="47"/>
        <pc:sldMkLst>
          <pc:docMk/>
          <pc:sldMk cId="2312620977" sldId="372"/>
        </pc:sldMkLst>
      </pc:sldChg>
      <pc:sldChg chg="addSp modSp add del mod">
        <pc:chgData name="Shubhendu Kumar Singh" userId="461b01912b5747a3" providerId="LiveId" clId="{123257E2-2039-4D81-A3D1-C3DE1B36AB83}" dt="2024-08-29T00:32:15.084" v="645" actId="47"/>
        <pc:sldMkLst>
          <pc:docMk/>
          <pc:sldMk cId="947292153" sldId="373"/>
        </pc:sldMkLst>
        <pc:spChg chg="mod">
          <ac:chgData name="Shubhendu Kumar Singh" userId="461b01912b5747a3" providerId="LiveId" clId="{123257E2-2039-4D81-A3D1-C3DE1B36AB83}" dt="2024-08-28T23:39:53.069" v="183" actId="20577"/>
          <ac:spMkLst>
            <pc:docMk/>
            <pc:sldMk cId="947292153" sldId="373"/>
            <ac:spMk id="2" creationId="{37982B7A-96D7-B34E-A658-8B9A0101A71C}"/>
          </ac:spMkLst>
        </pc:spChg>
        <pc:spChg chg="add mod">
          <ac:chgData name="Shubhendu Kumar Singh" userId="461b01912b5747a3" providerId="LiveId" clId="{123257E2-2039-4D81-A3D1-C3DE1B36AB83}" dt="2024-08-28T23:53:41.931" v="388"/>
          <ac:spMkLst>
            <pc:docMk/>
            <pc:sldMk cId="947292153" sldId="373"/>
            <ac:spMk id="3" creationId="{1E8CA34D-E802-A18A-A695-A9DD50336F01}"/>
          </ac:spMkLst>
        </pc:spChg>
        <pc:spChg chg="add mod">
          <ac:chgData name="Shubhendu Kumar Singh" userId="461b01912b5747a3" providerId="LiveId" clId="{123257E2-2039-4D81-A3D1-C3DE1B36AB83}" dt="2024-08-28T23:53:41.931" v="388"/>
          <ac:spMkLst>
            <pc:docMk/>
            <pc:sldMk cId="947292153" sldId="373"/>
            <ac:spMk id="4" creationId="{B69D51DD-E5E0-0C28-7A40-23687DB12687}"/>
          </ac:spMkLst>
        </pc:spChg>
      </pc:sldChg>
      <pc:sldChg chg="addSp delSp modSp add mod">
        <pc:chgData name="Shubhendu Kumar Singh" userId="461b01912b5747a3" providerId="LiveId" clId="{123257E2-2039-4D81-A3D1-C3DE1B36AB83}" dt="2024-08-29T03:11:01.333" v="2092" actId="20577"/>
        <pc:sldMkLst>
          <pc:docMk/>
          <pc:sldMk cId="433855362" sldId="374"/>
        </pc:sldMkLst>
        <pc:spChg chg="mod">
          <ac:chgData name="Shubhendu Kumar Singh" userId="461b01912b5747a3" providerId="LiveId" clId="{123257E2-2039-4D81-A3D1-C3DE1B36AB83}" dt="2024-08-29T01:46:41.099" v="1812" actId="20577"/>
          <ac:spMkLst>
            <pc:docMk/>
            <pc:sldMk cId="433855362" sldId="374"/>
            <ac:spMk id="2" creationId="{37982B7A-96D7-B34E-A658-8B9A0101A71C}"/>
          </ac:spMkLst>
        </pc:spChg>
        <pc:spChg chg="add del mod">
          <ac:chgData name="Shubhendu Kumar Singh" userId="461b01912b5747a3" providerId="LiveId" clId="{123257E2-2039-4D81-A3D1-C3DE1B36AB83}" dt="2024-08-28T23:44:57.941" v="226" actId="478"/>
          <ac:spMkLst>
            <pc:docMk/>
            <pc:sldMk cId="433855362" sldId="374"/>
            <ac:spMk id="8" creationId="{0523620F-2F58-2947-13CD-C51298091DEE}"/>
          </ac:spMkLst>
        </pc:spChg>
        <pc:spChg chg="add mod">
          <ac:chgData name="Shubhendu Kumar Singh" userId="461b01912b5747a3" providerId="LiveId" clId="{123257E2-2039-4D81-A3D1-C3DE1B36AB83}" dt="2024-08-29T03:09:57.921" v="2039" actId="14100"/>
          <ac:spMkLst>
            <pc:docMk/>
            <pc:sldMk cId="433855362" sldId="374"/>
            <ac:spMk id="10" creationId="{6277AB85-5785-BE76-0B88-2D2D5EBB08FB}"/>
          </ac:spMkLst>
        </pc:spChg>
        <pc:spChg chg="add mod">
          <ac:chgData name="Shubhendu Kumar Singh" userId="461b01912b5747a3" providerId="LiveId" clId="{123257E2-2039-4D81-A3D1-C3DE1B36AB83}" dt="2024-08-29T03:11:01.333" v="2092" actId="20577"/>
          <ac:spMkLst>
            <pc:docMk/>
            <pc:sldMk cId="433855362" sldId="374"/>
            <ac:spMk id="11" creationId="{CCBBCE40-1B85-8519-0B4B-D5170B457515}"/>
          </ac:spMkLst>
        </pc:spChg>
        <pc:picChg chg="add del mod">
          <ac:chgData name="Shubhendu Kumar Singh" userId="461b01912b5747a3" providerId="LiveId" clId="{123257E2-2039-4D81-A3D1-C3DE1B36AB83}" dt="2024-08-29T03:08:01.290" v="1991" actId="478"/>
          <ac:picMkLst>
            <pc:docMk/>
            <pc:sldMk cId="433855362" sldId="374"/>
            <ac:picMk id="3" creationId="{AFC39C98-32E9-2CDB-C6F1-377E0E7434DE}"/>
          </ac:picMkLst>
        </pc:picChg>
        <pc:picChg chg="add del mod">
          <ac:chgData name="Shubhendu Kumar Singh" userId="461b01912b5747a3" providerId="LiveId" clId="{123257E2-2039-4D81-A3D1-C3DE1B36AB83}" dt="2024-08-29T03:07:26.735" v="1982" actId="478"/>
          <ac:picMkLst>
            <pc:docMk/>
            <pc:sldMk cId="433855362" sldId="374"/>
            <ac:picMk id="4" creationId="{39F6FD9B-BD36-7129-EF56-EDD4C551662C}"/>
          </ac:picMkLst>
        </pc:picChg>
        <pc:picChg chg="add mod">
          <ac:chgData name="Shubhendu Kumar Singh" userId="461b01912b5747a3" providerId="LiveId" clId="{123257E2-2039-4D81-A3D1-C3DE1B36AB83}" dt="2024-08-29T03:07:59.611" v="1990" actId="14100"/>
          <ac:picMkLst>
            <pc:docMk/>
            <pc:sldMk cId="433855362" sldId="374"/>
            <ac:picMk id="5" creationId="{0C129536-65FC-2701-870F-4807D2EDA6A2}"/>
          </ac:picMkLst>
        </pc:picChg>
        <pc:picChg chg="del">
          <ac:chgData name="Shubhendu Kumar Singh" userId="461b01912b5747a3" providerId="LiveId" clId="{123257E2-2039-4D81-A3D1-C3DE1B36AB83}" dt="2024-08-28T23:43:28.407" v="216" actId="478"/>
          <ac:picMkLst>
            <pc:docMk/>
            <pc:sldMk cId="433855362" sldId="374"/>
            <ac:picMk id="5" creationId="{CE29ED5B-2E6F-2F4C-02EA-FA8E1873473E}"/>
          </ac:picMkLst>
        </pc:picChg>
        <pc:picChg chg="add mod">
          <ac:chgData name="Shubhendu Kumar Singh" userId="461b01912b5747a3" providerId="LiveId" clId="{123257E2-2039-4D81-A3D1-C3DE1B36AB83}" dt="2024-08-29T03:08:35.281" v="1998" actId="1076"/>
          <ac:picMkLst>
            <pc:docMk/>
            <pc:sldMk cId="433855362" sldId="374"/>
            <ac:picMk id="6" creationId="{182AFB4C-6A7F-A37D-14C2-3BB1D78AF19A}"/>
          </ac:picMkLst>
        </pc:picChg>
        <pc:picChg chg="del">
          <ac:chgData name="Shubhendu Kumar Singh" userId="461b01912b5747a3" providerId="LiveId" clId="{123257E2-2039-4D81-A3D1-C3DE1B36AB83}" dt="2024-08-28T23:42:29.410" v="209" actId="478"/>
          <ac:picMkLst>
            <pc:docMk/>
            <pc:sldMk cId="433855362" sldId="374"/>
            <ac:picMk id="7" creationId="{FA560103-5B75-7EC3-E398-2CC91296A4B8}"/>
          </ac:picMkLst>
        </pc:picChg>
      </pc:sldChg>
      <pc:sldChg chg="add del">
        <pc:chgData name="Shubhendu Kumar Singh" userId="461b01912b5747a3" providerId="LiveId" clId="{123257E2-2039-4D81-A3D1-C3DE1B36AB83}" dt="2024-08-29T00:32:15.084" v="645" actId="47"/>
        <pc:sldMkLst>
          <pc:docMk/>
          <pc:sldMk cId="3142725808" sldId="375"/>
        </pc:sldMkLst>
      </pc:sldChg>
      <pc:sldChg chg="addSp delSp modSp add mod">
        <pc:chgData name="Shubhendu Kumar Singh" userId="461b01912b5747a3" providerId="LiveId" clId="{123257E2-2039-4D81-A3D1-C3DE1B36AB83}" dt="2024-09-05T01:30:12.680" v="2949" actId="20577"/>
        <pc:sldMkLst>
          <pc:docMk/>
          <pc:sldMk cId="1754630173" sldId="376"/>
        </pc:sldMkLst>
        <pc:spChg chg="mod">
          <ac:chgData name="Shubhendu Kumar Singh" userId="461b01912b5747a3" providerId="LiveId" clId="{123257E2-2039-4D81-A3D1-C3DE1B36AB83}" dt="2024-08-29T00:20:28.871" v="552" actId="1076"/>
          <ac:spMkLst>
            <pc:docMk/>
            <pc:sldMk cId="1754630173" sldId="376"/>
            <ac:spMk id="2" creationId="{37982B7A-96D7-B34E-A658-8B9A0101A71C}"/>
          </ac:spMkLst>
        </pc:spChg>
        <pc:spChg chg="mod">
          <ac:chgData name="Shubhendu Kumar Singh" userId="461b01912b5747a3" providerId="LiveId" clId="{123257E2-2039-4D81-A3D1-C3DE1B36AB83}" dt="2024-08-29T00:49:15.371" v="706" actId="20577"/>
          <ac:spMkLst>
            <pc:docMk/>
            <pc:sldMk cId="1754630173" sldId="376"/>
            <ac:spMk id="3" creationId="{1E8CA34D-E802-A18A-A695-A9DD50336F01}"/>
          </ac:spMkLst>
        </pc:spChg>
        <pc:spChg chg="del">
          <ac:chgData name="Shubhendu Kumar Singh" userId="461b01912b5747a3" providerId="LiveId" clId="{123257E2-2039-4D81-A3D1-C3DE1B36AB83}" dt="2024-08-29T00:50:32.630" v="707" actId="478"/>
          <ac:spMkLst>
            <pc:docMk/>
            <pc:sldMk cId="1754630173" sldId="376"/>
            <ac:spMk id="4" creationId="{B69D51DD-E5E0-0C28-7A40-23687DB12687}"/>
          </ac:spMkLst>
        </pc:spChg>
        <pc:spChg chg="add mod">
          <ac:chgData name="Shubhendu Kumar Singh" userId="461b01912b5747a3" providerId="LiveId" clId="{123257E2-2039-4D81-A3D1-C3DE1B36AB83}" dt="2024-09-05T01:30:12.680" v="2949" actId="20577"/>
          <ac:spMkLst>
            <pc:docMk/>
            <pc:sldMk cId="1754630173" sldId="376"/>
            <ac:spMk id="10" creationId="{41A2E0DE-B7B7-9594-8B04-D29FA37A71AA}"/>
          </ac:spMkLst>
        </pc:spChg>
        <pc:picChg chg="del">
          <ac:chgData name="Shubhendu Kumar Singh" userId="461b01912b5747a3" providerId="LiveId" clId="{123257E2-2039-4D81-A3D1-C3DE1B36AB83}" dt="2024-08-29T00:13:47.868" v="451" actId="478"/>
          <ac:picMkLst>
            <pc:docMk/>
            <pc:sldMk cId="1754630173" sldId="376"/>
            <ac:picMk id="5" creationId="{CE29ED5B-2E6F-2F4C-02EA-FA8E1873473E}"/>
          </ac:picMkLst>
        </pc:picChg>
        <pc:picChg chg="add mod">
          <ac:chgData name="Shubhendu Kumar Singh" userId="461b01912b5747a3" providerId="LiveId" clId="{123257E2-2039-4D81-A3D1-C3DE1B36AB83}" dt="2024-08-29T00:14:30.387" v="458" actId="14100"/>
          <ac:picMkLst>
            <pc:docMk/>
            <pc:sldMk cId="1754630173" sldId="376"/>
            <ac:picMk id="6" creationId="{FF1491E7-50F4-F00B-C16C-C57ECA881E04}"/>
          </ac:picMkLst>
        </pc:picChg>
        <pc:picChg chg="del">
          <ac:chgData name="Shubhendu Kumar Singh" userId="461b01912b5747a3" providerId="LiveId" clId="{123257E2-2039-4D81-A3D1-C3DE1B36AB83}" dt="2024-08-29T00:14:35.464" v="459" actId="478"/>
          <ac:picMkLst>
            <pc:docMk/>
            <pc:sldMk cId="1754630173" sldId="376"/>
            <ac:picMk id="7" creationId="{FA560103-5B75-7EC3-E398-2CC91296A4B8}"/>
          </ac:picMkLst>
        </pc:picChg>
        <pc:picChg chg="add mod">
          <ac:chgData name="Shubhendu Kumar Singh" userId="461b01912b5747a3" providerId="LiveId" clId="{123257E2-2039-4D81-A3D1-C3DE1B36AB83}" dt="2024-08-29T00:15:12.924" v="467" actId="14100"/>
          <ac:picMkLst>
            <pc:docMk/>
            <pc:sldMk cId="1754630173" sldId="376"/>
            <ac:picMk id="8" creationId="{C72837DE-D2B1-6A3C-0BA3-1A25557829F5}"/>
          </ac:picMkLst>
        </pc:picChg>
      </pc:sldChg>
      <pc:sldChg chg="addSp delSp modSp add mod">
        <pc:chgData name="Shubhendu Kumar Singh" userId="461b01912b5747a3" providerId="LiveId" clId="{123257E2-2039-4D81-A3D1-C3DE1B36AB83}" dt="2024-08-29T00:48:51.912" v="703" actId="478"/>
        <pc:sldMkLst>
          <pc:docMk/>
          <pc:sldMk cId="1088277697" sldId="377"/>
        </pc:sldMkLst>
        <pc:spChg chg="del">
          <ac:chgData name="Shubhendu Kumar Singh" userId="461b01912b5747a3" providerId="LiveId" clId="{123257E2-2039-4D81-A3D1-C3DE1B36AB83}" dt="2024-08-29T00:20:55.916" v="553" actId="478"/>
          <ac:spMkLst>
            <pc:docMk/>
            <pc:sldMk cId="1088277697" sldId="377"/>
            <ac:spMk id="2" creationId="{37982B7A-96D7-B34E-A658-8B9A0101A71C}"/>
          </ac:spMkLst>
        </pc:spChg>
        <pc:spChg chg="del">
          <ac:chgData name="Shubhendu Kumar Singh" userId="461b01912b5747a3" providerId="LiveId" clId="{123257E2-2039-4D81-A3D1-C3DE1B36AB83}" dt="2024-08-29T00:48:51.912" v="703" actId="478"/>
          <ac:spMkLst>
            <pc:docMk/>
            <pc:sldMk cId="1088277697" sldId="377"/>
            <ac:spMk id="3" creationId="{1E8CA34D-E802-A18A-A695-A9DD50336F01}"/>
          </ac:spMkLst>
        </pc:spChg>
        <pc:spChg chg="del">
          <ac:chgData name="Shubhendu Kumar Singh" userId="461b01912b5747a3" providerId="LiveId" clId="{123257E2-2039-4D81-A3D1-C3DE1B36AB83}" dt="2024-08-29T00:48:43.835" v="702" actId="478"/>
          <ac:spMkLst>
            <pc:docMk/>
            <pc:sldMk cId="1088277697" sldId="377"/>
            <ac:spMk id="4" creationId="{B69D51DD-E5E0-0C28-7A40-23687DB12687}"/>
          </ac:spMkLst>
        </pc:spChg>
        <pc:spChg chg="add del mod">
          <ac:chgData name="Shubhendu Kumar Singh" userId="461b01912b5747a3" providerId="LiveId" clId="{123257E2-2039-4D81-A3D1-C3DE1B36AB83}" dt="2024-08-29T00:21:00.605" v="554" actId="478"/>
          <ac:spMkLst>
            <pc:docMk/>
            <pc:sldMk cId="1088277697" sldId="377"/>
            <ac:spMk id="10" creationId="{CCB4364A-F70B-C9A7-2B3F-6A9DE889AEDB}"/>
          </ac:spMkLst>
        </pc:spChg>
        <pc:spChg chg="add mod">
          <ac:chgData name="Shubhendu Kumar Singh" userId="461b01912b5747a3" providerId="LiveId" clId="{123257E2-2039-4D81-A3D1-C3DE1B36AB83}" dt="2024-08-29T00:21:06.337" v="555"/>
          <ac:spMkLst>
            <pc:docMk/>
            <pc:sldMk cId="1088277697" sldId="377"/>
            <ac:spMk id="11" creationId="{E05B23F2-E69A-4F63-D52B-2846B658F7A9}"/>
          </ac:spMkLst>
        </pc:spChg>
        <pc:picChg chg="add del mod">
          <ac:chgData name="Shubhendu Kumar Singh" userId="461b01912b5747a3" providerId="LiveId" clId="{123257E2-2039-4D81-A3D1-C3DE1B36AB83}" dt="2024-08-29T00:45:11.757" v="673" actId="478"/>
          <ac:picMkLst>
            <pc:docMk/>
            <pc:sldMk cId="1088277697" sldId="377"/>
            <ac:picMk id="5" creationId="{F21AE527-4602-3B5B-844A-D551BF0A7CE4}"/>
          </ac:picMkLst>
        </pc:picChg>
        <pc:picChg chg="del">
          <ac:chgData name="Shubhendu Kumar Singh" userId="461b01912b5747a3" providerId="LiveId" clId="{123257E2-2039-4D81-A3D1-C3DE1B36AB83}" dt="2024-08-29T00:15:56.768" v="469" actId="478"/>
          <ac:picMkLst>
            <pc:docMk/>
            <pc:sldMk cId="1088277697" sldId="377"/>
            <ac:picMk id="6" creationId="{FF1491E7-50F4-F00B-C16C-C57ECA881E04}"/>
          </ac:picMkLst>
        </pc:picChg>
        <pc:picChg chg="add mod">
          <ac:chgData name="Shubhendu Kumar Singh" userId="461b01912b5747a3" providerId="LiveId" clId="{123257E2-2039-4D81-A3D1-C3DE1B36AB83}" dt="2024-08-29T00:45:57.168" v="679" actId="14100"/>
          <ac:picMkLst>
            <pc:docMk/>
            <pc:sldMk cId="1088277697" sldId="377"/>
            <ac:picMk id="12" creationId="{7E435392-1467-491A-4F5E-2554CDD22BCF}"/>
          </ac:picMkLst>
        </pc:picChg>
      </pc:sldChg>
      <pc:sldChg chg="addSp delSp modSp add del mod">
        <pc:chgData name="Shubhendu Kumar Singh" userId="461b01912b5747a3" providerId="LiveId" clId="{123257E2-2039-4D81-A3D1-C3DE1B36AB83}" dt="2024-08-29T03:08:40.581" v="2000" actId="47"/>
        <pc:sldMkLst>
          <pc:docMk/>
          <pc:sldMk cId="501077712" sldId="378"/>
        </pc:sldMkLst>
        <pc:spChg chg="del">
          <ac:chgData name="Shubhendu Kumar Singh" userId="461b01912b5747a3" providerId="LiveId" clId="{123257E2-2039-4D81-A3D1-C3DE1B36AB83}" dt="2024-08-29T00:18:35.397" v="492" actId="478"/>
          <ac:spMkLst>
            <pc:docMk/>
            <pc:sldMk cId="501077712" sldId="378"/>
            <ac:spMk id="10" creationId="{6277AB85-5785-BE76-0B88-2D2D5EBB08FB}"/>
          </ac:spMkLst>
        </pc:spChg>
        <pc:spChg chg="del">
          <ac:chgData name="Shubhendu Kumar Singh" userId="461b01912b5747a3" providerId="LiveId" clId="{123257E2-2039-4D81-A3D1-C3DE1B36AB83}" dt="2024-08-29T00:18:38.015" v="493" actId="478"/>
          <ac:spMkLst>
            <pc:docMk/>
            <pc:sldMk cId="501077712" sldId="378"/>
            <ac:spMk id="11" creationId="{CCBBCE40-1B85-8519-0B4B-D5170B457515}"/>
          </ac:spMkLst>
        </pc:spChg>
        <pc:picChg chg="del">
          <ac:chgData name="Shubhendu Kumar Singh" userId="461b01912b5747a3" providerId="LiveId" clId="{123257E2-2039-4D81-A3D1-C3DE1B36AB83}" dt="2024-08-29T00:17:54.484" v="482" actId="478"/>
          <ac:picMkLst>
            <pc:docMk/>
            <pc:sldMk cId="501077712" sldId="378"/>
            <ac:picMk id="4" creationId="{39F6FD9B-BD36-7129-EF56-EDD4C551662C}"/>
          </ac:picMkLst>
        </pc:picChg>
        <pc:picChg chg="add mod">
          <ac:chgData name="Shubhendu Kumar Singh" userId="461b01912b5747a3" providerId="LiveId" clId="{123257E2-2039-4D81-A3D1-C3DE1B36AB83}" dt="2024-08-29T00:18:23.396" v="491" actId="14100"/>
          <ac:picMkLst>
            <pc:docMk/>
            <pc:sldMk cId="501077712" sldId="378"/>
            <ac:picMk id="5" creationId="{005C7DAE-575A-26FC-FF47-E49AA68B77AA}"/>
          </ac:picMkLst>
        </pc:picChg>
      </pc:sldChg>
      <pc:sldChg chg="add del">
        <pc:chgData name="Shubhendu Kumar Singh" userId="461b01912b5747a3" providerId="LiveId" clId="{123257E2-2039-4D81-A3D1-C3DE1B36AB83}" dt="2024-08-29T00:29:04.831" v="634" actId="47"/>
        <pc:sldMkLst>
          <pc:docMk/>
          <pc:sldMk cId="2324294324" sldId="379"/>
        </pc:sldMkLst>
      </pc:sldChg>
      <pc:sldChg chg="addSp delSp modSp add mod">
        <pc:chgData name="Shubhendu Kumar Singh" userId="461b01912b5747a3" providerId="LiveId" clId="{123257E2-2039-4D81-A3D1-C3DE1B36AB83}" dt="2024-08-29T00:29:52.529" v="644" actId="1076"/>
        <pc:sldMkLst>
          <pc:docMk/>
          <pc:sldMk cId="3553818468" sldId="379"/>
        </pc:sldMkLst>
        <pc:spChg chg="del">
          <ac:chgData name="Shubhendu Kumar Singh" userId="461b01912b5747a3" providerId="LiveId" clId="{123257E2-2039-4D81-A3D1-C3DE1B36AB83}" dt="2024-08-29T00:29:19.848" v="639" actId="478"/>
          <ac:spMkLst>
            <pc:docMk/>
            <pc:sldMk cId="3553818468" sldId="379"/>
            <ac:spMk id="10" creationId="{6F3E99E0-DFFE-9A4E-FA88-33FB4552B440}"/>
          </ac:spMkLst>
        </pc:spChg>
        <pc:spChg chg="del mod">
          <ac:chgData name="Shubhendu Kumar Singh" userId="461b01912b5747a3" providerId="LiveId" clId="{123257E2-2039-4D81-A3D1-C3DE1B36AB83}" dt="2024-08-29T00:29:17.063" v="638" actId="478"/>
          <ac:spMkLst>
            <pc:docMk/>
            <pc:sldMk cId="3553818468" sldId="379"/>
            <ac:spMk id="11" creationId="{CEF076AF-84B2-47B5-C2D1-4671DF13D30B}"/>
          </ac:spMkLst>
        </pc:spChg>
        <pc:picChg chg="add mod">
          <ac:chgData name="Shubhendu Kumar Singh" userId="461b01912b5747a3" providerId="LiveId" clId="{123257E2-2039-4D81-A3D1-C3DE1B36AB83}" dt="2024-08-29T00:29:52.529" v="644" actId="1076"/>
          <ac:picMkLst>
            <pc:docMk/>
            <pc:sldMk cId="3553818468" sldId="379"/>
            <ac:picMk id="3" creationId="{4C27DBE9-63E9-0E27-8BEF-FC51F2FD4FC6}"/>
          </ac:picMkLst>
        </pc:picChg>
        <pc:picChg chg="del">
          <ac:chgData name="Shubhendu Kumar Singh" userId="461b01912b5747a3" providerId="LiveId" clId="{123257E2-2039-4D81-A3D1-C3DE1B36AB83}" dt="2024-08-29T00:29:12.131" v="636" actId="478"/>
          <ac:picMkLst>
            <pc:docMk/>
            <pc:sldMk cId="3553818468" sldId="379"/>
            <ac:picMk id="12" creationId="{0ED3836D-2A5B-720D-1AE0-A0472FAD6B06}"/>
          </ac:picMkLst>
        </pc:picChg>
      </pc:sldChg>
      <pc:sldChg chg="addSp delSp modSp add mod ord modAnim modNotesTx">
        <pc:chgData name="Shubhendu Kumar Singh" userId="461b01912b5747a3" providerId="LiveId" clId="{123257E2-2039-4D81-A3D1-C3DE1B36AB83}" dt="2024-09-05T04:12:02.755" v="3381" actId="20577"/>
        <pc:sldMkLst>
          <pc:docMk/>
          <pc:sldMk cId="570631743" sldId="380"/>
        </pc:sldMkLst>
        <pc:spChg chg="mod">
          <ac:chgData name="Shubhendu Kumar Singh" userId="461b01912b5747a3" providerId="LiveId" clId="{123257E2-2039-4D81-A3D1-C3DE1B36AB83}" dt="2024-08-29T00:54:53.562" v="746" actId="20577"/>
          <ac:spMkLst>
            <pc:docMk/>
            <pc:sldMk cId="570631743" sldId="380"/>
            <ac:spMk id="2" creationId="{37982B7A-96D7-B34E-A658-8B9A0101A71C}"/>
          </ac:spMkLst>
        </pc:spChg>
        <pc:spChg chg="add del mod">
          <ac:chgData name="Shubhendu Kumar Singh" userId="461b01912b5747a3" providerId="LiveId" clId="{123257E2-2039-4D81-A3D1-C3DE1B36AB83}" dt="2024-09-04T06:15:01.346" v="2326"/>
          <ac:spMkLst>
            <pc:docMk/>
            <pc:sldMk cId="570631743" sldId="380"/>
            <ac:spMk id="3" creationId="{87A8AEB4-5080-C90C-A556-22762B707D14}"/>
          </ac:spMkLst>
        </pc:spChg>
        <pc:spChg chg="add mod">
          <ac:chgData name="Shubhendu Kumar Singh" userId="461b01912b5747a3" providerId="LiveId" clId="{123257E2-2039-4D81-A3D1-C3DE1B36AB83}" dt="2024-09-04T06:25:48.342" v="2827" actId="14100"/>
          <ac:spMkLst>
            <pc:docMk/>
            <pc:sldMk cId="570631743" sldId="380"/>
            <ac:spMk id="4" creationId="{328C5BB5-1B12-AB43-C0FA-8C4CCD8743E0}"/>
          </ac:spMkLst>
        </pc:spChg>
        <pc:spChg chg="add del mod">
          <ac:chgData name="Shubhendu Kumar Singh" userId="461b01912b5747a3" providerId="LiveId" clId="{123257E2-2039-4D81-A3D1-C3DE1B36AB83}" dt="2024-08-29T00:56:24.353" v="802" actId="478"/>
          <ac:spMkLst>
            <pc:docMk/>
            <pc:sldMk cId="570631743" sldId="380"/>
            <ac:spMk id="4" creationId="{E67AAADA-FCF8-2CDC-9C5E-3D6B30E8EE93}"/>
          </ac:spMkLst>
        </pc:spChg>
        <pc:spChg chg="add mod">
          <ac:chgData name="Shubhendu Kumar Singh" userId="461b01912b5747a3" providerId="LiveId" clId="{123257E2-2039-4D81-A3D1-C3DE1B36AB83}" dt="2024-09-04T06:25:27.769" v="2824" actId="1076"/>
          <ac:spMkLst>
            <pc:docMk/>
            <pc:sldMk cId="570631743" sldId="380"/>
            <ac:spMk id="5" creationId="{462FE504-ED64-29DA-22C5-CA335F74EFB4}"/>
          </ac:spMkLst>
        </pc:spChg>
        <pc:spChg chg="add mod">
          <ac:chgData name="Shubhendu Kumar Singh" userId="461b01912b5747a3" providerId="LiveId" clId="{123257E2-2039-4D81-A3D1-C3DE1B36AB83}" dt="2024-09-05T04:12:02.755" v="3381" actId="20577"/>
          <ac:spMkLst>
            <pc:docMk/>
            <pc:sldMk cId="570631743" sldId="380"/>
            <ac:spMk id="6" creationId="{E1213369-C061-360A-62C6-ED92D4595CCB}"/>
          </ac:spMkLst>
        </pc:spChg>
        <pc:picChg chg="del">
          <ac:chgData name="Shubhendu Kumar Singh" userId="461b01912b5747a3" providerId="LiveId" clId="{123257E2-2039-4D81-A3D1-C3DE1B36AB83}" dt="2024-08-29T00:54:44.481" v="732" actId="478"/>
          <ac:picMkLst>
            <pc:docMk/>
            <pc:sldMk cId="570631743" sldId="380"/>
            <ac:picMk id="3" creationId="{AFC39C98-32E9-2CDB-C6F1-377E0E7434DE}"/>
          </ac:picMkLst>
        </pc:picChg>
        <pc:picChg chg="del">
          <ac:chgData name="Shubhendu Kumar Singh" userId="461b01912b5747a3" providerId="LiveId" clId="{123257E2-2039-4D81-A3D1-C3DE1B36AB83}" dt="2024-08-29T00:54:44.481" v="732" actId="478"/>
          <ac:picMkLst>
            <pc:docMk/>
            <pc:sldMk cId="570631743" sldId="380"/>
            <ac:picMk id="5" creationId="{005C7DAE-575A-26FC-FF47-E49AA68B77AA}"/>
          </ac:picMkLst>
        </pc:picChg>
      </pc:sldChg>
      <pc:sldChg chg="modSp add mod">
        <pc:chgData name="Shubhendu Kumar Singh" userId="461b01912b5747a3" providerId="LiveId" clId="{123257E2-2039-4D81-A3D1-C3DE1B36AB83}" dt="2024-08-29T01:48:00.846" v="1981" actId="20577"/>
        <pc:sldMkLst>
          <pc:docMk/>
          <pc:sldMk cId="543165754" sldId="381"/>
        </pc:sldMkLst>
        <pc:spChg chg="mod">
          <ac:chgData name="Shubhendu Kumar Singh" userId="461b01912b5747a3" providerId="LiveId" clId="{123257E2-2039-4D81-A3D1-C3DE1B36AB83}" dt="2024-08-29T01:44:11.312" v="1510" actId="20577"/>
          <ac:spMkLst>
            <pc:docMk/>
            <pc:sldMk cId="543165754" sldId="381"/>
            <ac:spMk id="3" creationId="{1487506F-8A2C-C543-6336-B5B751C93691}"/>
          </ac:spMkLst>
        </pc:spChg>
        <pc:spChg chg="mod">
          <ac:chgData name="Shubhendu Kumar Singh" userId="461b01912b5747a3" providerId="LiveId" clId="{123257E2-2039-4D81-A3D1-C3DE1B36AB83}" dt="2024-08-29T01:48:00.846" v="1981" actId="20577"/>
          <ac:spMkLst>
            <pc:docMk/>
            <pc:sldMk cId="543165754" sldId="381"/>
            <ac:spMk id="4" creationId="{3743D6F4-E159-B626-338E-538D886DAE09}"/>
          </ac:spMkLst>
        </pc:spChg>
      </pc:sldChg>
      <pc:sldChg chg="addSp delSp modSp add mod">
        <pc:chgData name="Shubhendu Kumar Singh" userId="461b01912b5747a3" providerId="LiveId" clId="{123257E2-2039-4D81-A3D1-C3DE1B36AB83}" dt="2024-08-29T03:09:14.005" v="2007" actId="1076"/>
        <pc:sldMkLst>
          <pc:docMk/>
          <pc:sldMk cId="3145618349" sldId="382"/>
        </pc:sldMkLst>
        <pc:spChg chg="del">
          <ac:chgData name="Shubhendu Kumar Singh" userId="461b01912b5747a3" providerId="LiveId" clId="{123257E2-2039-4D81-A3D1-C3DE1B36AB83}" dt="2024-08-29T03:08:46.678" v="2001" actId="478"/>
          <ac:spMkLst>
            <pc:docMk/>
            <pc:sldMk cId="3145618349" sldId="382"/>
            <ac:spMk id="10" creationId="{6277AB85-5785-BE76-0B88-2D2D5EBB08FB}"/>
          </ac:spMkLst>
        </pc:spChg>
        <pc:spChg chg="del">
          <ac:chgData name="Shubhendu Kumar Singh" userId="461b01912b5747a3" providerId="LiveId" clId="{123257E2-2039-4D81-A3D1-C3DE1B36AB83}" dt="2024-08-29T03:08:46.678" v="2001" actId="478"/>
          <ac:spMkLst>
            <pc:docMk/>
            <pc:sldMk cId="3145618349" sldId="382"/>
            <ac:spMk id="11" creationId="{CCBBCE40-1B85-8519-0B4B-D5170B457515}"/>
          </ac:spMkLst>
        </pc:spChg>
        <pc:picChg chg="add mod">
          <ac:chgData name="Shubhendu Kumar Singh" userId="461b01912b5747a3" providerId="LiveId" clId="{123257E2-2039-4D81-A3D1-C3DE1B36AB83}" dt="2024-08-29T03:09:14.005" v="2007" actId="1076"/>
          <ac:picMkLst>
            <pc:docMk/>
            <pc:sldMk cId="3145618349" sldId="382"/>
            <ac:picMk id="3" creationId="{1BA1B79B-0B52-1E52-2AF4-569AB91EF93E}"/>
          </ac:picMkLst>
        </pc:picChg>
        <pc:picChg chg="del">
          <ac:chgData name="Shubhendu Kumar Singh" userId="461b01912b5747a3" providerId="LiveId" clId="{123257E2-2039-4D81-A3D1-C3DE1B36AB83}" dt="2024-08-29T03:08:48.385" v="2002" actId="478"/>
          <ac:picMkLst>
            <pc:docMk/>
            <pc:sldMk cId="3145618349" sldId="382"/>
            <ac:picMk id="5" creationId="{0C129536-65FC-2701-870F-4807D2EDA6A2}"/>
          </ac:picMkLst>
        </pc:picChg>
      </pc:sldChg>
      <pc:sldChg chg="addSp delSp modSp add mod ord">
        <pc:chgData name="Shubhendu Kumar Singh" userId="461b01912b5747a3" providerId="LiveId" clId="{123257E2-2039-4D81-A3D1-C3DE1B36AB83}" dt="2024-09-04T06:28:24.151" v="2850" actId="20577"/>
        <pc:sldMkLst>
          <pc:docMk/>
          <pc:sldMk cId="1970997789" sldId="383"/>
        </pc:sldMkLst>
        <pc:spChg chg="mod">
          <ac:chgData name="Shubhendu Kumar Singh" userId="461b01912b5747a3" providerId="LiveId" clId="{123257E2-2039-4D81-A3D1-C3DE1B36AB83}" dt="2024-09-04T06:28:24.151" v="2850" actId="20577"/>
          <ac:spMkLst>
            <pc:docMk/>
            <pc:sldMk cId="1970997789" sldId="383"/>
            <ac:spMk id="2" creationId="{37982B7A-96D7-B34E-A658-8B9A0101A71C}"/>
          </ac:spMkLst>
        </pc:spChg>
        <pc:spChg chg="mod">
          <ac:chgData name="Shubhendu Kumar Singh" userId="461b01912b5747a3" providerId="LiveId" clId="{123257E2-2039-4D81-A3D1-C3DE1B36AB83}" dt="2024-09-04T06:10:50.727" v="2169" actId="20577"/>
          <ac:spMkLst>
            <pc:docMk/>
            <pc:sldMk cId="1970997789" sldId="383"/>
            <ac:spMk id="10" creationId="{6277AB85-5785-BE76-0B88-2D2D5EBB08FB}"/>
          </ac:spMkLst>
        </pc:spChg>
        <pc:spChg chg="mod">
          <ac:chgData name="Shubhendu Kumar Singh" userId="461b01912b5747a3" providerId="LiveId" clId="{123257E2-2039-4D81-A3D1-C3DE1B36AB83}" dt="2024-09-04T06:12:12.906" v="2219" actId="20577"/>
          <ac:spMkLst>
            <pc:docMk/>
            <pc:sldMk cId="1970997789" sldId="383"/>
            <ac:spMk id="11" creationId="{CCBBCE40-1B85-8519-0B4B-D5170B457515}"/>
          </ac:spMkLst>
        </pc:spChg>
        <pc:picChg chg="add mod">
          <ac:chgData name="Shubhendu Kumar Singh" userId="461b01912b5747a3" providerId="LiveId" clId="{123257E2-2039-4D81-A3D1-C3DE1B36AB83}" dt="2024-09-04T03:39:21.153" v="2109" actId="1076"/>
          <ac:picMkLst>
            <pc:docMk/>
            <pc:sldMk cId="1970997789" sldId="383"/>
            <ac:picMk id="3" creationId="{203E7908-5096-FA2B-0E47-7DBD4F4D8A5A}"/>
          </ac:picMkLst>
        </pc:picChg>
        <pc:picChg chg="add mod">
          <ac:chgData name="Shubhendu Kumar Singh" userId="461b01912b5747a3" providerId="LiveId" clId="{123257E2-2039-4D81-A3D1-C3DE1B36AB83}" dt="2024-09-04T03:40:20.332" v="2117" actId="1076"/>
          <ac:picMkLst>
            <pc:docMk/>
            <pc:sldMk cId="1970997789" sldId="383"/>
            <ac:picMk id="4" creationId="{85B294F3-A393-6F08-59E5-C54B56CF3053}"/>
          </ac:picMkLst>
        </pc:picChg>
        <pc:picChg chg="del">
          <ac:chgData name="Shubhendu Kumar Singh" userId="461b01912b5747a3" providerId="LiveId" clId="{123257E2-2039-4D81-A3D1-C3DE1B36AB83}" dt="2024-09-04T03:38:46.704" v="2102" actId="478"/>
          <ac:picMkLst>
            <pc:docMk/>
            <pc:sldMk cId="1970997789" sldId="383"/>
            <ac:picMk id="5" creationId="{0C129536-65FC-2701-870F-4807D2EDA6A2}"/>
          </ac:picMkLst>
        </pc:picChg>
        <pc:picChg chg="del">
          <ac:chgData name="Shubhendu Kumar Singh" userId="461b01912b5747a3" providerId="LiveId" clId="{123257E2-2039-4D81-A3D1-C3DE1B36AB83}" dt="2024-09-04T03:39:32.228" v="2110" actId="478"/>
          <ac:picMkLst>
            <pc:docMk/>
            <pc:sldMk cId="1970997789" sldId="383"/>
            <ac:picMk id="6" creationId="{182AFB4C-6A7F-A37D-14C2-3BB1D78AF19A}"/>
          </ac:picMkLst>
        </pc:picChg>
      </pc:sldChg>
      <pc:sldChg chg="addSp delSp modSp add mod">
        <pc:chgData name="Shubhendu Kumar Singh" userId="461b01912b5747a3" providerId="LiveId" clId="{123257E2-2039-4D81-A3D1-C3DE1B36AB83}" dt="2024-09-04T06:28:49.442" v="2853"/>
        <pc:sldMkLst>
          <pc:docMk/>
          <pc:sldMk cId="876155432" sldId="384"/>
        </pc:sldMkLst>
        <pc:spChg chg="del">
          <ac:chgData name="Shubhendu Kumar Singh" userId="461b01912b5747a3" providerId="LiveId" clId="{123257E2-2039-4D81-A3D1-C3DE1B36AB83}" dt="2024-09-04T06:28:30.567" v="2851" actId="478"/>
          <ac:spMkLst>
            <pc:docMk/>
            <pc:sldMk cId="876155432" sldId="384"/>
            <ac:spMk id="2" creationId="{37982B7A-96D7-B34E-A658-8B9A0101A71C}"/>
          </ac:spMkLst>
        </pc:spChg>
        <pc:spChg chg="add del mod">
          <ac:chgData name="Shubhendu Kumar Singh" userId="461b01912b5747a3" providerId="LiveId" clId="{123257E2-2039-4D81-A3D1-C3DE1B36AB83}" dt="2024-09-04T06:28:36.218" v="2852" actId="478"/>
          <ac:spMkLst>
            <pc:docMk/>
            <pc:sldMk cId="876155432" sldId="384"/>
            <ac:spMk id="7" creationId="{EAD675A5-996D-03E4-989A-6958508209DD}"/>
          </ac:spMkLst>
        </pc:spChg>
        <pc:spChg chg="add mod">
          <ac:chgData name="Shubhendu Kumar Singh" userId="461b01912b5747a3" providerId="LiveId" clId="{123257E2-2039-4D81-A3D1-C3DE1B36AB83}" dt="2024-09-04T06:28:49.442" v="2853"/>
          <ac:spMkLst>
            <pc:docMk/>
            <pc:sldMk cId="876155432" sldId="384"/>
            <ac:spMk id="8" creationId="{DD1220C3-7BD8-7F1D-561A-C424393AC867}"/>
          </ac:spMkLst>
        </pc:spChg>
        <pc:spChg chg="del">
          <ac:chgData name="Shubhendu Kumar Singh" userId="461b01912b5747a3" providerId="LiveId" clId="{123257E2-2039-4D81-A3D1-C3DE1B36AB83}" dt="2024-09-04T03:41:24.636" v="2129" actId="478"/>
          <ac:spMkLst>
            <pc:docMk/>
            <pc:sldMk cId="876155432" sldId="384"/>
            <ac:spMk id="10" creationId="{6277AB85-5785-BE76-0B88-2D2D5EBB08FB}"/>
          </ac:spMkLst>
        </pc:spChg>
        <pc:spChg chg="del">
          <ac:chgData name="Shubhendu Kumar Singh" userId="461b01912b5747a3" providerId="LiveId" clId="{123257E2-2039-4D81-A3D1-C3DE1B36AB83}" dt="2024-09-04T03:41:21.529" v="2128" actId="478"/>
          <ac:spMkLst>
            <pc:docMk/>
            <pc:sldMk cId="876155432" sldId="384"/>
            <ac:spMk id="11" creationId="{CCBBCE40-1B85-8519-0B4B-D5170B457515}"/>
          </ac:spMkLst>
        </pc:spChg>
        <pc:picChg chg="del">
          <ac:chgData name="Shubhendu Kumar Singh" userId="461b01912b5747a3" providerId="LiveId" clId="{123257E2-2039-4D81-A3D1-C3DE1B36AB83}" dt="2024-09-04T03:40:37.850" v="2120" actId="478"/>
          <ac:picMkLst>
            <pc:docMk/>
            <pc:sldMk cId="876155432" sldId="384"/>
            <ac:picMk id="3" creationId="{203E7908-5096-FA2B-0E47-7DBD4F4D8A5A}"/>
          </ac:picMkLst>
        </pc:picChg>
        <pc:picChg chg="add mod">
          <ac:chgData name="Shubhendu Kumar Singh" userId="461b01912b5747a3" providerId="LiveId" clId="{123257E2-2039-4D81-A3D1-C3DE1B36AB83}" dt="2024-09-04T03:41:13.598" v="2127" actId="1076"/>
          <ac:picMkLst>
            <pc:docMk/>
            <pc:sldMk cId="876155432" sldId="384"/>
            <ac:picMk id="5" creationId="{B0982A43-012D-47A3-DF02-EB534EFAD494}"/>
          </ac:picMkLst>
        </pc:picChg>
      </pc:sldChg>
      <pc:sldChg chg="add del ord">
        <pc:chgData name="Shubhendu Kumar Singh" userId="461b01912b5747a3" providerId="LiveId" clId="{123257E2-2039-4D81-A3D1-C3DE1B36AB83}" dt="2024-09-04T03:40:29.924" v="2118" actId="47"/>
        <pc:sldMkLst>
          <pc:docMk/>
          <pc:sldMk cId="4138892493" sldId="384"/>
        </pc:sldMkLst>
      </pc:sldChg>
      <pc:sldChg chg="delSp modSp add mod ord modNotesTx">
        <pc:chgData name="Shubhendu Kumar Singh" userId="461b01912b5747a3" providerId="LiveId" clId="{123257E2-2039-4D81-A3D1-C3DE1B36AB83}" dt="2024-09-04T20:27:38.248" v="2854" actId="6549"/>
        <pc:sldMkLst>
          <pc:docMk/>
          <pc:sldMk cId="3425223204" sldId="385"/>
        </pc:sldMkLst>
        <pc:spChg chg="del mod">
          <ac:chgData name="Shubhendu Kumar Singh" userId="461b01912b5747a3" providerId="LiveId" clId="{123257E2-2039-4D81-A3D1-C3DE1B36AB83}" dt="2024-09-04T06:17:19.851" v="2343" actId="478"/>
          <ac:spMkLst>
            <pc:docMk/>
            <pc:sldMk cId="3425223204" sldId="385"/>
            <ac:spMk id="3" creationId="{1487506F-8A2C-C543-6336-B5B751C93691}"/>
          </ac:spMkLst>
        </pc:spChg>
        <pc:spChg chg="mod">
          <ac:chgData name="Shubhendu Kumar Singh" userId="461b01912b5747a3" providerId="LiveId" clId="{123257E2-2039-4D81-A3D1-C3DE1B36AB83}" dt="2024-09-04T06:27:15.297" v="2835" actId="20577"/>
          <ac:spMkLst>
            <pc:docMk/>
            <pc:sldMk cId="3425223204" sldId="385"/>
            <ac:spMk id="4" creationId="{3743D6F4-E159-B626-338E-538D886DAE09}"/>
          </ac:spMkLst>
        </pc:spChg>
      </pc:sldChg>
      <pc:sldChg chg="addSp delSp modSp add mod ord">
        <pc:chgData name="Shubhendu Kumar Singh" userId="461b01912b5747a3" providerId="LiveId" clId="{123257E2-2039-4D81-A3D1-C3DE1B36AB83}" dt="2024-09-05T03:55:54.587" v="3101" actId="478"/>
        <pc:sldMkLst>
          <pc:docMk/>
          <pc:sldMk cId="711533023" sldId="386"/>
        </pc:sldMkLst>
        <pc:spChg chg="mod">
          <ac:chgData name="Shubhendu Kumar Singh" userId="461b01912b5747a3" providerId="LiveId" clId="{123257E2-2039-4D81-A3D1-C3DE1B36AB83}" dt="2024-09-05T00:00:16.553" v="2885" actId="20577"/>
          <ac:spMkLst>
            <pc:docMk/>
            <pc:sldMk cId="711533023" sldId="386"/>
            <ac:spMk id="2" creationId="{37982B7A-96D7-B34E-A658-8B9A0101A71C}"/>
          </ac:spMkLst>
        </pc:spChg>
        <pc:spChg chg="mod">
          <ac:chgData name="Shubhendu Kumar Singh" userId="461b01912b5747a3" providerId="LiveId" clId="{123257E2-2039-4D81-A3D1-C3DE1B36AB83}" dt="2024-09-05T01:29:26.817" v="2936" actId="20577"/>
          <ac:spMkLst>
            <pc:docMk/>
            <pc:sldMk cId="711533023" sldId="386"/>
            <ac:spMk id="10" creationId="{6277AB85-5785-BE76-0B88-2D2D5EBB08FB}"/>
          </ac:spMkLst>
        </pc:spChg>
        <pc:spChg chg="mod">
          <ac:chgData name="Shubhendu Kumar Singh" userId="461b01912b5747a3" providerId="LiveId" clId="{123257E2-2039-4D81-A3D1-C3DE1B36AB83}" dt="2024-09-05T01:31:43.754" v="3000" actId="20577"/>
          <ac:spMkLst>
            <pc:docMk/>
            <pc:sldMk cId="711533023" sldId="386"/>
            <ac:spMk id="11" creationId="{CCBBCE40-1B85-8519-0B4B-D5170B457515}"/>
          </ac:spMkLst>
        </pc:spChg>
        <pc:picChg chg="add mod">
          <ac:chgData name="Shubhendu Kumar Singh" userId="461b01912b5747a3" providerId="LiveId" clId="{123257E2-2039-4D81-A3D1-C3DE1B36AB83}" dt="2024-09-05T03:52:05.440" v="3063" actId="14100"/>
          <ac:picMkLst>
            <pc:docMk/>
            <pc:sldMk cId="711533023" sldId="386"/>
            <ac:picMk id="3" creationId="{1939C686-81DA-B6BF-B596-6C3F844F5201}"/>
          </ac:picMkLst>
        </pc:picChg>
        <pc:picChg chg="del">
          <ac:chgData name="Shubhendu Kumar Singh" userId="461b01912b5747a3" providerId="LiveId" clId="{123257E2-2039-4D81-A3D1-C3DE1B36AB83}" dt="2024-09-05T00:00:59.412" v="2886" actId="478"/>
          <ac:picMkLst>
            <pc:docMk/>
            <pc:sldMk cId="711533023" sldId="386"/>
            <ac:picMk id="3" creationId="{203E7908-5096-FA2B-0E47-7DBD4F4D8A5A}"/>
          </ac:picMkLst>
        </pc:picChg>
        <pc:picChg chg="del">
          <ac:chgData name="Shubhendu Kumar Singh" userId="461b01912b5747a3" providerId="LiveId" clId="{123257E2-2039-4D81-A3D1-C3DE1B36AB83}" dt="2024-09-05T00:02:13.887" v="2894" actId="478"/>
          <ac:picMkLst>
            <pc:docMk/>
            <pc:sldMk cId="711533023" sldId="386"/>
            <ac:picMk id="4" creationId="{85B294F3-A393-6F08-59E5-C54B56CF3053}"/>
          </ac:picMkLst>
        </pc:picChg>
        <pc:picChg chg="add mod">
          <ac:chgData name="Shubhendu Kumar Singh" userId="461b01912b5747a3" providerId="LiveId" clId="{123257E2-2039-4D81-A3D1-C3DE1B36AB83}" dt="2024-09-05T03:55:52.185" v="3100" actId="14100"/>
          <ac:picMkLst>
            <pc:docMk/>
            <pc:sldMk cId="711533023" sldId="386"/>
            <ac:picMk id="4" creationId="{A9010506-7884-BD4B-10E2-45DF842F6B3A}"/>
          </ac:picMkLst>
        </pc:picChg>
        <pc:picChg chg="add del mod">
          <ac:chgData name="Shubhendu Kumar Singh" userId="461b01912b5747a3" providerId="LiveId" clId="{123257E2-2039-4D81-A3D1-C3DE1B36AB83}" dt="2024-09-05T03:51:46.032" v="3059" actId="478"/>
          <ac:picMkLst>
            <pc:docMk/>
            <pc:sldMk cId="711533023" sldId="386"/>
            <ac:picMk id="5" creationId="{33F4BA87-270A-BEAE-76C5-C82360B4E144}"/>
          </ac:picMkLst>
        </pc:picChg>
        <pc:picChg chg="add del mod">
          <ac:chgData name="Shubhendu Kumar Singh" userId="461b01912b5747a3" providerId="LiveId" clId="{123257E2-2039-4D81-A3D1-C3DE1B36AB83}" dt="2024-09-05T03:55:54.587" v="3101" actId="478"/>
          <ac:picMkLst>
            <pc:docMk/>
            <pc:sldMk cId="711533023" sldId="386"/>
            <ac:picMk id="6" creationId="{0428EF84-5DD0-9223-1DD2-546BAB00751C}"/>
          </ac:picMkLst>
        </pc:picChg>
      </pc:sldChg>
      <pc:sldChg chg="addSp delSp modSp add del mod">
        <pc:chgData name="Shubhendu Kumar Singh" userId="461b01912b5747a3" providerId="LiveId" clId="{123257E2-2039-4D81-A3D1-C3DE1B36AB83}" dt="2024-09-05T03:55:36.002" v="3094" actId="2890"/>
        <pc:sldMkLst>
          <pc:docMk/>
          <pc:sldMk cId="2826937322" sldId="387"/>
        </pc:sldMkLst>
        <pc:spChg chg="add del">
          <ac:chgData name="Shubhendu Kumar Singh" userId="461b01912b5747a3" providerId="LiveId" clId="{123257E2-2039-4D81-A3D1-C3DE1B36AB83}" dt="2024-09-05T03:55:24.592" v="3085" actId="478"/>
          <ac:spMkLst>
            <pc:docMk/>
            <pc:sldMk cId="2826937322" sldId="387"/>
            <ac:spMk id="10" creationId="{6277AB85-5785-BE76-0B88-2D2D5EBB08FB}"/>
          </ac:spMkLst>
        </pc:spChg>
        <pc:spChg chg="add del">
          <ac:chgData name="Shubhendu Kumar Singh" userId="461b01912b5747a3" providerId="LiveId" clId="{123257E2-2039-4D81-A3D1-C3DE1B36AB83}" dt="2024-09-05T03:55:23.326" v="3084" actId="478"/>
          <ac:spMkLst>
            <pc:docMk/>
            <pc:sldMk cId="2826937322" sldId="387"/>
            <ac:spMk id="11" creationId="{CCBBCE40-1B85-8519-0B4B-D5170B457515}"/>
          </ac:spMkLst>
        </pc:spChg>
        <pc:picChg chg="add del">
          <ac:chgData name="Shubhendu Kumar Singh" userId="461b01912b5747a3" providerId="LiveId" clId="{123257E2-2039-4D81-A3D1-C3DE1B36AB83}" dt="2024-09-05T03:55:33.556" v="3093" actId="478"/>
          <ac:picMkLst>
            <pc:docMk/>
            <pc:sldMk cId="2826937322" sldId="387"/>
            <ac:picMk id="3" creationId="{1939C686-81DA-B6BF-B596-6C3F844F5201}"/>
          </ac:picMkLst>
        </pc:picChg>
        <pc:picChg chg="add mod">
          <ac:chgData name="Shubhendu Kumar Singh" userId="461b01912b5747a3" providerId="LiveId" clId="{123257E2-2039-4D81-A3D1-C3DE1B36AB83}" dt="2024-09-05T03:55:32.211" v="3092" actId="1076"/>
          <ac:picMkLst>
            <pc:docMk/>
            <pc:sldMk cId="2826937322" sldId="387"/>
            <ac:picMk id="5" creationId="{DD008892-5ACD-A8F4-D805-B18DF10535CD}"/>
          </ac:picMkLst>
        </pc:picChg>
      </pc:sldChg>
      <pc:sldChg chg="addSp delSp modSp add del mod">
        <pc:chgData name="Shubhendu Kumar Singh" userId="461b01912b5747a3" providerId="LiveId" clId="{123257E2-2039-4D81-A3D1-C3DE1B36AB83}" dt="2024-09-05T03:55:37.324" v="3095" actId="47"/>
        <pc:sldMkLst>
          <pc:docMk/>
          <pc:sldMk cId="3262582264" sldId="387"/>
        </pc:sldMkLst>
        <pc:spChg chg="del">
          <ac:chgData name="Shubhendu Kumar Singh" userId="461b01912b5747a3" providerId="LiveId" clId="{123257E2-2039-4D81-A3D1-C3DE1B36AB83}" dt="2024-09-05T00:02:51.173" v="2902" actId="478"/>
          <ac:spMkLst>
            <pc:docMk/>
            <pc:sldMk cId="3262582264" sldId="387"/>
            <ac:spMk id="10" creationId="{6277AB85-5785-BE76-0B88-2D2D5EBB08FB}"/>
          </ac:spMkLst>
        </pc:spChg>
        <pc:spChg chg="del">
          <ac:chgData name="Shubhendu Kumar Singh" userId="461b01912b5747a3" providerId="LiveId" clId="{123257E2-2039-4D81-A3D1-C3DE1B36AB83}" dt="2024-09-05T00:02:51.173" v="2902" actId="478"/>
          <ac:spMkLst>
            <pc:docMk/>
            <pc:sldMk cId="3262582264" sldId="387"/>
            <ac:spMk id="11" creationId="{CCBBCE40-1B85-8519-0B4B-D5170B457515}"/>
          </ac:spMkLst>
        </pc:spChg>
        <pc:picChg chg="add mod">
          <ac:chgData name="Shubhendu Kumar Singh" userId="461b01912b5747a3" providerId="LiveId" clId="{123257E2-2039-4D81-A3D1-C3DE1B36AB83}" dt="2024-09-05T00:03:52.578" v="2910" actId="1076"/>
          <ac:picMkLst>
            <pc:docMk/>
            <pc:sldMk cId="3262582264" sldId="387"/>
            <ac:picMk id="3" creationId="{5B22234A-2F3F-A37B-131D-FE114F29BA78}"/>
          </ac:picMkLst>
        </pc:picChg>
        <pc:picChg chg="del">
          <ac:chgData name="Shubhendu Kumar Singh" userId="461b01912b5747a3" providerId="LiveId" clId="{123257E2-2039-4D81-A3D1-C3DE1B36AB83}" dt="2024-09-05T00:02:53.024" v="2903" actId="478"/>
          <ac:picMkLst>
            <pc:docMk/>
            <pc:sldMk cId="3262582264" sldId="387"/>
            <ac:picMk id="5" creationId="{33F4BA87-270A-BEAE-76C5-C82360B4E144}"/>
          </ac:picMkLst>
        </pc:picChg>
      </pc:sldChg>
      <pc:sldChg chg="modSp add ord modAnim">
        <pc:chgData name="Shubhendu Kumar Singh" userId="461b01912b5747a3" providerId="LiveId" clId="{123257E2-2039-4D81-A3D1-C3DE1B36AB83}" dt="2024-09-05T04:11:31.567" v="3360" actId="20577"/>
        <pc:sldMkLst>
          <pc:docMk/>
          <pc:sldMk cId="2289381446" sldId="388"/>
        </pc:sldMkLst>
        <pc:spChg chg="mod">
          <ac:chgData name="Shubhendu Kumar Singh" userId="461b01912b5747a3" providerId="LiveId" clId="{123257E2-2039-4D81-A3D1-C3DE1B36AB83}" dt="2024-09-05T04:11:31.567" v="3360" actId="20577"/>
          <ac:spMkLst>
            <pc:docMk/>
            <pc:sldMk cId="2289381446" sldId="388"/>
            <ac:spMk id="6" creationId="{E1213369-C061-360A-62C6-ED92D4595CCB}"/>
          </ac:spMkLst>
        </pc:spChg>
      </pc:sldChg>
      <pc:sldChg chg="delSp modSp add del mod ord modAnim">
        <pc:chgData name="Shubhendu Kumar Singh" userId="461b01912b5747a3" providerId="LiveId" clId="{123257E2-2039-4D81-A3D1-C3DE1B36AB83}" dt="2024-09-05T04:03:07.144" v="3178" actId="47"/>
        <pc:sldMkLst>
          <pc:docMk/>
          <pc:sldMk cId="2397749354" sldId="388"/>
        </pc:sldMkLst>
        <pc:spChg chg="mod">
          <ac:chgData name="Shubhendu Kumar Singh" userId="461b01912b5747a3" providerId="LiveId" clId="{123257E2-2039-4D81-A3D1-C3DE1B36AB83}" dt="2024-09-05T04:02:25.003" v="3175" actId="1076"/>
          <ac:spMkLst>
            <pc:docMk/>
            <pc:sldMk cId="2397749354" sldId="388"/>
            <ac:spMk id="2" creationId="{37982B7A-96D7-B34E-A658-8B9A0101A71C}"/>
          </ac:spMkLst>
        </pc:spChg>
        <pc:spChg chg="del mod">
          <ac:chgData name="Shubhendu Kumar Singh" userId="461b01912b5747a3" providerId="LiveId" clId="{123257E2-2039-4D81-A3D1-C3DE1B36AB83}" dt="2024-09-05T04:02:50.262" v="3177" actId="478"/>
          <ac:spMkLst>
            <pc:docMk/>
            <pc:sldMk cId="2397749354" sldId="388"/>
            <ac:spMk id="4" creationId="{328C5BB5-1B12-AB43-C0FA-8C4CCD8743E0}"/>
          </ac:spMkLst>
        </pc:spChg>
        <pc:spChg chg="del mod">
          <ac:chgData name="Shubhendu Kumar Singh" userId="461b01912b5747a3" providerId="LiveId" clId="{123257E2-2039-4D81-A3D1-C3DE1B36AB83}" dt="2024-09-05T04:02:50.262" v="3177" actId="478"/>
          <ac:spMkLst>
            <pc:docMk/>
            <pc:sldMk cId="2397749354" sldId="388"/>
            <ac:spMk id="5" creationId="{462FE504-ED64-29DA-22C5-CA335F74EFB4}"/>
          </ac:spMkLst>
        </pc:spChg>
        <pc:spChg chg="mod">
          <ac:chgData name="Shubhendu Kumar Singh" userId="461b01912b5747a3" providerId="LiveId" clId="{123257E2-2039-4D81-A3D1-C3DE1B36AB83}" dt="2024-09-05T04:01:57.480" v="3171" actId="13926"/>
          <ac:spMkLst>
            <pc:docMk/>
            <pc:sldMk cId="2397749354" sldId="388"/>
            <ac:spMk id="6" creationId="{E1213369-C061-360A-62C6-ED92D4595CCB}"/>
          </ac:spMkLst>
        </pc:spChg>
      </pc:sldChg>
      <pc:sldMasterChg chg="modSldLayout">
        <pc:chgData name="Shubhendu Kumar Singh" userId="461b01912b5747a3" providerId="LiveId" clId="{123257E2-2039-4D81-A3D1-C3DE1B36AB83}" dt="2024-08-28T23:54:35.056" v="448" actId="20577"/>
        <pc:sldMasterMkLst>
          <pc:docMk/>
          <pc:sldMasterMk cId="2658266792" sldId="2147483656"/>
        </pc:sldMasterMkLst>
        <pc:sldLayoutChg chg="modSp mod">
          <pc:chgData name="Shubhendu Kumar Singh" userId="461b01912b5747a3" providerId="LiveId" clId="{123257E2-2039-4D81-A3D1-C3DE1B36AB83}" dt="2024-08-28T23:54:35.056" v="448" actId="20577"/>
          <pc:sldLayoutMkLst>
            <pc:docMk/>
            <pc:sldMasterMk cId="2658266792" sldId="2147483656"/>
            <pc:sldLayoutMk cId="2459251796" sldId="2147483659"/>
          </pc:sldLayoutMkLst>
          <pc:spChg chg="mod">
            <ac:chgData name="Shubhendu Kumar Singh" userId="461b01912b5747a3" providerId="LiveId" clId="{123257E2-2039-4D81-A3D1-C3DE1B36AB83}" dt="2024-08-28T23:54:35.056" v="448" actId="20577"/>
            <ac:spMkLst>
              <pc:docMk/>
              <pc:sldMasterMk cId="2658266792" sldId="2147483656"/>
              <pc:sldLayoutMk cId="2459251796" sldId="2147483659"/>
              <ac:spMk id="11" creationId="{DF985DEB-FB8E-4E1F-8662-91561B377F6F}"/>
            </ac:spMkLst>
          </pc:spChg>
        </pc:sldLayoutChg>
      </pc:sldMasterChg>
    </pc:docChg>
  </pc:docChgLst>
  <pc:docChgLst>
    <pc:chgData name="Shengli Xu" userId="S::shenglx@clemson.edu::41272415-5f90-44cd-a729-0b818333e035" providerId="AD" clId="Web-{F20DCC72-7157-FEEE-F242-DA0C462612B6}"/>
    <pc:docChg chg="delSld modSld">
      <pc:chgData name="Shengli Xu" userId="S::shenglx@clemson.edu::41272415-5f90-44cd-a729-0b818333e035" providerId="AD" clId="Web-{F20DCC72-7157-FEEE-F242-DA0C462612B6}" dt="2021-09-27T01:05:30.608" v="81" actId="20577"/>
      <pc:docMkLst>
        <pc:docMk/>
      </pc:docMkLst>
      <pc:sldChg chg="modSp">
        <pc:chgData name="Shengli Xu" userId="S::shenglx@clemson.edu::41272415-5f90-44cd-a729-0b818333e035" providerId="AD" clId="Web-{F20DCC72-7157-FEEE-F242-DA0C462612B6}" dt="2021-09-27T01:05:30.608" v="81" actId="20577"/>
        <pc:sldMkLst>
          <pc:docMk/>
          <pc:sldMk cId="3409173171" sldId="260"/>
        </pc:sldMkLst>
        <pc:spChg chg="mod">
          <ac:chgData name="Shengli Xu" userId="S::shenglx@clemson.edu::41272415-5f90-44cd-a729-0b818333e035" providerId="AD" clId="Web-{F20DCC72-7157-FEEE-F242-DA0C462612B6}" dt="2021-09-27T01:05:30.608" v="81" actId="20577"/>
          <ac:spMkLst>
            <pc:docMk/>
            <pc:sldMk cId="3409173171" sldId="260"/>
            <ac:spMk id="8" creationId="{CF2DEFD0-B04E-D847-BFC7-78F4A6B56544}"/>
          </ac:spMkLst>
        </pc:spChg>
      </pc:sldChg>
      <pc:sldChg chg="del">
        <pc:chgData name="Shengli Xu" userId="S::shenglx@clemson.edu::41272415-5f90-44cd-a729-0b818333e035" providerId="AD" clId="Web-{F20DCC72-7157-FEEE-F242-DA0C462612B6}" dt="2021-09-27T01:02:04.533" v="0"/>
        <pc:sldMkLst>
          <pc:docMk/>
          <pc:sldMk cId="3488430225" sldId="267"/>
        </pc:sldMkLst>
      </pc:sldChg>
      <pc:sldChg chg="del">
        <pc:chgData name="Shengli Xu" userId="S::shenglx@clemson.edu::41272415-5f90-44cd-a729-0b818333e035" providerId="AD" clId="Web-{F20DCC72-7157-FEEE-F242-DA0C462612B6}" dt="2021-09-27T01:02:41.707" v="1"/>
        <pc:sldMkLst>
          <pc:docMk/>
          <pc:sldMk cId="3224865616" sldId="272"/>
        </pc:sldMkLst>
      </pc:sldChg>
      <pc:sldChg chg="del">
        <pc:chgData name="Shengli Xu" userId="S::shenglx@clemson.edu::41272415-5f90-44cd-a729-0b818333e035" providerId="AD" clId="Web-{F20DCC72-7157-FEEE-F242-DA0C462612B6}" dt="2021-09-27T01:02:45.129" v="2"/>
        <pc:sldMkLst>
          <pc:docMk/>
          <pc:sldMk cId="3689958216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42C853-0A27-134E-BC83-06337B1202C2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B34886-6FA0-DE48-9388-2785C7495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7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30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a bit relaxed initially. Be more permissible. Start with some moderate epochs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099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01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52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504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58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45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450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338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731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91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227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059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579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874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0E0B-641B-4495-A0FC-58FE1AA56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0"/>
            <a:ext cx="9144000" cy="812483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rgbClr val="F86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0B8AAF-11F9-4296-8E3B-40C266627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EA6CA0-9EBA-4A15-97E7-AF1BD79EC9D4}"/>
              </a:ext>
            </a:extLst>
          </p:cNvPr>
          <p:cNvSpPr/>
          <p:nvPr/>
        </p:nvSpPr>
        <p:spPr>
          <a:xfrm>
            <a:off x="0" y="0"/>
            <a:ext cx="12192000" cy="552009"/>
          </a:xfrm>
          <a:prstGeom prst="rect">
            <a:avLst/>
          </a:prstGeom>
          <a:solidFill>
            <a:srgbClr val="F86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409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AD7A93B-A8E4-4B72-9826-9AFC93CC6260}"/>
              </a:ext>
            </a:extLst>
          </p:cNvPr>
          <p:cNvSpPr/>
          <p:nvPr/>
        </p:nvSpPr>
        <p:spPr>
          <a:xfrm>
            <a:off x="0" y="0"/>
            <a:ext cx="12192000" cy="552009"/>
          </a:xfrm>
          <a:prstGeom prst="rect">
            <a:avLst/>
          </a:prstGeom>
          <a:solidFill>
            <a:srgbClr val="F86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86626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E021617F-C02D-43F0-A172-B047BF5AA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38555"/>
            <a:ext cx="9533323" cy="474898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059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08EE8-2048-408C-8214-31B02EB16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9533323" cy="566195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057BB-B693-4D54-952E-28F4E90DD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C7446F5-32CE-4719-8C71-1FA556DAFCFF}"/>
              </a:ext>
            </a:extLst>
          </p:cNvPr>
          <p:cNvGrpSpPr/>
          <p:nvPr/>
        </p:nvGrpSpPr>
        <p:grpSpPr>
          <a:xfrm>
            <a:off x="0" y="6648450"/>
            <a:ext cx="12192000" cy="209550"/>
            <a:chOff x="0" y="6648450"/>
            <a:chExt cx="12192000" cy="20955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1FF5B1-472A-4605-93EF-BC310C05B727}"/>
                </a:ext>
              </a:extLst>
            </p:cNvPr>
            <p:cNvSpPr/>
            <p:nvPr/>
          </p:nvSpPr>
          <p:spPr>
            <a:xfrm>
              <a:off x="8610600" y="6648450"/>
              <a:ext cx="3581400" cy="2095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985DEB-FB8E-4E1F-8662-91561B377F6F}"/>
                </a:ext>
              </a:extLst>
            </p:cNvPr>
            <p:cNvSpPr/>
            <p:nvPr userDrawn="1"/>
          </p:nvSpPr>
          <p:spPr>
            <a:xfrm>
              <a:off x="3581400" y="6648450"/>
              <a:ext cx="5029200" cy="209550"/>
            </a:xfrm>
            <a:prstGeom prst="rect">
              <a:avLst/>
            </a:prstGeom>
            <a:solidFill>
              <a:srgbClr val="F86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dirty="0">
                  <a:solidFill>
                    <a:schemeClr val="bg1"/>
                  </a:solidFill>
                  <a:latin typeface="Franklin Gothic Demi" panose="020B0703020102020204" pitchFamily="34" charset="0"/>
                </a:rPr>
                <a:t>Deep Reinforcement Learning for Reservoir Management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3953E-15BD-48FF-8D0E-53C889C148A4}"/>
                </a:ext>
              </a:extLst>
            </p:cNvPr>
            <p:cNvSpPr/>
            <p:nvPr userDrawn="1"/>
          </p:nvSpPr>
          <p:spPr>
            <a:xfrm>
              <a:off x="0" y="6648450"/>
              <a:ext cx="3581400" cy="2095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Franklin Gothic Demi" panose="020B0703020102020204" pitchFamily="34" charset="0"/>
              </a:endParaRPr>
            </a:p>
          </p:txBody>
        </p:sp>
      </p:grp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F0CAD28F-C7A5-4D8C-8774-AB749780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7884" y="6625526"/>
            <a:ext cx="409574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9E1BC361-DA64-5E41-9737-4DB426F00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5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60B9BE0-87CC-444C-A3CE-4CA4674CE3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A285448-7031-4C15-9B56-C1A2405B7C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D51B3DA-F7DD-4402-AD99-9D973F1AD7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1BC361-DA64-5E41-9737-4DB426F00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7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E5DC3-FCDE-CD4F-A8ED-9CCA1416B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2" y="325369"/>
            <a:ext cx="10515600" cy="509518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73C8-A058-2D4B-831F-103010BF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08253-5671-6A49-B9FA-FCE211E7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07392-BBB8-6846-85B8-CE14A8A05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E1BC361-DA64-5E41-9737-4DB426F00E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76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0F2860-438C-48C6-BA20-C083CE185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9E2C9-BD29-4E0F-9DAB-E0BB0D9C3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8266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BE678-E0CC-CA40-A743-BD01E3D36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540845"/>
            <a:ext cx="12191999" cy="1238216"/>
          </a:xfrm>
        </p:spPr>
        <p:txBody>
          <a:bodyPr>
            <a:normAutofit/>
          </a:bodyPr>
          <a:lstStyle/>
          <a:p>
            <a:r>
              <a:rPr lang="en-US" sz="3600" dirty="0"/>
              <a:t>Deep Reinforcement Learning (DRL) Framework for Reservoir Management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24EC64D-E756-CD5C-8BC3-A01AFE4F7F38}"/>
              </a:ext>
            </a:extLst>
          </p:cNvPr>
          <p:cNvSpPr txBox="1">
            <a:spLocks/>
          </p:cNvSpPr>
          <p:nvPr/>
        </p:nvSpPr>
        <p:spPr>
          <a:xfrm>
            <a:off x="1748958" y="3240382"/>
            <a:ext cx="8694074" cy="12382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solidFill>
                <a:srgbClr val="7030A0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E1A6919-18F5-A712-B94E-DF0EF7EB3159}"/>
              </a:ext>
            </a:extLst>
          </p:cNvPr>
          <p:cNvSpPr txBox="1">
            <a:spLocks/>
          </p:cNvSpPr>
          <p:nvPr/>
        </p:nvSpPr>
        <p:spPr>
          <a:xfrm>
            <a:off x="2633825" y="4057276"/>
            <a:ext cx="6924339" cy="4213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Shubhendu Singh</a:t>
            </a:r>
          </a:p>
        </p:txBody>
      </p:sp>
    </p:spTree>
    <p:extLst>
      <p:ext uri="{BB962C8B-B14F-4D97-AF65-F5344CB8AC3E}">
        <p14:creationId xmlns:p14="http://schemas.microsoft.com/office/powerpoint/2010/main" val="734630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2B7A-96D7-B34E-A658-8B9A0101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598561" cy="566195"/>
          </a:xfrm>
        </p:spPr>
        <p:txBody>
          <a:bodyPr>
            <a:noAutofit/>
          </a:bodyPr>
          <a:lstStyle/>
          <a:p>
            <a:r>
              <a:rPr lang="en-US" dirty="0"/>
              <a:t>Correlation Among Data samples from USBR Navajo </a:t>
            </a:r>
            <a:r>
              <a:rPr lang="en-US" dirty="0" err="1"/>
              <a:t>Webportal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47E71D-9E09-EFAC-FA97-D07C2BEBA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051890"/>
              </p:ext>
            </p:extLst>
          </p:nvPr>
        </p:nvGraphicFramePr>
        <p:xfrm>
          <a:off x="994138" y="1252396"/>
          <a:ext cx="10204812" cy="4353207"/>
        </p:xfrm>
        <a:graphic>
          <a:graphicData uri="http://schemas.openxmlformats.org/drawingml/2006/table">
            <a:tbl>
              <a:tblPr firstRow="1" bandRow="1"/>
              <a:tblGrid>
                <a:gridCol w="1700802">
                  <a:extLst>
                    <a:ext uri="{9D8B030D-6E8A-4147-A177-3AD203B41FA5}">
                      <a16:colId xmlns:a16="http://schemas.microsoft.com/office/drawing/2014/main" val="3430444352"/>
                    </a:ext>
                  </a:extLst>
                </a:gridCol>
                <a:gridCol w="1700802">
                  <a:extLst>
                    <a:ext uri="{9D8B030D-6E8A-4147-A177-3AD203B41FA5}">
                      <a16:colId xmlns:a16="http://schemas.microsoft.com/office/drawing/2014/main" val="2027300902"/>
                    </a:ext>
                  </a:extLst>
                </a:gridCol>
                <a:gridCol w="1700802">
                  <a:extLst>
                    <a:ext uri="{9D8B030D-6E8A-4147-A177-3AD203B41FA5}">
                      <a16:colId xmlns:a16="http://schemas.microsoft.com/office/drawing/2014/main" val="3416473378"/>
                    </a:ext>
                  </a:extLst>
                </a:gridCol>
                <a:gridCol w="1700802">
                  <a:extLst>
                    <a:ext uri="{9D8B030D-6E8A-4147-A177-3AD203B41FA5}">
                      <a16:colId xmlns:a16="http://schemas.microsoft.com/office/drawing/2014/main" val="333788878"/>
                    </a:ext>
                  </a:extLst>
                </a:gridCol>
                <a:gridCol w="1700802">
                  <a:extLst>
                    <a:ext uri="{9D8B030D-6E8A-4147-A177-3AD203B41FA5}">
                      <a16:colId xmlns:a16="http://schemas.microsoft.com/office/drawing/2014/main" val="2097423551"/>
                    </a:ext>
                  </a:extLst>
                </a:gridCol>
                <a:gridCol w="1700802">
                  <a:extLst>
                    <a:ext uri="{9D8B030D-6E8A-4147-A177-3AD203B41FA5}">
                      <a16:colId xmlns:a16="http://schemas.microsoft.com/office/drawing/2014/main" val="4253036524"/>
                    </a:ext>
                  </a:extLst>
                </a:gridCol>
              </a:tblGrid>
              <a:tr h="10169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Correlation </a:t>
                      </a:r>
                    </a:p>
                    <a:p>
                      <a:pPr algn="ctr"/>
                      <a:r>
                        <a:rPr lang="en-US" dirty="0"/>
                        <a:t>(Pearson)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Elevation (ft)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Storage (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af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Evaporation(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af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Inflow ** (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cfs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Total Release (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cfs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719071"/>
                  </a:ext>
                </a:extLst>
              </a:tr>
              <a:tr h="7118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Elevation (ft)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1.0000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0.954385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0.423944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0.142041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  <a:latin typeface="Franklin Gothic Medium"/>
                          <a:ea typeface="+mn-ea"/>
                          <a:cs typeface="+mn-cs"/>
                        </a:rPr>
                        <a:t>0.176639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397058"/>
                  </a:ext>
                </a:extLst>
              </a:tr>
              <a:tr h="4886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Storage (</a:t>
                      </a:r>
                      <a:r>
                        <a:rPr lang="en-US" dirty="0" err="1"/>
                        <a:t>af</a:t>
                      </a:r>
                      <a:r>
                        <a:rPr lang="en-US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0.954385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1.0000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0.467485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0.176525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  <a:latin typeface="Franklin Gothic Medium"/>
                          <a:ea typeface="+mn-ea"/>
                          <a:cs typeface="+mn-cs"/>
                        </a:rPr>
                        <a:t>0.218124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66083"/>
                  </a:ext>
                </a:extLst>
              </a:tr>
              <a:tr h="7118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Evaporation (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af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0.423944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0.467485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1.0000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0.464661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  <a:latin typeface="Franklin Gothic Medium"/>
                          <a:ea typeface="+mn-ea"/>
                          <a:cs typeface="+mn-cs"/>
                        </a:rPr>
                        <a:t>0.300605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141353"/>
                  </a:ext>
                </a:extLst>
              </a:tr>
              <a:tr h="7118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Inflow ** (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cfs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0.142041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0.176525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0.464661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1.0000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  <a:latin typeface="Franklin Gothic Medium"/>
                          <a:ea typeface="+mn-ea"/>
                          <a:cs typeface="+mn-cs"/>
                        </a:rPr>
                        <a:t>0.562441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173414"/>
                  </a:ext>
                </a:extLst>
              </a:tr>
              <a:tr h="7118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Total Release (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cfs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0.176339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0.218124</a:t>
                      </a:r>
                    </a:p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0.300605</a:t>
                      </a:r>
                    </a:p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0.562441</a:t>
                      </a:r>
                    </a:p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Franklin Gothic Medium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1.0000</a:t>
                      </a:r>
                    </a:p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Franklin Gothic Medium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D9C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741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193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2B7A-96D7-B34E-A658-8B9A0101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0337995" cy="566195"/>
          </a:xfrm>
        </p:spPr>
        <p:txBody>
          <a:bodyPr>
            <a:noAutofit/>
          </a:bodyPr>
          <a:lstStyle/>
          <a:p>
            <a:r>
              <a:rPr lang="en-US" dirty="0"/>
              <a:t>Reward Functions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87506F-8A2C-C543-6336-B5B751C93691}"/>
              </a:ext>
            </a:extLst>
          </p:cNvPr>
          <p:cNvSpPr txBox="1"/>
          <p:nvPr/>
        </p:nvSpPr>
        <p:spPr>
          <a:xfrm>
            <a:off x="156421" y="819509"/>
            <a:ext cx="11911933" cy="18251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0" i="0" dirty="0">
                <a:solidFill>
                  <a:srgbClr val="00B0F0"/>
                </a:solidFill>
                <a:effectLst/>
              </a:rPr>
              <a:t>Reward 1 :</a:t>
            </a:r>
            <a:r>
              <a:rPr lang="en-US" sz="2400" dirty="0">
                <a:solidFill>
                  <a:srgbClr val="00B0F0"/>
                </a:solidFill>
              </a:rPr>
              <a:t> Non-linear High Penalty       </a:t>
            </a:r>
          </a:p>
          <a:p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dirty="0">
                <a:solidFill>
                  <a:schemeClr val="accent2"/>
                </a:solidFill>
              </a:rPr>
              <a:t>error = abs(</a:t>
            </a:r>
            <a:r>
              <a:rPr lang="en-US" sz="2400" dirty="0" err="1">
                <a:solidFill>
                  <a:schemeClr val="accent2"/>
                </a:solidFill>
              </a:rPr>
              <a:t>target_release_scaled</a:t>
            </a:r>
            <a:r>
              <a:rPr lang="en-US" sz="2400" dirty="0">
                <a:solidFill>
                  <a:schemeClr val="accent2"/>
                </a:solidFill>
              </a:rPr>
              <a:t> - </a:t>
            </a:r>
            <a:r>
              <a:rPr lang="en-US" sz="2400" dirty="0" err="1">
                <a:solidFill>
                  <a:schemeClr val="accent2"/>
                </a:solidFill>
              </a:rPr>
              <a:t>release_scaled</a:t>
            </a:r>
            <a:r>
              <a:rPr lang="en-US" sz="2400" dirty="0">
                <a:solidFill>
                  <a:schemeClr val="accent2"/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 reward=-</a:t>
            </a:r>
            <a:r>
              <a:rPr lang="en-US" sz="2400" dirty="0" err="1">
                <a:solidFill>
                  <a:schemeClr val="accent2"/>
                </a:solidFill>
              </a:rPr>
              <a:t>np.square</a:t>
            </a:r>
            <a:r>
              <a:rPr lang="en-US" sz="2400" dirty="0">
                <a:solidFill>
                  <a:schemeClr val="accent2"/>
                </a:solidFill>
              </a:rPr>
              <a:t>(error)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3D6F4-E159-B626-338E-538D886DAE09}"/>
              </a:ext>
            </a:extLst>
          </p:cNvPr>
          <p:cNvSpPr txBox="1"/>
          <p:nvPr/>
        </p:nvSpPr>
        <p:spPr>
          <a:xfrm>
            <a:off x="140033" y="2421886"/>
            <a:ext cx="11911933" cy="40411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0" i="0" dirty="0">
                <a:solidFill>
                  <a:srgbClr val="00B0F0"/>
                </a:solidFill>
                <a:effectLst/>
              </a:rPr>
              <a:t>Reward 2</a:t>
            </a:r>
            <a:r>
              <a:rPr lang="en-US" sz="2400" dirty="0">
                <a:solidFill>
                  <a:srgbClr val="00B0F0"/>
                </a:solidFill>
              </a:rPr>
              <a:t>: Proximity to a Target Range (Constrained)</a:t>
            </a:r>
          </a:p>
          <a:p>
            <a:r>
              <a:rPr lang="en-US" sz="2400" dirty="0" err="1">
                <a:solidFill>
                  <a:schemeClr val="accent2"/>
                </a:solidFill>
              </a:rPr>
              <a:t>acceptable_range</a:t>
            </a:r>
            <a:r>
              <a:rPr lang="en-US" sz="2400" dirty="0">
                <a:solidFill>
                  <a:schemeClr val="accent2"/>
                </a:solidFill>
              </a:rPr>
              <a:t>=0.01*</a:t>
            </a:r>
            <a:r>
              <a:rPr lang="en-US" sz="2400" dirty="0" err="1">
                <a:solidFill>
                  <a:schemeClr val="accent2"/>
                </a:solidFill>
              </a:rPr>
              <a:t>target_release_scaled</a:t>
            </a:r>
            <a:endParaRPr lang="en-US" sz="2400" dirty="0">
              <a:solidFill>
                <a:schemeClr val="accent2"/>
              </a:solidFill>
            </a:endParaRPr>
          </a:p>
          <a:p>
            <a:endParaRPr lang="en-US" sz="2400" dirty="0">
              <a:solidFill>
                <a:schemeClr val="accent2"/>
              </a:solidFill>
            </a:endParaRPr>
          </a:p>
          <a:p>
            <a:r>
              <a:rPr lang="en-US" sz="2400" dirty="0">
                <a:solidFill>
                  <a:schemeClr val="accent2"/>
                </a:solidFill>
              </a:rPr>
              <a:t> error = abs(</a:t>
            </a:r>
            <a:r>
              <a:rPr lang="en-US" sz="2400" dirty="0" err="1">
                <a:solidFill>
                  <a:schemeClr val="accent2"/>
                </a:solidFill>
              </a:rPr>
              <a:t>target_release_scaled</a:t>
            </a:r>
            <a:r>
              <a:rPr lang="en-US" sz="2400" dirty="0">
                <a:solidFill>
                  <a:schemeClr val="accent2"/>
                </a:solidFill>
              </a:rPr>
              <a:t> - </a:t>
            </a:r>
            <a:r>
              <a:rPr lang="en-US" sz="2400" dirty="0" err="1">
                <a:solidFill>
                  <a:schemeClr val="accent2"/>
                </a:solidFill>
              </a:rPr>
              <a:t>release_scaled</a:t>
            </a:r>
            <a:r>
              <a:rPr lang="en-US" sz="2400" dirty="0">
                <a:solidFill>
                  <a:schemeClr val="accent2"/>
                </a:solidFill>
              </a:rPr>
              <a:t>)</a:t>
            </a:r>
          </a:p>
          <a:p>
            <a:endParaRPr lang="en-US" sz="2400" dirty="0">
              <a:solidFill>
                <a:schemeClr val="accent2"/>
              </a:solidFill>
            </a:endParaRPr>
          </a:p>
          <a:p>
            <a:r>
              <a:rPr lang="en-US" sz="2400" dirty="0">
                <a:solidFill>
                  <a:schemeClr val="accent2"/>
                </a:solidFill>
              </a:rPr>
              <a:t> if error&lt;=</a:t>
            </a:r>
            <a:r>
              <a:rPr lang="en-US" sz="2400" dirty="0" err="1">
                <a:solidFill>
                  <a:schemeClr val="accent2"/>
                </a:solidFill>
              </a:rPr>
              <a:t>acceptable_range</a:t>
            </a:r>
            <a:r>
              <a:rPr lang="en-US" sz="2400" dirty="0">
                <a:solidFill>
                  <a:schemeClr val="accent2"/>
                </a:solidFill>
              </a:rPr>
              <a:t>: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          reward=1.0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  else: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          reward=-</a:t>
            </a:r>
            <a:r>
              <a:rPr lang="en-US" sz="2400" dirty="0" err="1">
                <a:solidFill>
                  <a:schemeClr val="accent2"/>
                </a:solidFill>
              </a:rPr>
              <a:t>np.square</a:t>
            </a:r>
            <a:r>
              <a:rPr lang="en-US" sz="2400" dirty="0">
                <a:solidFill>
                  <a:schemeClr val="accent2"/>
                </a:solidFill>
              </a:rPr>
              <a:t>(error)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endParaRPr lang="en-US" sz="2400" b="0" i="0" dirty="0">
              <a:solidFill>
                <a:srgbClr val="00B0F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43165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2B7A-96D7-B34E-A658-8B9A0101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617292" cy="566195"/>
          </a:xfrm>
        </p:spPr>
        <p:txBody>
          <a:bodyPr>
            <a:noAutofit/>
          </a:bodyPr>
          <a:lstStyle/>
          <a:p>
            <a:r>
              <a:rPr lang="en-US" dirty="0"/>
              <a:t>Proximal Policy Optimization (PPO) Agent: Non-Linear Reward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3E99E0-DFFE-9A4E-FA88-33FB4552B440}"/>
              </a:ext>
            </a:extLst>
          </p:cNvPr>
          <p:cNvSpPr txBox="1"/>
          <p:nvPr/>
        </p:nvSpPr>
        <p:spPr>
          <a:xfrm>
            <a:off x="1231946" y="4907294"/>
            <a:ext cx="3726011" cy="1512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Squared Error (MSE) : 0.043231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Root Mean Squared Error (RMSE) : 0.2079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Absolute Error (MAE) : 0.01435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F076AF-84B2-47B5-C2D1-4671DF13D30B}"/>
              </a:ext>
            </a:extLst>
          </p:cNvPr>
          <p:cNvSpPr txBox="1"/>
          <p:nvPr/>
        </p:nvSpPr>
        <p:spPr>
          <a:xfrm>
            <a:off x="7201035" y="4902954"/>
            <a:ext cx="3726011" cy="1512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Squared Error (MSE) : 727178.62800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Root Mean Squared Error (RMSE) : 852.74769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Absolute Error (MAE) : 608.6511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ED3836D-2A5B-720D-1AE0-A0472FAD6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21" y="1194377"/>
            <a:ext cx="5936079" cy="32042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23F26D-0AF1-6F63-9865-70EB6FC24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88748"/>
            <a:ext cx="6002834" cy="320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733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5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23F26D-0AF1-6F63-9865-70EB6FC24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88748"/>
            <a:ext cx="6002834" cy="3204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27DBE9-63E9-0E27-8BEF-FC51F2FD4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66" y="1188747"/>
            <a:ext cx="6002836" cy="320425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4A1F8D9-BA3A-0EF1-909C-01F89C250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617292" cy="566195"/>
          </a:xfrm>
        </p:spPr>
        <p:txBody>
          <a:bodyPr>
            <a:noAutofit/>
          </a:bodyPr>
          <a:lstStyle/>
          <a:p>
            <a:r>
              <a:rPr lang="en-US" dirty="0"/>
              <a:t>Proximal Policy Optimization (PPO) Agent: Non-Linear Reward</a:t>
            </a:r>
          </a:p>
        </p:txBody>
      </p:sp>
    </p:spTree>
    <p:extLst>
      <p:ext uri="{BB962C8B-B14F-4D97-AF65-F5344CB8AC3E}">
        <p14:creationId xmlns:p14="http://schemas.microsoft.com/office/powerpoint/2010/main" val="3553818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2B7A-96D7-B34E-A658-8B9A0101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25181"/>
            <a:ext cx="11928230" cy="869622"/>
          </a:xfrm>
        </p:spPr>
        <p:txBody>
          <a:bodyPr>
            <a:noAutofit/>
          </a:bodyPr>
          <a:lstStyle/>
          <a:p>
            <a:r>
              <a:rPr lang="en-US" dirty="0"/>
              <a:t>Proximal Policy Optimization (PPO) Agent- Reward Based on Proximity to a Target Range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8CA34D-E802-A18A-A695-A9DD50336F01}"/>
              </a:ext>
            </a:extLst>
          </p:cNvPr>
          <p:cNvSpPr txBox="1"/>
          <p:nvPr/>
        </p:nvSpPr>
        <p:spPr>
          <a:xfrm>
            <a:off x="1231946" y="4907294"/>
            <a:ext cx="3726011" cy="1512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Squared Error (MSE) : 0.034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Root Mean Squared Error (RMSE) : 0.18439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Absolute Error (MAE) : 0.0123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1491E7-50F4-F00B-C16C-C57ECA881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85" y="1194378"/>
            <a:ext cx="6001521" cy="31686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2837DE-D2B1-6A3C-0BA3-1A2555782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529" y="1194378"/>
            <a:ext cx="5858586" cy="31686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A2E0DE-B7B7-9594-8B04-D29FA37A71AA}"/>
              </a:ext>
            </a:extLst>
          </p:cNvPr>
          <p:cNvSpPr txBox="1"/>
          <p:nvPr/>
        </p:nvSpPr>
        <p:spPr>
          <a:xfrm>
            <a:off x="7201035" y="4902954"/>
            <a:ext cx="3726011" cy="1512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Squared Error (MSE) : 616214.62800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Root Mean Squared Error (RMSE) : 784.993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Absolute Error (MAE) : 512.5311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54630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2837DE-D2B1-6A3C-0BA3-1A2555782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529" y="1194378"/>
            <a:ext cx="5858586" cy="316861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05B23F2-E69A-4F63-D52B-2846B658F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25181"/>
            <a:ext cx="11928230" cy="869622"/>
          </a:xfrm>
        </p:spPr>
        <p:txBody>
          <a:bodyPr>
            <a:noAutofit/>
          </a:bodyPr>
          <a:lstStyle/>
          <a:p>
            <a:r>
              <a:rPr lang="en-US" dirty="0"/>
              <a:t>Proximal Policy Optimization (PPO) Agent- Reward Based on Proximity to a Target Range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435392-1467-491A-4F5E-2554CDD22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58" y="1194378"/>
            <a:ext cx="5858586" cy="316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277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2B7A-96D7-B34E-A658-8B9A0101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494058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Twin-Delayed Deep Deterministic (TD3) Policy Gradient Agent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77AB85-5785-BE76-0B88-2D2D5EBB08FB}"/>
              </a:ext>
            </a:extLst>
          </p:cNvPr>
          <p:cNvSpPr txBox="1"/>
          <p:nvPr/>
        </p:nvSpPr>
        <p:spPr>
          <a:xfrm>
            <a:off x="1231946" y="4907294"/>
            <a:ext cx="4132534" cy="1512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Squared Error (MSE) : 0.01685166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Root Mean Squared Error (RMSE) : 0.1298139501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Absolute Error (MAE) : 0.0091343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BBCE40-1B85-8519-0B4B-D5170B457515}"/>
              </a:ext>
            </a:extLst>
          </p:cNvPr>
          <p:cNvSpPr txBox="1"/>
          <p:nvPr/>
        </p:nvSpPr>
        <p:spPr>
          <a:xfrm>
            <a:off x="7201035" y="4902954"/>
            <a:ext cx="3726011" cy="1512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Squared Error (MSE) : 174164.1626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Root Mean Squared Error (RMSE) : 417.3298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Absolute Error (MAE) : 301.518662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129536-65FC-2701-870F-4807D2EDA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" y="1156191"/>
            <a:ext cx="5930265" cy="32068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2AFB4C-6A7F-A37D-14C2-3BB1D78AF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69214"/>
            <a:ext cx="5864903" cy="313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855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2B7A-96D7-B34E-A658-8B9A0101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494058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Twin-Delayed Deep Deterministic (TD3) Policy Gradient Agent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2AFB4C-6A7F-A37D-14C2-3BB1D78AF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69214"/>
            <a:ext cx="5864903" cy="31306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A1B79B-0B52-1E52-2AF4-569AB91EF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85" y="1169214"/>
            <a:ext cx="5864903" cy="313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618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2B7A-96D7-B34E-A658-8B9A0101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494058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To do List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13369-C061-360A-62C6-ED92D4595CCB}"/>
              </a:ext>
            </a:extLst>
          </p:cNvPr>
          <p:cNvSpPr txBox="1"/>
          <p:nvPr/>
        </p:nvSpPr>
        <p:spPr>
          <a:xfrm>
            <a:off x="196530" y="1139822"/>
            <a:ext cx="11855262" cy="7897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27CE8"/>
                </a:solidFill>
                <a:highlight>
                  <a:srgbClr val="FF0000"/>
                </a:highlight>
                <a:latin typeface="Poppins"/>
                <a:cs typeface="Poppins"/>
              </a:rPr>
              <a:t>Use date as a token to guide the training of the agent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C27CE8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27CE8"/>
                </a:solidFill>
                <a:highlight>
                  <a:srgbClr val="FF9933"/>
                </a:highlight>
                <a:latin typeface="Poppins"/>
                <a:cs typeface="Poppins"/>
              </a:rPr>
              <a:t>Use more advanced non-linear polynomial and proximity reward functions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C27CE8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27CE8"/>
                </a:solidFill>
                <a:highlight>
                  <a:srgbClr val="FF9933"/>
                </a:highlight>
                <a:latin typeface="Poppins"/>
                <a:cs typeface="Poppins"/>
              </a:rPr>
              <a:t>Further improve the performance of the TD3 agent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C27CE8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27CE8"/>
                </a:solidFill>
                <a:highlight>
                  <a:srgbClr val="FF9933"/>
                </a:highlight>
                <a:latin typeface="Poppins"/>
                <a:cs typeface="Poppins"/>
              </a:rPr>
              <a:t>Explore other RL agents apt for continuous state-action space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C27CE8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27CE8"/>
                </a:solidFill>
                <a:latin typeface="Poppins"/>
                <a:cs typeface="Poppins"/>
              </a:rPr>
              <a:t>Integration of streamflow, evaporation model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C27CE8"/>
              </a:solidFill>
              <a:highlight>
                <a:srgbClr val="FF9933"/>
              </a:highlight>
              <a:latin typeface="Poppins"/>
              <a:cs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27CE8"/>
                </a:solidFill>
                <a:highlight>
                  <a:srgbClr val="FF9933"/>
                </a:highlight>
                <a:latin typeface="Poppins"/>
                <a:cs typeface="Poppins"/>
              </a:rPr>
              <a:t>Use previous days release as feature- used in reward function, will use as feature too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27CE8"/>
                </a:solidFill>
                <a:latin typeface="Poppins"/>
                <a:cs typeface="Poppins"/>
              </a:rPr>
              <a:t>Forecasted release</a:t>
            </a: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rgbClr val="C27CE8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C27CE8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C27CE8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C27CE8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C27CE8"/>
              </a:solidFill>
              <a:latin typeface="Poppins"/>
              <a:cs typeface="Poppin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8C5BB5-1B12-AB43-C0FA-8C4CCD8743E0}"/>
              </a:ext>
            </a:extLst>
          </p:cNvPr>
          <p:cNvSpPr/>
          <p:nvPr/>
        </p:nvSpPr>
        <p:spPr>
          <a:xfrm>
            <a:off x="9983722" y="519758"/>
            <a:ext cx="1737224" cy="1240127"/>
          </a:xfrm>
          <a:prstGeom prst="roundRect">
            <a:avLst/>
          </a:prstGeom>
          <a:solidFill>
            <a:srgbClr val="88B9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FE504-ED64-29DA-22C5-CA335F74EFB4}"/>
              </a:ext>
            </a:extLst>
          </p:cNvPr>
          <p:cNvSpPr txBox="1"/>
          <p:nvPr/>
        </p:nvSpPr>
        <p:spPr>
          <a:xfrm>
            <a:off x="9983721" y="670461"/>
            <a:ext cx="194629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Red – Not Working</a:t>
            </a:r>
          </a:p>
          <a:p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Orange – Work in Progress</a:t>
            </a:r>
          </a:p>
          <a:p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Green – Completed</a:t>
            </a:r>
          </a:p>
          <a:p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No Color- Not Attempted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8938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2B7A-96D7-B34E-A658-8B9A0101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0337995" cy="566195"/>
          </a:xfrm>
        </p:spPr>
        <p:txBody>
          <a:bodyPr>
            <a:noAutofit/>
          </a:bodyPr>
          <a:lstStyle/>
          <a:p>
            <a:r>
              <a:rPr lang="en-US" dirty="0"/>
              <a:t>Reward Functions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3D6F4-E159-B626-338E-538D886DAE09}"/>
              </a:ext>
            </a:extLst>
          </p:cNvPr>
          <p:cNvSpPr txBox="1"/>
          <p:nvPr/>
        </p:nvSpPr>
        <p:spPr>
          <a:xfrm>
            <a:off x="140033" y="823995"/>
            <a:ext cx="11911933" cy="441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0" i="0" dirty="0">
                <a:solidFill>
                  <a:srgbClr val="00B0F0"/>
                </a:solidFill>
                <a:effectLst/>
              </a:rPr>
              <a:t>Reward 3</a:t>
            </a:r>
            <a:r>
              <a:rPr lang="en-US" sz="2400" dirty="0">
                <a:solidFill>
                  <a:srgbClr val="00B0F0"/>
                </a:solidFill>
              </a:rPr>
              <a:t>: Penalty for large changes in release (Smoothness Constrained)</a:t>
            </a:r>
          </a:p>
          <a:p>
            <a:endParaRPr lang="en-US" sz="2400" dirty="0">
              <a:solidFill>
                <a:srgbClr val="00B0F0"/>
              </a:solidFill>
            </a:endParaRPr>
          </a:p>
          <a:p>
            <a:r>
              <a:rPr lang="en-US" sz="2400" dirty="0" err="1">
                <a:solidFill>
                  <a:schemeClr val="accent2"/>
                </a:solidFill>
              </a:rPr>
              <a:t>deviation_penalty</a:t>
            </a:r>
            <a:r>
              <a:rPr lang="en-US" sz="2400" dirty="0">
                <a:solidFill>
                  <a:schemeClr val="accent2"/>
                </a:solidFill>
              </a:rPr>
              <a:t> = </a:t>
            </a:r>
            <a:r>
              <a:rPr lang="en-US" sz="2400" dirty="0" err="1">
                <a:solidFill>
                  <a:schemeClr val="accent2"/>
                </a:solidFill>
              </a:rPr>
              <a:t>np.square</a:t>
            </a:r>
            <a:r>
              <a:rPr lang="en-US" sz="2400" dirty="0">
                <a:solidFill>
                  <a:schemeClr val="accent2"/>
                </a:solidFill>
              </a:rPr>
              <a:t>(</a:t>
            </a:r>
            <a:r>
              <a:rPr lang="en-US" sz="2400" dirty="0" err="1">
                <a:solidFill>
                  <a:schemeClr val="accent2"/>
                </a:solidFill>
              </a:rPr>
              <a:t>release_scaled</a:t>
            </a:r>
            <a:r>
              <a:rPr lang="en-US" sz="2400" dirty="0">
                <a:solidFill>
                  <a:schemeClr val="accent2"/>
                </a:solidFill>
              </a:rPr>
              <a:t> - </a:t>
            </a:r>
            <a:r>
              <a:rPr lang="en-US" sz="2400" dirty="0" err="1">
                <a:solidFill>
                  <a:schemeClr val="accent2"/>
                </a:solidFill>
              </a:rPr>
              <a:t>target_release_scaled</a:t>
            </a:r>
            <a:r>
              <a:rPr lang="en-US" sz="2400" dirty="0">
                <a:solidFill>
                  <a:schemeClr val="accent2"/>
                </a:solidFill>
              </a:rPr>
              <a:t>)</a:t>
            </a:r>
          </a:p>
          <a:p>
            <a:endParaRPr lang="en-US" sz="2400" dirty="0">
              <a:solidFill>
                <a:schemeClr val="accent2"/>
              </a:solidFill>
            </a:endParaRPr>
          </a:p>
          <a:p>
            <a:r>
              <a:rPr lang="en-US" sz="2400" dirty="0">
                <a:solidFill>
                  <a:schemeClr val="accent2"/>
                </a:solidFill>
              </a:rPr>
              <a:t> if </a:t>
            </a:r>
            <a:r>
              <a:rPr lang="en-US" sz="2400" dirty="0" err="1">
                <a:solidFill>
                  <a:schemeClr val="accent2"/>
                </a:solidFill>
              </a:rPr>
              <a:t>self.current_step</a:t>
            </a:r>
            <a:r>
              <a:rPr lang="en-US" sz="2400" dirty="0">
                <a:solidFill>
                  <a:schemeClr val="accent2"/>
                </a:solidFill>
              </a:rPr>
              <a:t> &gt;=0: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          </a:t>
            </a:r>
            <a:r>
              <a:rPr lang="en-US" sz="2400" dirty="0" err="1">
                <a:solidFill>
                  <a:schemeClr val="accent2"/>
                </a:solidFill>
              </a:rPr>
              <a:t>smoothness_penalty</a:t>
            </a:r>
            <a:r>
              <a:rPr lang="en-US" sz="2400" dirty="0">
                <a:solidFill>
                  <a:schemeClr val="accent2"/>
                </a:solidFill>
              </a:rPr>
              <a:t> = </a:t>
            </a:r>
            <a:r>
              <a:rPr lang="en-US" sz="2400" dirty="0" err="1">
                <a:solidFill>
                  <a:schemeClr val="accent2"/>
                </a:solidFill>
              </a:rPr>
              <a:t>np.square</a:t>
            </a:r>
            <a:r>
              <a:rPr lang="en-US" sz="2400" dirty="0">
                <a:solidFill>
                  <a:schemeClr val="accent2"/>
                </a:solidFill>
              </a:rPr>
              <a:t>(</a:t>
            </a:r>
            <a:r>
              <a:rPr lang="en-US" sz="2400" dirty="0" err="1">
                <a:solidFill>
                  <a:schemeClr val="accent2"/>
                </a:solidFill>
              </a:rPr>
              <a:t>release_scaled</a:t>
            </a:r>
            <a:r>
              <a:rPr lang="en-US" sz="2400" dirty="0">
                <a:solidFill>
                  <a:schemeClr val="accent2"/>
                </a:solidFill>
              </a:rPr>
              <a:t> - </a:t>
            </a:r>
            <a:r>
              <a:rPr lang="en-US" sz="2400" dirty="0" err="1">
                <a:solidFill>
                  <a:schemeClr val="accent2"/>
                </a:solidFill>
              </a:rPr>
              <a:t>prev_release_scaled</a:t>
            </a:r>
            <a:r>
              <a:rPr lang="en-US" sz="2400" dirty="0">
                <a:solidFill>
                  <a:schemeClr val="accent2"/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  else: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          </a:t>
            </a:r>
            <a:r>
              <a:rPr lang="en-US" sz="2400" dirty="0" err="1">
                <a:solidFill>
                  <a:schemeClr val="accent2"/>
                </a:solidFill>
              </a:rPr>
              <a:t>smoothness_penalty</a:t>
            </a:r>
            <a:r>
              <a:rPr lang="en-US" sz="2400" dirty="0">
                <a:solidFill>
                  <a:schemeClr val="accent2"/>
                </a:solidFill>
              </a:rPr>
              <a:t> = 0</a:t>
            </a:r>
          </a:p>
          <a:p>
            <a:endParaRPr lang="en-US" sz="2400" dirty="0">
              <a:solidFill>
                <a:schemeClr val="accent2"/>
              </a:solidFill>
            </a:endParaRPr>
          </a:p>
          <a:p>
            <a:r>
              <a:rPr lang="en-US" sz="2400" dirty="0">
                <a:solidFill>
                  <a:schemeClr val="accent2"/>
                </a:solidFill>
              </a:rPr>
              <a:t>reward= - </a:t>
            </a:r>
            <a:r>
              <a:rPr lang="en-US" sz="2400" dirty="0" err="1">
                <a:solidFill>
                  <a:schemeClr val="accent2"/>
                </a:solidFill>
              </a:rPr>
              <a:t>deviation_penalty</a:t>
            </a:r>
            <a:r>
              <a:rPr lang="en-US" sz="2400" dirty="0">
                <a:solidFill>
                  <a:schemeClr val="accent2"/>
                </a:solidFill>
              </a:rPr>
              <a:t> - 0.15 * </a:t>
            </a:r>
            <a:r>
              <a:rPr lang="en-US" sz="2400" dirty="0" err="1">
                <a:solidFill>
                  <a:schemeClr val="accent2"/>
                </a:solidFill>
              </a:rPr>
              <a:t>smoothness_penalty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endParaRPr lang="en-US" sz="2400" b="0" i="0" dirty="0">
              <a:solidFill>
                <a:srgbClr val="00B0F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25223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2B7A-96D7-B34E-A658-8B9A0101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TD3 Policy Gradient Agent - Reward #3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12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77AB85-5785-BE76-0B88-2D2D5EBB08FB}"/>
              </a:ext>
            </a:extLst>
          </p:cNvPr>
          <p:cNvSpPr txBox="1"/>
          <p:nvPr/>
        </p:nvSpPr>
        <p:spPr>
          <a:xfrm>
            <a:off x="1231946" y="4907294"/>
            <a:ext cx="4132534" cy="1512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Squared Error (MSE) : 0.01435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Root Mean Squared Error (RMSE) : 0.11979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Absolute Error (MAE) : 0.008127366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BBCE40-1B85-8519-0B4B-D5170B457515}"/>
              </a:ext>
            </a:extLst>
          </p:cNvPr>
          <p:cNvSpPr txBox="1"/>
          <p:nvPr/>
        </p:nvSpPr>
        <p:spPr>
          <a:xfrm>
            <a:off x="7201035" y="4902954"/>
            <a:ext cx="3726011" cy="1512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Squared Error (MSE) : 133512.26688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Root Mean Squared Error (RMSE) : 365.3933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Absolute Error (MAE) : 273.219536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3E7908-5096-FA2B-0E47-7DBD4F4D8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97" y="1169215"/>
            <a:ext cx="5799682" cy="31306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B294F3-A393-6F08-59E5-C54B56CF3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54660"/>
            <a:ext cx="5915307" cy="3157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997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B294F3-A393-6F08-59E5-C54B56CF3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54660"/>
            <a:ext cx="5915307" cy="31575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982A43-012D-47A3-DF02-EB534EFAD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85" y="1154660"/>
            <a:ext cx="5915307" cy="315752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D1220C3-7BD8-7F1D-561A-C424393AC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TD3 Policy Gradient Agent - Reward #3</a:t>
            </a:r>
          </a:p>
        </p:txBody>
      </p:sp>
    </p:spTree>
    <p:extLst>
      <p:ext uri="{BB962C8B-B14F-4D97-AF65-F5344CB8AC3E}">
        <p14:creationId xmlns:p14="http://schemas.microsoft.com/office/powerpoint/2010/main" val="876155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2B7A-96D7-B34E-A658-8B9A0101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Soft Actor-Critic (SAC) Agent - Reward #3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14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77AB85-5785-BE76-0B88-2D2D5EBB08FB}"/>
              </a:ext>
            </a:extLst>
          </p:cNvPr>
          <p:cNvSpPr txBox="1"/>
          <p:nvPr/>
        </p:nvSpPr>
        <p:spPr>
          <a:xfrm>
            <a:off x="1231946" y="4907294"/>
            <a:ext cx="4132534" cy="1512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Squared Error (MSE) : 0.016770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Root Mean Squared Error (RMSE) : 0.1295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Absolute Error (MAE) : 0.009756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BBCE40-1B85-8519-0B4B-D5170B457515}"/>
              </a:ext>
            </a:extLst>
          </p:cNvPr>
          <p:cNvSpPr txBox="1"/>
          <p:nvPr/>
        </p:nvSpPr>
        <p:spPr>
          <a:xfrm>
            <a:off x="7201035" y="4902954"/>
            <a:ext cx="3726011" cy="1512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Squared Error (MSE) : 415508.00933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Root Mean Squared Error (RMSE) : 644.5991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/>
              <a:t>Mean Absolute Error (MAE) : 504.36782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28EF84-5DD0-9223-1DD2-546BAB00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56445"/>
            <a:ext cx="5911962" cy="31557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39C686-81DA-B6BF-B596-6C3F844F5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56446"/>
            <a:ext cx="5846218" cy="315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533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2B7A-96D7-B34E-A658-8B9A0101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Soft Actor-Critic (SAC) Agent - Reward #3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28EF84-5DD0-9223-1DD2-546BAB00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56445"/>
            <a:ext cx="5911962" cy="31557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22234A-2F3F-A37B-131D-FE114F29B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56445"/>
            <a:ext cx="5911963" cy="315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582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2B7A-96D7-B34E-A658-8B9A0101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494058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To do List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13369-C061-360A-62C6-ED92D4595CCB}"/>
              </a:ext>
            </a:extLst>
          </p:cNvPr>
          <p:cNvSpPr txBox="1"/>
          <p:nvPr/>
        </p:nvSpPr>
        <p:spPr>
          <a:xfrm>
            <a:off x="196530" y="1139822"/>
            <a:ext cx="11855262" cy="7897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27CE8"/>
                </a:solidFill>
                <a:latin typeface="Poppins"/>
                <a:cs typeface="Poppins"/>
              </a:rPr>
              <a:t>Forecasted Release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C27CE8"/>
              </a:solidFill>
              <a:highlight>
                <a:srgbClr val="FF0000"/>
              </a:highlight>
              <a:latin typeface="Poppins"/>
              <a:cs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27CE8"/>
                </a:solidFill>
                <a:highlight>
                  <a:srgbClr val="FF9933"/>
                </a:highlight>
                <a:latin typeface="Poppins"/>
                <a:cs typeface="Poppins"/>
              </a:rPr>
              <a:t>Use previous days release as feature- used in reward function, will use as feature too</a:t>
            </a: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rgbClr val="C27CE8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27CE8"/>
                </a:solidFill>
                <a:highlight>
                  <a:srgbClr val="FF9933"/>
                </a:highlight>
                <a:latin typeface="Poppins"/>
                <a:cs typeface="Poppins"/>
              </a:rPr>
              <a:t>Use more advanced non-linear polynomial and proximity reward functions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C27CE8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27CE8"/>
                </a:solidFill>
                <a:highlight>
                  <a:srgbClr val="FF9933"/>
                </a:highlight>
                <a:latin typeface="Poppins"/>
                <a:cs typeface="Poppins"/>
              </a:rPr>
              <a:t>Further improve the performance of the TD3 agent, and explore other RL agents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C27CE8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27CE8"/>
                </a:solidFill>
                <a:latin typeface="Poppins"/>
                <a:cs typeface="Poppins"/>
              </a:rPr>
              <a:t>Explore an ensemble of agents for prediction </a:t>
            </a:r>
            <a:r>
              <a:rPr lang="en-US" sz="2000" b="1">
                <a:solidFill>
                  <a:srgbClr val="C27CE8"/>
                </a:solidFill>
                <a:latin typeface="Poppins"/>
                <a:cs typeface="Poppins"/>
              </a:rPr>
              <a:t>of release, and use LSTM policy</a:t>
            </a:r>
            <a:endParaRPr lang="en-US" sz="2000" b="1" dirty="0">
              <a:solidFill>
                <a:srgbClr val="C27CE8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C27CE8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27CE8"/>
                </a:solidFill>
                <a:latin typeface="Poppins"/>
                <a:cs typeface="Poppins"/>
              </a:rPr>
              <a:t>Integration of streamflow, evaporation model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C27CE8"/>
              </a:solidFill>
              <a:highlight>
                <a:srgbClr val="FF9933"/>
              </a:highlight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rgbClr val="C27CE8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C27CE8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C27CE8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C27CE8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C27CE8"/>
              </a:solidFill>
              <a:latin typeface="Poppins"/>
              <a:cs typeface="Poppin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8C5BB5-1B12-AB43-C0FA-8C4CCD8743E0}"/>
              </a:ext>
            </a:extLst>
          </p:cNvPr>
          <p:cNvSpPr/>
          <p:nvPr/>
        </p:nvSpPr>
        <p:spPr>
          <a:xfrm>
            <a:off x="9983722" y="519758"/>
            <a:ext cx="1737224" cy="1240127"/>
          </a:xfrm>
          <a:prstGeom prst="roundRect">
            <a:avLst/>
          </a:prstGeom>
          <a:solidFill>
            <a:srgbClr val="88B9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FE504-ED64-29DA-22C5-CA335F74EFB4}"/>
              </a:ext>
            </a:extLst>
          </p:cNvPr>
          <p:cNvSpPr txBox="1"/>
          <p:nvPr/>
        </p:nvSpPr>
        <p:spPr>
          <a:xfrm>
            <a:off x="9983721" y="670461"/>
            <a:ext cx="194629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Red – Not Working</a:t>
            </a:r>
          </a:p>
          <a:p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Orange – Work in Progress</a:t>
            </a:r>
          </a:p>
          <a:p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Green – Completed</a:t>
            </a:r>
          </a:p>
          <a:p>
            <a:r>
              <a:rPr lang="en-US" sz="1100" dirty="0">
                <a:solidFill>
                  <a:schemeClr val="bg2">
                    <a:lumMod val="10000"/>
                  </a:schemeClr>
                </a:solidFill>
              </a:rPr>
              <a:t>No Color- Not Attempted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7063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plate_GRAIL Research Lab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9DC37E2-738E-42D5-A758-ADA1E3407E1B}" vid="{4C44DCE2-50C4-432C-803B-34B8919B98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438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AD10C71-605F-4D45-BD90-48F308DB4C30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FE99EB3-17DF-46FB-9742-792BD89F0A34}">
  <we:reference id="wa104380848" version="2.1.0.1" store="en-US" storeType="OMEX"/>
  <we:alternateReferences>
    <we:reference id="wa104380848" version="2.1.0.1" store="WA104380848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398C9F2FB735429A19D9F9E57C52E4" ma:contentTypeVersion="12" ma:contentTypeDescription="Create a new document." ma:contentTypeScope="" ma:versionID="845a4497539453155dca47dc4c3bedb8">
  <xsd:schema xmlns:xsd="http://www.w3.org/2001/XMLSchema" xmlns:xs="http://www.w3.org/2001/XMLSchema" xmlns:p="http://schemas.microsoft.com/office/2006/metadata/properties" xmlns:ns2="4170d58c-075f-4a60-81f2-faaaa327f98b" xmlns:ns3="4430976e-e7e9-42af-a028-d3d4b3f7834c" targetNamespace="http://schemas.microsoft.com/office/2006/metadata/properties" ma:root="true" ma:fieldsID="35887e907f6c53a68c30fdb24d1b11d2" ns2:_="" ns3:_="">
    <xsd:import namespace="4170d58c-075f-4a60-81f2-faaaa327f98b"/>
    <xsd:import namespace="4430976e-e7e9-42af-a028-d3d4b3f7834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70d58c-075f-4a60-81f2-faaaa327f98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30976e-e7e9-42af-a028-d3d4b3f783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DD623B-7157-438F-8B72-567A3A5F8B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70d58c-075f-4a60-81f2-faaaa327f98b"/>
    <ds:schemaRef ds:uri="4430976e-e7e9-42af-a028-d3d4b3f783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2F87915-1D0C-4997-8DD0-FC1D8EBFCC8E}">
  <ds:schemaRefs>
    <ds:schemaRef ds:uri="4430976e-e7e9-42af-a028-d3d4b3f7834c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4170d58c-075f-4a60-81f2-faaaa327f98b"/>
  </ds:schemaRefs>
</ds:datastoreItem>
</file>

<file path=customXml/itemProps3.xml><?xml version="1.0" encoding="utf-8"?>
<ds:datastoreItem xmlns:ds="http://schemas.openxmlformats.org/officeDocument/2006/customXml" ds:itemID="{D748DC4E-2131-42E7-8E59-49ADB1AA87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AuE 8930 Lecture 01 Introduction Course Conduct</Template>
  <TotalTime>15268</TotalTime>
  <Words>829</Words>
  <Application>Microsoft Office PowerPoint</Application>
  <PresentationFormat>Widescreen</PresentationFormat>
  <Paragraphs>175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Franklin Gothic Demi</vt:lpstr>
      <vt:lpstr>Franklin Gothic Medium</vt:lpstr>
      <vt:lpstr>Poppins</vt:lpstr>
      <vt:lpstr>Wingdings</vt:lpstr>
      <vt:lpstr>template_GRAIL Research Lab</vt:lpstr>
      <vt:lpstr>Deep Reinforcement Learning (DRL) Framework for Reservoir Management</vt:lpstr>
      <vt:lpstr>Correlation Among Data samples from USBR Navajo Webportal</vt:lpstr>
      <vt:lpstr>Reward Functions</vt:lpstr>
      <vt:lpstr>Proximal Policy Optimization (PPO) Agent: Non-Linear Reward</vt:lpstr>
      <vt:lpstr>Proximal Policy Optimization (PPO) Agent: Non-Linear Reward</vt:lpstr>
      <vt:lpstr>Proximal Policy Optimization (PPO) Agent- Reward Based on Proximity to a Target Range</vt:lpstr>
      <vt:lpstr>Proximal Policy Optimization (PPO) Agent- Reward Based on Proximity to a Target Range</vt:lpstr>
      <vt:lpstr>Twin-Delayed Deep Deterministic (TD3) Policy Gradient Agent</vt:lpstr>
      <vt:lpstr>Twin-Delayed Deep Deterministic (TD3) Policy Gradient Agent</vt:lpstr>
      <vt:lpstr>To do List</vt:lpstr>
      <vt:lpstr>Reward Functions</vt:lpstr>
      <vt:lpstr>TD3 Policy Gradient Agent - Reward #3</vt:lpstr>
      <vt:lpstr>TD3 Policy Gradient Agent - Reward #3</vt:lpstr>
      <vt:lpstr>Soft Actor-Critic (SAC) Agent - Reward #3</vt:lpstr>
      <vt:lpstr>Soft Actor-Critic (SAC) Agent - Reward #3</vt:lpstr>
      <vt:lpstr>To do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</dc:title>
  <dc:creator>Shengli Xu</dc:creator>
  <cp:lastModifiedBy>Shubhendu Kumar Singh</cp:lastModifiedBy>
  <cp:revision>549</cp:revision>
  <dcterms:created xsi:type="dcterms:W3CDTF">2021-09-26T23:34:49Z</dcterms:created>
  <dcterms:modified xsi:type="dcterms:W3CDTF">2024-09-05T04:12:04Z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0x010100DD398C9F2FB735429A19D9F9E57C52E4</vt:lpwstr>
  </property>
</Properties>
</file>
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16"/>
  </p:notesMasterIdLst>
  <p:sldIdLst>
    <p:sldId id="365" r:id="rId5"/>
    <p:sldId id="426" r:id="rId6"/>
    <p:sldId id="427" r:id="rId7"/>
    <p:sldId id="430" r:id="rId8"/>
    <p:sldId id="435" r:id="rId9"/>
    <p:sldId id="425" r:id="rId10"/>
    <p:sldId id="437" r:id="rId11"/>
    <p:sldId id="436" r:id="rId12"/>
    <p:sldId id="434" r:id="rId13"/>
    <p:sldId id="431" r:id="rId14"/>
    <p:sldId id="42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4EC"/>
    <a:srgbClr val="FF9933"/>
    <a:srgbClr val="88B967"/>
    <a:srgbClr val="522D80"/>
    <a:srgbClr val="F5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A160C-6965-4536-8DFF-AF26EF05FB7E}" v="81" dt="2024-11-07T16:26:05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5"/>
    <p:restoredTop sz="94708"/>
  </p:normalViewPr>
  <p:slideViewPr>
    <p:cSldViewPr snapToGrid="0" snapToObjects="1">
      <p:cViewPr varScale="1">
        <p:scale>
          <a:sx n="85" d="100"/>
          <a:sy n="85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endu Kumar Singh" userId="461b01912b5747a3" providerId="LiveId" clId="{02D4653C-9B20-4A86-894F-7000ABD9869B}"/>
    <pc:docChg chg="delSld">
      <pc:chgData name="Shubhendu Kumar Singh" userId="461b01912b5747a3" providerId="LiveId" clId="{02D4653C-9B20-4A86-894F-7000ABD9869B}" dt="2024-11-07T17:31:54.209" v="0" actId="47"/>
      <pc:docMkLst>
        <pc:docMk/>
      </pc:docMkLst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62350368" sldId="35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82193129" sldId="36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9733034" sldId="36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33855362" sldId="37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54630173" sldId="37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088277697" sldId="37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53818468" sldId="37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70631743" sldId="38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165754" sldId="38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18349" sldId="38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0997789" sldId="38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76155432" sldId="38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25223204" sldId="38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711533023" sldId="38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9381446" sldId="38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87042813" sldId="38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7521997" sldId="39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044542422" sldId="39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3987533" sldId="39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3246558" sldId="39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23061849" sldId="39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19553677" sldId="39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2810" sldId="39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35882729" sldId="39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621644" sldId="39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898871339" sldId="40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451253319" sldId="40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521842807" sldId="40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729759636" sldId="40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41515603" sldId="40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062768489" sldId="40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699170" sldId="40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59902114" sldId="40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674990936" sldId="40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8978580" sldId="40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08969727" sldId="41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60023958" sldId="41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07711479" sldId="41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9900268" sldId="41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986509641" sldId="41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7213750" sldId="41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71334923" sldId="41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188719388" sldId="41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28605426" sldId="41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04518301" sldId="41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66156269" sldId="42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986597373" sldId="42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469052448" sldId="42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49308559" sldId="423"/>
        </pc:sldMkLst>
      </pc:sldChg>
    </pc:docChg>
  </pc:docChgLst>
  <pc:docChgLst>
    <pc:chgData name="Shubhendu Kumar Singh" userId="461b01912b5747a3" providerId="LiveId" clId="{0E4A160C-6965-4536-8DFF-AF26EF05FB7E}"/>
    <pc:docChg chg="undo custSel addSld delSld modSld sldOrd">
      <pc:chgData name="Shubhendu Kumar Singh" userId="461b01912b5747a3" providerId="LiveId" clId="{0E4A160C-6965-4536-8DFF-AF26EF05FB7E}" dt="2024-11-07T16:59:57.685" v="3124" actId="47"/>
      <pc:docMkLst>
        <pc:docMk/>
      </pc:docMkLst>
      <pc:sldChg chg="modSp mod">
        <pc:chgData name="Shubhendu Kumar Singh" userId="461b01912b5747a3" providerId="LiveId" clId="{0E4A160C-6965-4536-8DFF-AF26EF05FB7E}" dt="2024-11-04T05:57:54.212" v="285" actId="20577"/>
        <pc:sldMkLst>
          <pc:docMk/>
          <pc:sldMk cId="3462350368" sldId="358"/>
        </pc:sldMkLst>
        <pc:spChg chg="mod">
          <ac:chgData name="Shubhendu Kumar Singh" userId="461b01912b5747a3" providerId="LiveId" clId="{0E4A160C-6965-4536-8DFF-AF26EF05FB7E}" dt="2024-11-04T05:57:54.212" v="285" actId="20577"/>
          <ac:spMkLst>
            <pc:docMk/>
            <pc:sldMk cId="3462350368" sldId="358"/>
            <ac:spMk id="6" creationId="{EB261EDF-2A79-CE4B-8821-6B581669F515}"/>
          </ac:spMkLst>
        </pc:spChg>
      </pc:sldChg>
      <pc:sldChg chg="addSp delSp modSp add mod ord">
        <pc:chgData name="Shubhendu Kumar Singh" userId="461b01912b5747a3" providerId="LiveId" clId="{0E4A160C-6965-4536-8DFF-AF26EF05FB7E}" dt="2024-11-07T06:17:33.391" v="2535" actId="20577"/>
        <pc:sldMkLst>
          <pc:docMk/>
          <pc:sldMk cId="1869610329" sldId="424"/>
        </pc:sldMkLst>
        <pc:spChg chg="add del mod">
          <ac:chgData name="Shubhendu Kumar Singh" userId="461b01912b5747a3" providerId="LiveId" clId="{0E4A160C-6965-4536-8DFF-AF26EF05FB7E}" dt="2024-11-07T05:07:24.687" v="2325" actId="478"/>
          <ac:spMkLst>
            <pc:docMk/>
            <pc:sldMk cId="1869610329" sldId="424"/>
            <ac:spMk id="2" creationId="{F8ACA7E6-9780-A170-DAB2-83DDA9F4F3BB}"/>
          </ac:spMkLst>
        </pc:spChg>
        <pc:spChg chg="add del mod">
          <ac:chgData name="Shubhendu Kumar Singh" userId="461b01912b5747a3" providerId="LiveId" clId="{0E4A160C-6965-4536-8DFF-AF26EF05FB7E}" dt="2024-11-07T05:07:28.021" v="2326" actId="478"/>
          <ac:spMkLst>
            <pc:docMk/>
            <pc:sldMk cId="1869610329" sldId="424"/>
            <ac:spMk id="5" creationId="{5CE11548-CBBE-0615-6219-C101600B98D6}"/>
          </ac:spMkLst>
        </pc:spChg>
        <pc:spChg chg="mod">
          <ac:chgData name="Shubhendu Kumar Singh" userId="461b01912b5747a3" providerId="LiveId" clId="{0E4A160C-6965-4536-8DFF-AF26EF05FB7E}" dt="2024-11-07T05:07:51.313" v="2362" actId="20577"/>
          <ac:spMkLst>
            <pc:docMk/>
            <pc:sldMk cId="1869610329" sldId="424"/>
            <ac:spMk id="7" creationId="{797ACDC1-652D-4D99-04D9-3A0492598407}"/>
          </ac:spMkLst>
        </pc:spChg>
        <pc:spChg chg="del">
          <ac:chgData name="Shubhendu Kumar Singh" userId="461b01912b5747a3" providerId="LiveId" clId="{0E4A160C-6965-4536-8DFF-AF26EF05FB7E}" dt="2024-11-03T06:10:28.501" v="2" actId="478"/>
          <ac:spMkLst>
            <pc:docMk/>
            <pc:sldMk cId="1869610329" sldId="424"/>
            <ac:spMk id="8" creationId="{1956DD37-41B0-BD59-E78B-9347D08289FE}"/>
          </ac:spMkLst>
        </pc:spChg>
        <pc:spChg chg="add mod">
          <ac:chgData name="Shubhendu Kumar Singh" userId="461b01912b5747a3" providerId="LiveId" clId="{0E4A160C-6965-4536-8DFF-AF26EF05FB7E}" dt="2024-11-07T06:17:33.391" v="2535" actId="20577"/>
          <ac:spMkLst>
            <pc:docMk/>
            <pc:sldMk cId="1869610329" sldId="424"/>
            <ac:spMk id="10" creationId="{AE30CC56-758C-F660-B11F-F0B4E1353B06}"/>
          </ac:spMkLst>
        </pc:spChg>
        <pc:picChg chg="add del mod">
          <ac:chgData name="Shubhendu Kumar Singh" userId="461b01912b5747a3" providerId="LiveId" clId="{0E4A160C-6965-4536-8DFF-AF26EF05FB7E}" dt="2024-11-03T06:15:51.143" v="46" actId="478"/>
          <ac:picMkLst>
            <pc:docMk/>
            <pc:sldMk cId="1869610329" sldId="424"/>
            <ac:picMk id="2" creationId="{88571582-0B68-11E4-A39B-A9DE99CFD1DC}"/>
          </ac:picMkLst>
        </pc:picChg>
        <pc:picChg chg="del">
          <ac:chgData name="Shubhendu Kumar Singh" userId="461b01912b5747a3" providerId="LiveId" clId="{0E4A160C-6965-4536-8DFF-AF26EF05FB7E}" dt="2024-11-03T06:10:24.626" v="1" actId="478"/>
          <ac:picMkLst>
            <pc:docMk/>
            <pc:sldMk cId="1869610329" sldId="424"/>
            <ac:picMk id="4" creationId="{D992915D-0FE4-6559-CC02-495E879F9DFA}"/>
          </ac:picMkLst>
        </pc:picChg>
      </pc:sldChg>
      <pc:sldChg chg="add">
        <pc:chgData name="Shubhendu Kumar Singh" userId="461b01912b5747a3" providerId="LiveId" clId="{0E4A160C-6965-4536-8DFF-AF26EF05FB7E}" dt="2024-11-03T06:15:48.506" v="45" actId="2890"/>
        <pc:sldMkLst>
          <pc:docMk/>
          <pc:sldMk cId="1331353543" sldId="425"/>
        </pc:sldMkLst>
      </pc:sldChg>
      <pc:sldChg chg="addSp delSp modSp add mod">
        <pc:chgData name="Shubhendu Kumar Singh" userId="461b01912b5747a3" providerId="LiveId" clId="{0E4A160C-6965-4536-8DFF-AF26EF05FB7E}" dt="2024-11-05T03:32:44.723" v="1693" actId="20577"/>
        <pc:sldMkLst>
          <pc:docMk/>
          <pc:sldMk cId="2735324592" sldId="426"/>
        </pc:sldMkLst>
        <pc:spChg chg="add mod">
          <ac:chgData name="Shubhendu Kumar Singh" userId="461b01912b5747a3" providerId="LiveId" clId="{0E4A160C-6965-4536-8DFF-AF26EF05FB7E}" dt="2024-11-05T03:32:44.723" v="1693" actId="20577"/>
          <ac:spMkLst>
            <pc:docMk/>
            <pc:sldMk cId="2735324592" sldId="426"/>
            <ac:spMk id="2" creationId="{B90C7E18-3E57-D4A9-5A5D-46B951692547}"/>
          </ac:spMkLst>
        </pc:spChg>
        <pc:spChg chg="add mod">
          <ac:chgData name="Shubhendu Kumar Singh" userId="461b01912b5747a3" providerId="LiveId" clId="{0E4A160C-6965-4536-8DFF-AF26EF05FB7E}" dt="2024-11-05T03:32:39.519" v="1691" actId="123"/>
          <ac:spMkLst>
            <pc:docMk/>
            <pc:sldMk cId="2735324592" sldId="426"/>
            <ac:spMk id="3" creationId="{1A0EAB30-AF6C-2FA6-7C8E-F5B678C8F9C1}"/>
          </ac:spMkLst>
        </pc:spChg>
        <pc:spChg chg="mod">
          <ac:chgData name="Shubhendu Kumar Singh" userId="461b01912b5747a3" providerId="LiveId" clId="{0E4A160C-6965-4536-8DFF-AF26EF05FB7E}" dt="2024-11-04T10:09:22.303" v="327" actId="20577"/>
          <ac:spMkLst>
            <pc:docMk/>
            <pc:sldMk cId="2735324592" sldId="426"/>
            <ac:spMk id="7" creationId="{797ACDC1-652D-4D99-04D9-3A0492598407}"/>
          </ac:spMkLst>
        </pc:spChg>
        <pc:spChg chg="del">
          <ac:chgData name="Shubhendu Kumar Singh" userId="461b01912b5747a3" providerId="LiveId" clId="{0E4A160C-6965-4536-8DFF-AF26EF05FB7E}" dt="2024-11-03T23:31:13.884" v="159" actId="478"/>
          <ac:spMkLst>
            <pc:docMk/>
            <pc:sldMk cId="2735324592" sldId="426"/>
            <ac:spMk id="8" creationId="{1956DD37-41B0-BD59-E78B-9347D08289FE}"/>
          </ac:spMkLst>
        </pc:spChg>
        <pc:picChg chg="del">
          <ac:chgData name="Shubhendu Kumar Singh" userId="461b01912b5747a3" providerId="LiveId" clId="{0E4A160C-6965-4536-8DFF-AF26EF05FB7E}" dt="2024-11-03T23:31:10.083" v="158" actId="478"/>
          <ac:picMkLst>
            <pc:docMk/>
            <pc:sldMk cId="2735324592" sldId="426"/>
            <ac:picMk id="4" creationId="{D992915D-0FE4-6559-CC02-495E879F9DFA}"/>
          </ac:picMkLst>
        </pc:picChg>
      </pc:sldChg>
      <pc:sldChg chg="delSp modSp add mod ord delAnim">
        <pc:chgData name="Shubhendu Kumar Singh" userId="461b01912b5747a3" providerId="LiveId" clId="{0E4A160C-6965-4536-8DFF-AF26EF05FB7E}" dt="2024-11-07T03:10:13.382" v="2050" actId="1076"/>
        <pc:sldMkLst>
          <pc:docMk/>
          <pc:sldMk cId="3725155999" sldId="427"/>
        </pc:sldMkLst>
        <pc:spChg chg="mod">
          <ac:chgData name="Shubhendu Kumar Singh" userId="461b01912b5747a3" providerId="LiveId" clId="{0E4A160C-6965-4536-8DFF-AF26EF05FB7E}" dt="2024-11-05T03:16:07.383" v="1619" actId="20577"/>
          <ac:spMkLst>
            <pc:docMk/>
            <pc:sldMk cId="3725155999" sldId="427"/>
            <ac:spMk id="2" creationId="{37982B7A-96D7-B34E-A658-8B9A0101A71C}"/>
          </ac:spMkLst>
        </pc:spChg>
        <pc:spChg chg="del">
          <ac:chgData name="Shubhendu Kumar Singh" userId="461b01912b5747a3" providerId="LiveId" clId="{0E4A160C-6965-4536-8DFF-AF26EF05FB7E}" dt="2024-11-04T05:48:23.160" v="175" actId="478"/>
          <ac:spMkLst>
            <pc:docMk/>
            <pc:sldMk cId="3725155999" sldId="427"/>
            <ac:spMk id="3" creationId="{403EF405-9E53-2416-3446-BFE8D833364F}"/>
          </ac:spMkLst>
        </pc:spChg>
        <pc:spChg chg="del">
          <ac:chgData name="Shubhendu Kumar Singh" userId="461b01912b5747a3" providerId="LiveId" clId="{0E4A160C-6965-4536-8DFF-AF26EF05FB7E}" dt="2024-11-04T05:48:19.624" v="174" actId="478"/>
          <ac:spMkLst>
            <pc:docMk/>
            <pc:sldMk cId="3725155999" sldId="427"/>
            <ac:spMk id="4" creationId="{61FEAA70-8613-BA28-541C-FA614F3FDE25}"/>
          </ac:spMkLst>
        </pc:spChg>
        <pc:graphicFrameChg chg="mod modGraphic">
          <ac:chgData name="Shubhendu Kumar Singh" userId="461b01912b5747a3" providerId="LiveId" clId="{0E4A160C-6965-4536-8DFF-AF26EF05FB7E}" dt="2024-11-07T03:10:13.382" v="2050" actId="1076"/>
          <ac:graphicFrameMkLst>
            <pc:docMk/>
            <pc:sldMk cId="3725155999" sldId="427"/>
            <ac:graphicFrameMk id="5" creationId="{AD47E71D-9E09-EFAC-FA97-D07C2BEBA6B3}"/>
          </ac:graphicFrameMkLst>
        </pc:graphicFrameChg>
      </pc:sldChg>
      <pc:sldChg chg="add del">
        <pc:chgData name="Shubhendu Kumar Singh" userId="461b01912b5747a3" providerId="LiveId" clId="{0E4A160C-6965-4536-8DFF-AF26EF05FB7E}" dt="2024-11-05T07:27:12.036" v="2008" actId="2696"/>
        <pc:sldMkLst>
          <pc:docMk/>
          <pc:sldMk cId="331758838" sldId="428"/>
        </pc:sldMkLst>
      </pc:sldChg>
      <pc:sldChg chg="addSp delSp modSp add del mod">
        <pc:chgData name="Shubhendu Kumar Singh" userId="461b01912b5747a3" providerId="LiveId" clId="{0E4A160C-6965-4536-8DFF-AF26EF05FB7E}" dt="2024-11-07T04:23:57.338" v="2131" actId="47"/>
        <pc:sldMkLst>
          <pc:docMk/>
          <pc:sldMk cId="3567602749" sldId="429"/>
        </pc:sldMkLst>
        <pc:picChg chg="del">
          <ac:chgData name="Shubhendu Kumar Singh" userId="461b01912b5747a3" providerId="LiveId" clId="{0E4A160C-6965-4536-8DFF-AF26EF05FB7E}" dt="2024-11-05T03:44:11.079" v="1703" actId="478"/>
          <ac:picMkLst>
            <pc:docMk/>
            <pc:sldMk cId="3567602749" sldId="429"/>
            <ac:picMk id="2" creationId="{88571582-0B68-11E4-A39B-A9DE99CFD1DC}"/>
          </ac:picMkLst>
        </pc:picChg>
        <pc:picChg chg="add del mod">
          <ac:chgData name="Shubhendu Kumar Singh" userId="461b01912b5747a3" providerId="LiveId" clId="{0E4A160C-6965-4536-8DFF-AF26EF05FB7E}" dt="2024-11-07T03:55:03.066" v="2052" actId="478"/>
          <ac:picMkLst>
            <pc:docMk/>
            <pc:sldMk cId="3567602749" sldId="429"/>
            <ac:picMk id="3" creationId="{627FFA57-25EA-3AD3-832E-9AADA2370F14}"/>
          </ac:picMkLst>
        </pc:picChg>
      </pc:sldChg>
      <pc:sldChg chg="addSp delSp modSp add mod ord">
        <pc:chgData name="Shubhendu Kumar Singh" userId="461b01912b5747a3" providerId="LiveId" clId="{0E4A160C-6965-4536-8DFF-AF26EF05FB7E}" dt="2024-11-05T07:23:59.496" v="2007" actId="20577"/>
        <pc:sldMkLst>
          <pc:docMk/>
          <pc:sldMk cId="4292739304" sldId="430"/>
        </pc:sldMkLst>
        <pc:spChg chg="mod">
          <ac:chgData name="Shubhendu Kumar Singh" userId="461b01912b5747a3" providerId="LiveId" clId="{0E4A160C-6965-4536-8DFF-AF26EF05FB7E}" dt="2024-11-05T07:23:59.496" v="2007" actId="20577"/>
          <ac:spMkLst>
            <pc:docMk/>
            <pc:sldMk cId="4292739304" sldId="430"/>
            <ac:spMk id="2" creationId="{37982B7A-96D7-B34E-A658-8B9A0101A71C}"/>
          </ac:spMkLst>
        </pc:spChg>
        <pc:spChg chg="add mod">
          <ac:chgData name="Shubhendu Kumar Singh" userId="461b01912b5747a3" providerId="LiveId" clId="{0E4A160C-6965-4536-8DFF-AF26EF05FB7E}" dt="2024-11-05T07:23:17.358" v="1943" actId="1076"/>
          <ac:spMkLst>
            <pc:docMk/>
            <pc:sldMk cId="4292739304" sldId="430"/>
            <ac:spMk id="5" creationId="{FE9DAE38-12C4-7403-B0DC-A21ABE91AC07}"/>
          </ac:spMkLst>
        </pc:spChg>
        <pc:spChg chg="add del mod">
          <ac:chgData name="Shubhendu Kumar Singh" userId="461b01912b5747a3" providerId="LiveId" clId="{0E4A160C-6965-4536-8DFF-AF26EF05FB7E}" dt="2024-11-05T07:21:19.495" v="1917" actId="478"/>
          <ac:spMkLst>
            <pc:docMk/>
            <pc:sldMk cId="4292739304" sldId="430"/>
            <ac:spMk id="7" creationId="{87BA8E9F-179B-DFB1-56A3-D8E2805572F0}"/>
          </ac:spMkLst>
        </pc:spChg>
        <pc:spChg chg="add del mod">
          <ac:chgData name="Shubhendu Kumar Singh" userId="461b01912b5747a3" providerId="LiveId" clId="{0E4A160C-6965-4536-8DFF-AF26EF05FB7E}" dt="2024-11-05T07:21:33.020" v="1922" actId="478"/>
          <ac:spMkLst>
            <pc:docMk/>
            <pc:sldMk cId="4292739304" sldId="430"/>
            <ac:spMk id="8" creationId="{53935F15-E1AF-C6C6-D51E-A72B1811E0AC}"/>
          </ac:spMkLst>
        </pc:spChg>
        <pc:spChg chg="add del mod">
          <ac:chgData name="Shubhendu Kumar Singh" userId="461b01912b5747a3" providerId="LiveId" clId="{0E4A160C-6965-4536-8DFF-AF26EF05FB7E}" dt="2024-11-05T07:21:21.959" v="1918" actId="478"/>
          <ac:spMkLst>
            <pc:docMk/>
            <pc:sldMk cId="4292739304" sldId="430"/>
            <ac:spMk id="10" creationId="{ACE6BE05-1D45-6026-D7B4-7093C0710FC0}"/>
          </ac:spMkLst>
        </pc:spChg>
        <pc:picChg chg="mod">
          <ac:chgData name="Shubhendu Kumar Singh" userId="461b01912b5747a3" providerId="LiveId" clId="{0E4A160C-6965-4536-8DFF-AF26EF05FB7E}" dt="2024-11-05T07:22:24.537" v="1938" actId="1076"/>
          <ac:picMkLst>
            <pc:docMk/>
            <pc:sldMk cId="4292739304" sldId="430"/>
            <ac:picMk id="3" creationId="{1E52E2AB-3CEE-93A0-D8FB-33A905ACFA28}"/>
          </ac:picMkLst>
        </pc:picChg>
        <pc:picChg chg="add del mod">
          <ac:chgData name="Shubhendu Kumar Singh" userId="461b01912b5747a3" providerId="LiveId" clId="{0E4A160C-6965-4536-8DFF-AF26EF05FB7E}" dt="2024-11-05T07:21:15.769" v="1916" actId="478"/>
          <ac:picMkLst>
            <pc:docMk/>
            <pc:sldMk cId="4292739304" sldId="430"/>
            <ac:picMk id="4" creationId="{F6D5FC3F-C0D1-FCBB-1436-0849EFE18D4E}"/>
          </ac:picMkLst>
        </pc:picChg>
        <pc:picChg chg="del">
          <ac:chgData name="Shubhendu Kumar Singh" userId="461b01912b5747a3" providerId="LiveId" clId="{0E4A160C-6965-4536-8DFF-AF26EF05FB7E}" dt="2024-11-05T04:47:41.230" v="1725" actId="478"/>
          <ac:picMkLst>
            <pc:docMk/>
            <pc:sldMk cId="4292739304" sldId="430"/>
            <ac:picMk id="6" creationId="{7A56BE19-EEB3-9E5F-B4E9-0B043F8B6203}"/>
          </ac:picMkLst>
        </pc:picChg>
      </pc:sldChg>
      <pc:sldChg chg="addSp delSp modSp add mod">
        <pc:chgData name="Shubhendu Kumar Singh" userId="461b01912b5747a3" providerId="LiveId" clId="{0E4A160C-6965-4536-8DFF-AF26EF05FB7E}" dt="2024-11-07T04:04:55.378" v="2117" actId="1076"/>
        <pc:sldMkLst>
          <pc:docMk/>
          <pc:sldMk cId="304010095" sldId="431"/>
        </pc:sldMkLst>
        <pc:picChg chg="add mod">
          <ac:chgData name="Shubhendu Kumar Singh" userId="461b01912b5747a3" providerId="LiveId" clId="{0E4A160C-6965-4536-8DFF-AF26EF05FB7E}" dt="2024-11-07T04:04:55.378" v="2117" actId="1076"/>
          <ac:picMkLst>
            <pc:docMk/>
            <pc:sldMk cId="304010095" sldId="431"/>
            <ac:picMk id="2" creationId="{1001252E-9381-ABC1-4372-F1472AC2F02F}"/>
          </ac:picMkLst>
        </pc:picChg>
        <pc:picChg chg="del">
          <ac:chgData name="Shubhendu Kumar Singh" userId="461b01912b5747a3" providerId="LiveId" clId="{0E4A160C-6965-4536-8DFF-AF26EF05FB7E}" dt="2024-11-07T04:02:09.396" v="2054" actId="478"/>
          <ac:picMkLst>
            <pc:docMk/>
            <pc:sldMk cId="304010095" sldId="431"/>
            <ac:picMk id="3" creationId="{627FFA57-25EA-3AD3-832E-9AADA2370F14}"/>
          </ac:picMkLst>
        </pc:picChg>
      </pc:sldChg>
      <pc:sldChg chg="modSp add del mod ord">
        <pc:chgData name="Shubhendu Kumar Singh" userId="461b01912b5747a3" providerId="LiveId" clId="{0E4A160C-6965-4536-8DFF-AF26EF05FB7E}" dt="2024-11-07T04:42:06.742" v="2231" actId="47"/>
        <pc:sldMkLst>
          <pc:docMk/>
          <pc:sldMk cId="251598858" sldId="432"/>
        </pc:sldMkLst>
        <pc:spChg chg="mod">
          <ac:chgData name="Shubhendu Kumar Singh" userId="461b01912b5747a3" providerId="LiveId" clId="{0E4A160C-6965-4536-8DFF-AF26EF05FB7E}" dt="2024-11-07T04:05:33.026" v="2130" actId="1076"/>
          <ac:spMkLst>
            <pc:docMk/>
            <pc:sldMk cId="251598858" sldId="432"/>
            <ac:spMk id="5" creationId="{5CE11548-CBBE-0615-6219-C101600B98D6}"/>
          </ac:spMkLst>
        </pc:spChg>
      </pc:sldChg>
      <pc:sldChg chg="addSp delSp modSp add del mod">
        <pc:chgData name="Shubhendu Kumar Singh" userId="461b01912b5747a3" providerId="LiveId" clId="{0E4A160C-6965-4536-8DFF-AF26EF05FB7E}" dt="2024-11-07T04:42:03.322" v="2230" actId="47"/>
        <pc:sldMkLst>
          <pc:docMk/>
          <pc:sldMk cId="1329699615" sldId="433"/>
        </pc:sldMkLst>
        <pc:spChg chg="mod">
          <ac:chgData name="Shubhendu Kumar Singh" userId="461b01912b5747a3" providerId="LiveId" clId="{0E4A160C-6965-4536-8DFF-AF26EF05FB7E}" dt="2024-11-07T04:30:18.033" v="2175" actId="1076"/>
          <ac:spMkLst>
            <pc:docMk/>
            <pc:sldMk cId="1329699615" sldId="433"/>
            <ac:spMk id="5" creationId="{5CE11548-CBBE-0615-6219-C101600B98D6}"/>
          </ac:spMkLst>
        </pc:spChg>
        <pc:spChg chg="add del">
          <ac:chgData name="Shubhendu Kumar Singh" userId="461b01912b5747a3" providerId="LiveId" clId="{0E4A160C-6965-4536-8DFF-AF26EF05FB7E}" dt="2024-11-07T04:30:18.511" v="2176" actId="478"/>
          <ac:spMkLst>
            <pc:docMk/>
            <pc:sldMk cId="1329699615" sldId="433"/>
            <ac:spMk id="10" creationId="{AE30CC56-758C-F660-B11F-F0B4E1353B06}"/>
          </ac:spMkLst>
        </pc:spChg>
      </pc:sldChg>
      <pc:sldChg chg="modSp add del mod ord">
        <pc:chgData name="Shubhendu Kumar Singh" userId="461b01912b5747a3" providerId="LiveId" clId="{0E4A160C-6965-4536-8DFF-AF26EF05FB7E}" dt="2024-11-07T04:28:11.296" v="2132" actId="47"/>
        <pc:sldMkLst>
          <pc:docMk/>
          <pc:sldMk cId="1385723288" sldId="433"/>
        </pc:sldMkLst>
        <pc:spChg chg="mod">
          <ac:chgData name="Shubhendu Kumar Singh" userId="461b01912b5747a3" providerId="LiveId" clId="{0E4A160C-6965-4536-8DFF-AF26EF05FB7E}" dt="2024-11-07T04:05:26.941" v="2129" actId="1076"/>
          <ac:spMkLst>
            <pc:docMk/>
            <pc:sldMk cId="1385723288" sldId="433"/>
            <ac:spMk id="5" creationId="{5CE11548-CBBE-0615-6219-C101600B98D6}"/>
          </ac:spMkLst>
        </pc:spChg>
      </pc:sldChg>
      <pc:sldChg chg="addSp modSp add mod ord">
        <pc:chgData name="Shubhendu Kumar Singh" userId="461b01912b5747a3" providerId="LiveId" clId="{0E4A160C-6965-4536-8DFF-AF26EF05FB7E}" dt="2024-11-07T08:11:18.209" v="2611" actId="20577"/>
        <pc:sldMkLst>
          <pc:docMk/>
          <pc:sldMk cId="4085001802" sldId="434"/>
        </pc:sldMkLst>
        <pc:spChg chg="add mod">
          <ac:chgData name="Shubhendu Kumar Singh" userId="461b01912b5747a3" providerId="LiveId" clId="{0E4A160C-6965-4536-8DFF-AF26EF05FB7E}" dt="2024-11-07T06:18:47.953" v="2546" actId="20577"/>
          <ac:spMkLst>
            <pc:docMk/>
            <pc:sldMk cId="4085001802" sldId="434"/>
            <ac:spMk id="2" creationId="{E4357C76-5826-77C0-AFB0-76C48DF3E30F}"/>
          </ac:spMkLst>
        </pc:spChg>
        <pc:spChg chg="mod">
          <ac:chgData name="Shubhendu Kumar Singh" userId="461b01912b5747a3" providerId="LiveId" clId="{0E4A160C-6965-4536-8DFF-AF26EF05FB7E}" dt="2024-11-07T04:50:31.165" v="2306" actId="1076"/>
          <ac:spMkLst>
            <pc:docMk/>
            <pc:sldMk cId="4085001802" sldId="434"/>
            <ac:spMk id="5" creationId="{5CE11548-CBBE-0615-6219-C101600B98D6}"/>
          </ac:spMkLst>
        </pc:spChg>
        <pc:spChg chg="mod">
          <ac:chgData name="Shubhendu Kumar Singh" userId="461b01912b5747a3" providerId="LiveId" clId="{0E4A160C-6965-4536-8DFF-AF26EF05FB7E}" dt="2024-11-07T08:11:18.209" v="2611" actId="20577"/>
          <ac:spMkLst>
            <pc:docMk/>
            <pc:sldMk cId="4085001802" sldId="434"/>
            <ac:spMk id="10" creationId="{AE30CC56-758C-F660-B11F-F0B4E1353B06}"/>
          </ac:spMkLst>
        </pc:spChg>
      </pc:sldChg>
      <pc:sldChg chg="modSp add mod">
        <pc:chgData name="Shubhendu Kumar Singh" userId="461b01912b5747a3" providerId="LiveId" clId="{0E4A160C-6965-4536-8DFF-AF26EF05FB7E}" dt="2024-11-07T08:10:59.686" v="2595" actId="20577"/>
        <pc:sldMkLst>
          <pc:docMk/>
          <pc:sldMk cId="1520957443" sldId="435"/>
        </pc:sldMkLst>
        <pc:spChg chg="mod">
          <ac:chgData name="Shubhendu Kumar Singh" userId="461b01912b5747a3" providerId="LiveId" clId="{0E4A160C-6965-4536-8DFF-AF26EF05FB7E}" dt="2024-11-07T08:10:59.686" v="2595" actId="20577"/>
          <ac:spMkLst>
            <pc:docMk/>
            <pc:sldMk cId="1520957443" sldId="435"/>
            <ac:spMk id="10" creationId="{AE30CC56-758C-F660-B11F-F0B4E1353B06}"/>
          </ac:spMkLst>
        </pc:spChg>
      </pc:sldChg>
      <pc:sldChg chg="addSp delSp modSp add mod">
        <pc:chgData name="Shubhendu Kumar Singh" userId="461b01912b5747a3" providerId="LiveId" clId="{0E4A160C-6965-4536-8DFF-AF26EF05FB7E}" dt="2024-11-07T12:19:06.614" v="3069" actId="1076"/>
        <pc:sldMkLst>
          <pc:docMk/>
          <pc:sldMk cId="1477373688" sldId="436"/>
        </pc:sldMkLst>
        <pc:picChg chg="del">
          <ac:chgData name="Shubhendu Kumar Singh" userId="461b01912b5747a3" providerId="LiveId" clId="{0E4A160C-6965-4536-8DFF-AF26EF05FB7E}" dt="2024-11-07T08:07:52.254" v="2548" actId="478"/>
          <ac:picMkLst>
            <pc:docMk/>
            <pc:sldMk cId="1477373688" sldId="436"/>
            <ac:picMk id="2" creationId="{88571582-0B68-11E4-A39B-A9DE99CFD1DC}"/>
          </ac:picMkLst>
        </pc:picChg>
        <pc:picChg chg="add mod">
          <ac:chgData name="Shubhendu Kumar Singh" userId="461b01912b5747a3" providerId="LiveId" clId="{0E4A160C-6965-4536-8DFF-AF26EF05FB7E}" dt="2024-11-07T12:19:06.614" v="3069" actId="1076"/>
          <ac:picMkLst>
            <pc:docMk/>
            <pc:sldMk cId="1477373688" sldId="436"/>
            <ac:picMk id="3" creationId="{CDD8B59E-F3ED-21BA-1FC4-CB718D7E165E}"/>
          </ac:picMkLst>
        </pc:picChg>
      </pc:sldChg>
      <pc:sldChg chg="modSp add mod ord">
        <pc:chgData name="Shubhendu Kumar Singh" userId="461b01912b5747a3" providerId="LiveId" clId="{0E4A160C-6965-4536-8DFF-AF26EF05FB7E}" dt="2024-11-07T08:15:43.609" v="3056" actId="20577"/>
        <pc:sldMkLst>
          <pc:docMk/>
          <pc:sldMk cId="2950768659" sldId="437"/>
        </pc:sldMkLst>
        <pc:spChg chg="mod">
          <ac:chgData name="Shubhendu Kumar Singh" userId="461b01912b5747a3" providerId="LiveId" clId="{0E4A160C-6965-4536-8DFF-AF26EF05FB7E}" dt="2024-11-07T08:15:43.609" v="3056" actId="20577"/>
          <ac:spMkLst>
            <pc:docMk/>
            <pc:sldMk cId="2950768659" sldId="437"/>
            <ac:spMk id="2" creationId="{F8ACA7E6-9780-A170-DAB2-83DDA9F4F3BB}"/>
          </ac:spMkLst>
        </pc:spChg>
        <pc:spChg chg="mod">
          <ac:chgData name="Shubhendu Kumar Singh" userId="461b01912b5747a3" providerId="LiveId" clId="{0E4A160C-6965-4536-8DFF-AF26EF05FB7E}" dt="2024-11-07T08:12:05.063" v="2658" actId="20577"/>
          <ac:spMkLst>
            <pc:docMk/>
            <pc:sldMk cId="2950768659" sldId="437"/>
            <ac:spMk id="10" creationId="{AE30CC56-758C-F660-B11F-F0B4E1353B06}"/>
          </ac:spMkLst>
        </pc:spChg>
      </pc:sldChg>
      <pc:sldChg chg="addSp delSp modSp add del mod">
        <pc:chgData name="Shubhendu Kumar Singh" userId="461b01912b5747a3" providerId="LiveId" clId="{0E4A160C-6965-4536-8DFF-AF26EF05FB7E}" dt="2024-11-07T16:59:57.685" v="3124" actId="47"/>
        <pc:sldMkLst>
          <pc:docMk/>
          <pc:sldMk cId="2057211306" sldId="438"/>
        </pc:sldMkLst>
        <pc:picChg chg="add mod">
          <ac:chgData name="Shubhendu Kumar Singh" userId="461b01912b5747a3" providerId="LiveId" clId="{0E4A160C-6965-4536-8DFF-AF26EF05FB7E}" dt="2024-11-07T16:26:36.865" v="3078" actId="14100"/>
          <ac:picMkLst>
            <pc:docMk/>
            <pc:sldMk cId="2057211306" sldId="438"/>
            <ac:picMk id="2" creationId="{FE15C16D-0183-5672-86AA-940243BD285E}"/>
          </ac:picMkLst>
        </pc:picChg>
        <pc:picChg chg="del">
          <ac:chgData name="Shubhendu Kumar Singh" userId="461b01912b5747a3" providerId="LiveId" clId="{0E4A160C-6965-4536-8DFF-AF26EF05FB7E}" dt="2024-11-07T16:26:02.149" v="3071" actId="478"/>
          <ac:picMkLst>
            <pc:docMk/>
            <pc:sldMk cId="2057211306" sldId="438"/>
            <ac:picMk id="3" creationId="{CDD8B59E-F3ED-21BA-1FC4-CB718D7E165E}"/>
          </ac:picMkLst>
        </pc:picChg>
      </pc:sldChg>
      <pc:sldChg chg="modSp add del mod ord">
        <pc:chgData name="Shubhendu Kumar Singh" userId="461b01912b5747a3" providerId="LiveId" clId="{0E4A160C-6965-4536-8DFF-AF26EF05FB7E}" dt="2024-11-07T16:59:53.606" v="3123" actId="47"/>
        <pc:sldMkLst>
          <pc:docMk/>
          <pc:sldMk cId="2274286587" sldId="439"/>
        </pc:sldMkLst>
        <pc:spChg chg="mod">
          <ac:chgData name="Shubhendu Kumar Singh" userId="461b01912b5747a3" providerId="LiveId" clId="{0E4A160C-6965-4536-8DFF-AF26EF05FB7E}" dt="2024-11-07T16:27:09.713" v="3122" actId="20577"/>
          <ac:spMkLst>
            <pc:docMk/>
            <pc:sldMk cId="2274286587" sldId="439"/>
            <ac:spMk id="5" creationId="{5CE11548-CBBE-0615-6219-C101600B98D6}"/>
          </ac:spMkLst>
        </pc:spChg>
      </pc:sldChg>
    </pc:docChg>
  </pc:docChgLst>
  <pc:docChgLst>
    <pc:chgData name="Shubhendu Kumar Singh" userId="461b01912b5747a3" providerId="LiveId" clId="{123257E2-2039-4D81-A3D1-C3DE1B36AB83}"/>
    <pc:docChg chg="undo custSel addSld modSld">
      <pc:chgData name="Shubhendu Kumar Singh" userId="461b01912b5747a3" providerId="LiveId" clId="{123257E2-2039-4D81-A3D1-C3DE1B36AB83}" dt="2024-10-15T09:05:49.970" v="99" actId="1076"/>
      <pc:docMkLst>
        <pc:docMk/>
      </pc:docMkLst>
      <pc:sldChg chg="addSp delSp modSp add mod">
        <pc:chgData name="Shubhendu Kumar Singh" userId="461b01912b5747a3" providerId="LiveId" clId="{123257E2-2039-4D81-A3D1-C3DE1B36AB83}" dt="2024-10-15T09:05:49.970" v="99" actId="1076"/>
        <pc:sldMkLst>
          <pc:docMk/>
          <pc:sldMk cId="2249308559" sldId="423"/>
        </pc:sldMkLst>
        <pc:spChg chg="add del mod">
          <ac:chgData name="Shubhendu Kumar Singh" userId="461b01912b5747a3" providerId="LiveId" clId="{123257E2-2039-4D81-A3D1-C3DE1B36AB83}" dt="2024-10-15T09:05:26.419" v="95" actId="478"/>
          <ac:spMkLst>
            <pc:docMk/>
            <pc:sldMk cId="2249308559" sldId="423"/>
            <ac:spMk id="5" creationId="{ADCC8C0B-E2E9-1D26-6FD9-BCD1E94F0805}"/>
          </ac:spMkLst>
        </pc:spChg>
        <pc:spChg chg="add del mod">
          <ac:chgData name="Shubhendu Kumar Singh" userId="461b01912b5747a3" providerId="LiveId" clId="{123257E2-2039-4D81-A3D1-C3DE1B36AB83}" dt="2024-10-15T09:05:49.970" v="99" actId="1076"/>
          <ac:spMkLst>
            <pc:docMk/>
            <pc:sldMk cId="2249308559" sldId="423"/>
            <ac:spMk id="8" creationId="{1956DD37-41B0-BD59-E78B-9347D08289FE}"/>
          </ac:spMkLst>
        </pc:spChg>
        <pc:spChg chg="del mod">
          <ac:chgData name="Shubhendu Kumar Singh" userId="461b01912b5747a3" providerId="LiveId" clId="{123257E2-2039-4D81-A3D1-C3DE1B36AB83}" dt="2024-10-15T09:04:48.958" v="22" actId="478"/>
          <ac:spMkLst>
            <pc:docMk/>
            <pc:sldMk cId="2249308559" sldId="423"/>
            <ac:spMk id="15" creationId="{B83F7C1A-0C7E-0321-B1E6-1343D0AD1732}"/>
          </ac:spMkLst>
        </pc:spChg>
        <pc:picChg chg="del">
          <ac:chgData name="Shubhendu Kumar Singh" userId="461b01912b5747a3" providerId="LiveId" clId="{123257E2-2039-4D81-A3D1-C3DE1B36AB83}" dt="2024-10-15T09:03:28.398" v="1" actId="478"/>
          <ac:picMkLst>
            <pc:docMk/>
            <pc:sldMk cId="2249308559" sldId="423"/>
            <ac:picMk id="2" creationId="{7DA8A741-C88A-A5D3-D6AD-6B0F5B58D366}"/>
          </ac:picMkLst>
        </pc:picChg>
        <pc:picChg chg="del">
          <ac:chgData name="Shubhendu Kumar Singh" userId="461b01912b5747a3" providerId="LiveId" clId="{123257E2-2039-4D81-A3D1-C3DE1B36AB83}" dt="2024-10-15T09:03:29.944" v="2" actId="478"/>
          <ac:picMkLst>
            <pc:docMk/>
            <pc:sldMk cId="2249308559" sldId="423"/>
            <ac:picMk id="3" creationId="{A5E213F4-9DC2-5AF5-1073-9D84FB1609AA}"/>
          </ac:picMkLst>
        </pc:picChg>
        <pc:picChg chg="add mod">
          <ac:chgData name="Shubhendu Kumar Singh" userId="461b01912b5747a3" providerId="LiveId" clId="{123257E2-2039-4D81-A3D1-C3DE1B36AB83}" dt="2024-10-15T09:03:59.733" v="13" actId="1076"/>
          <ac:picMkLst>
            <pc:docMk/>
            <pc:sldMk cId="2249308559" sldId="423"/>
            <ac:picMk id="4" creationId="{D992915D-0FE4-6559-CC02-495E879F9D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853-0A27-134E-BC83-06337B1202C2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4886-6FA0-DE48-9388-2785C7495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25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4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8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58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2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12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03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73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9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6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E0B-641B-4495-A0FC-58FE1AA5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0"/>
            <a:ext cx="9144000" cy="812483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F86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B8AAF-11F9-4296-8E3B-40C26662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A6CA0-9EBA-4A15-97E7-AF1BD79EC9D4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9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D7A93B-A8E4-4B72-9826-9AFC93CC6260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86626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21617F-C02D-43F0-A172-B047BF5A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38555"/>
            <a:ext cx="9533323" cy="47489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5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EE8-2048-408C-8214-31B02EB1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9533323" cy="56619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57BB-B693-4D54-952E-28F4E90D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46F5-32CE-4719-8C71-1FA556DAFCFF}"/>
              </a:ext>
            </a:extLst>
          </p:cNvPr>
          <p:cNvGrpSpPr/>
          <p:nvPr/>
        </p:nvGrpSpPr>
        <p:grpSpPr>
          <a:xfrm>
            <a:off x="0" y="6648450"/>
            <a:ext cx="12192000" cy="209550"/>
            <a:chOff x="0" y="6648450"/>
            <a:chExt cx="12192000" cy="209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1FF5B1-472A-4605-93EF-BC310C05B727}"/>
                </a:ext>
              </a:extLst>
            </p:cNvPr>
            <p:cNvSpPr/>
            <p:nvPr/>
          </p:nvSpPr>
          <p:spPr>
            <a:xfrm>
              <a:off x="861060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985DEB-FB8E-4E1F-8662-91561B377F6F}"/>
                </a:ext>
              </a:extLst>
            </p:cNvPr>
            <p:cNvSpPr/>
            <p:nvPr userDrawn="1"/>
          </p:nvSpPr>
          <p:spPr>
            <a:xfrm>
              <a:off x="3581400" y="6648450"/>
              <a:ext cx="5029200" cy="209550"/>
            </a:xfrm>
            <a:prstGeom prst="rect">
              <a:avLst/>
            </a:prstGeom>
            <a:solidFill>
              <a:srgbClr val="F86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chemeClr val="bg1"/>
                  </a:solidFill>
                  <a:latin typeface="Franklin Gothic Demi" panose="020B0703020102020204" pitchFamily="34" charset="0"/>
                </a:rPr>
                <a:t>Deep Reinforcement Learning for Reservoir Management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3953E-15BD-48FF-8D0E-53C889C148A4}"/>
                </a:ext>
              </a:extLst>
            </p:cNvPr>
            <p:cNvSpPr/>
            <p:nvPr userDrawn="1"/>
          </p:nvSpPr>
          <p:spPr>
            <a:xfrm>
              <a:off x="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Franklin Gothic Demi" panose="020B0703020102020204" pitchFamily="34" charset="0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CAD28F-C7A5-4D8C-8774-AB749780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884" y="6625526"/>
            <a:ext cx="40957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0B9BE0-87CC-444C-A3CE-4CA4674CE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285448-7031-4C15-9B56-C1A2405B7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51B3DA-F7DD-4402-AD99-9D973F1AD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5DC3-FCDE-CD4F-A8ED-9CCA141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25369"/>
            <a:ext cx="10515600" cy="509518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73C8-A058-2D4B-831F-103010BF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08253-5671-6A49-B9FA-FCE211E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7392-BBB8-6846-85B8-CE14A8A0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E1BC361-DA64-5E41-9737-4DB426F00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F2860-438C-48C6-BA20-C083CE18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E2C9-BD29-4E0F-9DAB-E0BB0D9C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26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E678-E0CC-CA40-A743-BD01E3D3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40845"/>
            <a:ext cx="12191999" cy="1238216"/>
          </a:xfrm>
        </p:spPr>
        <p:txBody>
          <a:bodyPr>
            <a:normAutofit/>
          </a:bodyPr>
          <a:lstStyle/>
          <a:p>
            <a:r>
              <a:rPr lang="en-US" sz="3600" dirty="0"/>
              <a:t>Deep Reinforcement Learning (DRL) Framework for Reservoir Management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EC64D-E756-CD5C-8BC3-A01AFE4F7F38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1A6919-18F5-A712-B94E-DF0EF7EB3159}"/>
              </a:ext>
            </a:extLst>
          </p:cNvPr>
          <p:cNvSpPr txBox="1">
            <a:spLocks/>
          </p:cNvSpPr>
          <p:nvPr/>
        </p:nvSpPr>
        <p:spPr>
          <a:xfrm>
            <a:off x="2633825" y="4057276"/>
            <a:ext cx="6924339" cy="421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Shubhendu Singh</a:t>
            </a:r>
          </a:p>
        </p:txBody>
      </p:sp>
    </p:spTree>
    <p:extLst>
      <p:ext uri="{BB962C8B-B14F-4D97-AF65-F5344CB8AC3E}">
        <p14:creationId xmlns:p14="http://schemas.microsoft.com/office/powerpoint/2010/main" val="7346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Agents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C7E18-3E57-D4A9-5A5D-46B951692547}"/>
              </a:ext>
            </a:extLst>
          </p:cNvPr>
          <p:cNvSpPr txBox="1"/>
          <p:nvPr/>
        </p:nvSpPr>
        <p:spPr>
          <a:xfrm>
            <a:off x="156290" y="837126"/>
            <a:ext cx="564387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Agent: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r>
              <a:rPr lang="en-US" sz="1600" dirty="0"/>
              <a:t>TD3 (Twin Delayed Deep Deterministic Policy Gradient)</a:t>
            </a:r>
            <a:r>
              <a:rPr lang="en-US" sz="1600" dirty="0">
                <a:solidFill>
                  <a:srgbClr val="FF9933"/>
                </a:solidFill>
              </a:rPr>
              <a:t> </a:t>
            </a:r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Key Concept: </a:t>
            </a:r>
            <a:r>
              <a:rPr lang="en-US" sz="1600" dirty="0"/>
              <a:t>TD3 is an off-policy, actor-critic algorithm designed for continuous action spaces. It addresses common challenges in deep reinforcement learning, such as value overestimation, by using two Q-functions and several enhancements for more stable learning. 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Objective: Maximize Expected Return</a:t>
            </a: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  <a:p>
            <a:pPr algn="just"/>
            <a:r>
              <a:rPr lang="en-US" sz="1600" i="1" dirty="0">
                <a:solidFill>
                  <a:srgbClr val="0F04EC"/>
                </a:solidFill>
              </a:rPr>
              <a:t>J(θ) = E</a:t>
            </a:r>
            <a:r>
              <a:rPr lang="en-US" sz="1600" i="1" baseline="-25000" dirty="0">
                <a:solidFill>
                  <a:srgbClr val="0F04EC"/>
                </a:solidFill>
              </a:rPr>
              <a:t>t </a:t>
            </a:r>
            <a:r>
              <a:rPr lang="en-US" sz="1600" i="1" dirty="0">
                <a:solidFill>
                  <a:srgbClr val="0F04EC"/>
                </a:solidFill>
              </a:rPr>
              <a:t>[r</a:t>
            </a:r>
            <a:r>
              <a:rPr lang="en-US" sz="1600" i="1" baseline="-25000" dirty="0">
                <a:solidFill>
                  <a:srgbClr val="0F04EC"/>
                </a:solidFill>
              </a:rPr>
              <a:t>t</a:t>
            </a:r>
            <a:r>
              <a:rPr lang="en-US" sz="1600" i="1" dirty="0">
                <a:solidFill>
                  <a:srgbClr val="0F04EC"/>
                </a:solidFill>
              </a:rPr>
              <a:t> + γ*Q(s</a:t>
            </a:r>
            <a:r>
              <a:rPr lang="en-US" sz="1600" i="1" baseline="-25000" dirty="0">
                <a:solidFill>
                  <a:srgbClr val="0F04EC"/>
                </a:solidFill>
              </a:rPr>
              <a:t>t+1 </a:t>
            </a:r>
            <a:r>
              <a:rPr lang="en-US" sz="1600" i="1" dirty="0">
                <a:solidFill>
                  <a:srgbClr val="0F04EC"/>
                </a:solidFill>
              </a:rPr>
              <a:t>, </a:t>
            </a:r>
            <a:r>
              <a:rPr lang="el-GR" sz="1600" i="1" dirty="0">
                <a:solidFill>
                  <a:srgbClr val="0F04EC"/>
                </a:solidFill>
              </a:rPr>
              <a:t>π</a:t>
            </a:r>
            <a:r>
              <a:rPr lang="el-GR" sz="1600" i="1" baseline="-25000" dirty="0">
                <a:solidFill>
                  <a:srgbClr val="0F04EC"/>
                </a:solidFill>
              </a:rPr>
              <a:t>θ</a:t>
            </a:r>
            <a:r>
              <a:rPr lang="en-US" sz="1600" i="1" dirty="0">
                <a:solidFill>
                  <a:srgbClr val="0F04EC"/>
                </a:solidFill>
              </a:rPr>
              <a:t>(s</a:t>
            </a:r>
            <a:r>
              <a:rPr lang="en-US" sz="1600" i="1" baseline="-25000" dirty="0">
                <a:solidFill>
                  <a:srgbClr val="0F04EC"/>
                </a:solidFill>
              </a:rPr>
              <a:t>t+1</a:t>
            </a:r>
            <a:r>
              <a:rPr lang="en-US" sz="1600" i="1" dirty="0">
                <a:solidFill>
                  <a:srgbClr val="0F04EC"/>
                </a:solidFill>
              </a:rPr>
              <a:t>))]</a:t>
            </a:r>
          </a:p>
          <a:p>
            <a:pPr algn="just"/>
            <a:endParaRPr lang="en-US" sz="1600" i="1" dirty="0">
              <a:solidFill>
                <a:srgbClr val="0F04EC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F04EC"/>
                </a:solidFill>
              </a:rPr>
              <a:t>Q</a:t>
            </a:r>
            <a:r>
              <a:rPr lang="en-US" sz="1600" i="1" baseline="-25000" dirty="0">
                <a:solidFill>
                  <a:srgbClr val="0F04EC"/>
                </a:solidFill>
              </a:rPr>
              <a:t>1</a:t>
            </a:r>
            <a:r>
              <a:rPr lang="en-US" sz="1600" i="1" dirty="0">
                <a:solidFill>
                  <a:srgbClr val="0F04EC"/>
                </a:solidFill>
              </a:rPr>
              <a:t>(</a:t>
            </a:r>
            <a:r>
              <a:rPr lang="en-US" sz="1600" i="1" dirty="0" err="1">
                <a:solidFill>
                  <a:srgbClr val="0F04EC"/>
                </a:solidFill>
              </a:rPr>
              <a:t>s,a</a:t>
            </a:r>
            <a:r>
              <a:rPr lang="en-US" sz="1600" i="1" dirty="0">
                <a:solidFill>
                  <a:srgbClr val="0F04EC"/>
                </a:solidFill>
              </a:rPr>
              <a:t>): Q-function for state-action pair (</a:t>
            </a:r>
            <a:r>
              <a:rPr lang="en-US" sz="1600" i="1" dirty="0" err="1">
                <a:solidFill>
                  <a:srgbClr val="0F04EC"/>
                </a:solidFill>
              </a:rPr>
              <a:t>s,a</a:t>
            </a:r>
            <a:r>
              <a:rPr lang="en-US" sz="1600" i="1" dirty="0">
                <a:solidFill>
                  <a:srgbClr val="0F04EC"/>
                </a:solidFill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l-GR" sz="1600" i="1" dirty="0">
                <a:solidFill>
                  <a:srgbClr val="0F04EC"/>
                </a:solidFill>
              </a:rPr>
              <a:t>π</a:t>
            </a:r>
            <a:r>
              <a:rPr lang="el-GR" sz="1600" i="1" baseline="-25000" dirty="0">
                <a:solidFill>
                  <a:srgbClr val="0F04EC"/>
                </a:solidFill>
              </a:rPr>
              <a:t>θ</a:t>
            </a:r>
            <a:r>
              <a:rPr lang="en-US" sz="1600" i="1" dirty="0">
                <a:solidFill>
                  <a:srgbClr val="0F04EC"/>
                </a:solidFill>
              </a:rPr>
              <a:t>: Policy network parametrized by </a:t>
            </a:r>
            <a:r>
              <a:rPr lang="el-GR" sz="1600" i="1" dirty="0">
                <a:solidFill>
                  <a:srgbClr val="0F04EC"/>
                </a:solidFill>
              </a:rPr>
              <a:t>θ</a:t>
            </a:r>
            <a:endParaRPr lang="en-US" sz="1600" i="1" dirty="0">
              <a:solidFill>
                <a:srgbClr val="0F04EC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F04EC"/>
                </a:solidFill>
              </a:rPr>
              <a:t>r</a:t>
            </a:r>
            <a:r>
              <a:rPr lang="en-US" sz="1600" i="1" baseline="-25000" dirty="0">
                <a:solidFill>
                  <a:srgbClr val="0F04EC"/>
                </a:solidFill>
              </a:rPr>
              <a:t>t</a:t>
            </a:r>
            <a:r>
              <a:rPr lang="en-US" sz="1600" i="1" dirty="0">
                <a:solidFill>
                  <a:srgbClr val="0F04EC"/>
                </a:solidFill>
              </a:rPr>
              <a:t>: Reward at time 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F04EC"/>
                </a:solidFill>
              </a:rPr>
              <a:t>γ: Discount factor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0F04EC"/>
                </a:solidFill>
              </a:rPr>
              <a:t>θ: Parameters of the policy</a:t>
            </a: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Loss Function: </a:t>
            </a: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  <a:p>
            <a:pPr algn="just"/>
            <a:r>
              <a:rPr lang="en-US" sz="1600" i="1" dirty="0">
                <a:solidFill>
                  <a:srgbClr val="0F04EC"/>
                </a:solidFill>
              </a:rPr>
              <a:t>L(θ) = E</a:t>
            </a:r>
            <a:r>
              <a:rPr lang="en-US" sz="1600" i="1" baseline="-25000" dirty="0">
                <a:solidFill>
                  <a:srgbClr val="0F04EC"/>
                </a:solidFill>
              </a:rPr>
              <a:t>t</a:t>
            </a:r>
            <a:r>
              <a:rPr lang="en-US" sz="1600" i="1" dirty="0">
                <a:solidFill>
                  <a:srgbClr val="0F04EC"/>
                </a:solidFill>
              </a:rPr>
              <a:t>[(Q</a:t>
            </a:r>
            <a:r>
              <a:rPr lang="en-US" sz="1600" i="1" baseline="-25000" dirty="0">
                <a:solidFill>
                  <a:srgbClr val="0F04EC"/>
                </a:solidFill>
              </a:rPr>
              <a:t>1</a:t>
            </a:r>
            <a:r>
              <a:rPr lang="en-US" sz="1600" i="1" dirty="0">
                <a:solidFill>
                  <a:srgbClr val="0F04EC"/>
                </a:solidFill>
              </a:rPr>
              <a:t>(</a:t>
            </a:r>
            <a:r>
              <a:rPr lang="en-US" sz="1600" i="1" dirty="0" err="1">
                <a:solidFill>
                  <a:srgbClr val="0F04EC"/>
                </a:solidFill>
              </a:rPr>
              <a:t>s</a:t>
            </a:r>
            <a:r>
              <a:rPr lang="en-US" sz="1600" i="1" baseline="-25000" dirty="0" err="1">
                <a:solidFill>
                  <a:srgbClr val="0F04EC"/>
                </a:solidFill>
              </a:rPr>
              <a:t>t</a:t>
            </a:r>
            <a:r>
              <a:rPr lang="en-US" sz="1600" i="1" dirty="0" err="1">
                <a:solidFill>
                  <a:srgbClr val="0F04EC"/>
                </a:solidFill>
              </a:rPr>
              <a:t>,a</a:t>
            </a:r>
            <a:r>
              <a:rPr lang="en-US" sz="1600" i="1" baseline="-25000" dirty="0" err="1">
                <a:solidFill>
                  <a:srgbClr val="0F04EC"/>
                </a:solidFill>
              </a:rPr>
              <a:t>t</a:t>
            </a:r>
            <a:r>
              <a:rPr lang="en-US" sz="1600" i="1" dirty="0">
                <a:solidFill>
                  <a:srgbClr val="0F04EC"/>
                </a:solidFill>
              </a:rPr>
              <a:t>) – (r</a:t>
            </a:r>
            <a:r>
              <a:rPr lang="en-US" sz="1600" i="1" baseline="-25000" dirty="0">
                <a:solidFill>
                  <a:srgbClr val="0F04EC"/>
                </a:solidFill>
              </a:rPr>
              <a:t>t</a:t>
            </a:r>
            <a:r>
              <a:rPr lang="en-US" sz="1600" i="1" dirty="0">
                <a:solidFill>
                  <a:srgbClr val="0F04EC"/>
                </a:solidFill>
              </a:rPr>
              <a:t>+ γ*</a:t>
            </a:r>
            <a:r>
              <a:rPr lang="en-US" sz="1600" i="1" dirty="0" err="1">
                <a:solidFill>
                  <a:srgbClr val="0F04EC"/>
                </a:solidFill>
              </a:rPr>
              <a:t>Q</a:t>
            </a:r>
            <a:r>
              <a:rPr lang="en-US" sz="1600" i="1" baseline="-25000" dirty="0" err="1">
                <a:solidFill>
                  <a:srgbClr val="0F04EC"/>
                </a:solidFill>
              </a:rPr>
              <a:t>target</a:t>
            </a:r>
            <a:r>
              <a:rPr lang="en-US" sz="1600" i="1" dirty="0">
                <a:solidFill>
                  <a:srgbClr val="0F04EC"/>
                </a:solidFill>
              </a:rPr>
              <a:t>))</a:t>
            </a:r>
            <a:r>
              <a:rPr lang="en-US" sz="1600" i="1" baseline="30000" dirty="0">
                <a:solidFill>
                  <a:srgbClr val="0F04EC"/>
                </a:solidFill>
              </a:rPr>
              <a:t>2</a:t>
            </a:r>
            <a:r>
              <a:rPr lang="en-US" sz="1600" i="1" dirty="0">
                <a:solidFill>
                  <a:srgbClr val="0F04EC"/>
                </a:solidFill>
              </a:rPr>
              <a:t>]</a:t>
            </a:r>
          </a:p>
          <a:p>
            <a:pPr algn="just"/>
            <a:endParaRPr lang="en-US" sz="1600" i="1" dirty="0">
              <a:solidFill>
                <a:srgbClr val="0F04EC"/>
              </a:solidFill>
            </a:endParaRPr>
          </a:p>
          <a:p>
            <a:pPr indent="-285750" algn="just">
              <a:buFont typeface="Arial" panose="020B0604020202020204" pitchFamily="34" charset="0"/>
              <a:buChar char="•"/>
            </a:pPr>
            <a:r>
              <a:rPr lang="en-US" sz="1600" i="1" dirty="0" err="1">
                <a:solidFill>
                  <a:srgbClr val="0F04EC"/>
                </a:solidFill>
              </a:rPr>
              <a:t>Q</a:t>
            </a:r>
            <a:r>
              <a:rPr lang="en-US" sz="1600" i="1" baseline="-25000" dirty="0" err="1">
                <a:solidFill>
                  <a:srgbClr val="0F04EC"/>
                </a:solidFill>
              </a:rPr>
              <a:t>target</a:t>
            </a:r>
            <a:r>
              <a:rPr lang="en-US" sz="1600" i="1" dirty="0">
                <a:solidFill>
                  <a:srgbClr val="0F04EC"/>
                </a:solidFill>
              </a:rPr>
              <a:t>: Target Q-value computed from delayed target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0EAB30-AF6C-2FA6-7C8E-F5B678C8F9C1}"/>
                  </a:ext>
                </a:extLst>
              </p:cNvPr>
              <p:cNvSpPr txBox="1"/>
              <p:nvPr/>
            </p:nvSpPr>
            <p:spPr>
              <a:xfrm>
                <a:off x="6391836" y="837126"/>
                <a:ext cx="5643876" cy="56888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rgbClr val="0F04EC"/>
                    </a:solidFill>
                  </a:rPr>
                  <a:t>Agent:</a:t>
                </a:r>
                <a:r>
                  <a:rPr lang="en-US" sz="1600" dirty="0">
                    <a:solidFill>
                      <a:srgbClr val="00B0F0"/>
                    </a:solidFill>
                  </a:rPr>
                  <a:t> </a:t>
                </a:r>
                <a:r>
                  <a:rPr lang="en-US" sz="1600" dirty="0"/>
                  <a:t>PPO (Proximal Policy Optimization)</a:t>
                </a:r>
                <a:r>
                  <a:rPr lang="en-US" sz="1600" dirty="0">
                    <a:solidFill>
                      <a:srgbClr val="FF9933"/>
                    </a:solidFill>
                  </a:rPr>
                  <a:t> </a:t>
                </a:r>
              </a:p>
              <a:p>
                <a:pPr algn="just"/>
                <a:r>
                  <a:rPr lang="en-US" sz="1600" dirty="0">
                    <a:solidFill>
                      <a:srgbClr val="0F04EC"/>
                    </a:solidFill>
                  </a:rPr>
                  <a:t>Key Concept: </a:t>
                </a:r>
                <a:r>
                  <a:rPr lang="en-US" sz="1600" dirty="0"/>
                  <a:t>PPO is an on-policy, policy gradient algorithm designed for both discrete and continuous action spaces. It improves stability by limiting the size of policy updates using a clipped objective function, ensuring that updates do not move too far from the current policy.</a:t>
                </a:r>
              </a:p>
              <a:p>
                <a:pPr algn="just"/>
                <a:endParaRPr lang="en-US" sz="1600" dirty="0"/>
              </a:p>
              <a:p>
                <a:pPr algn="just"/>
                <a:r>
                  <a:rPr lang="en-US" sz="1600" dirty="0">
                    <a:solidFill>
                      <a:srgbClr val="0F04EC"/>
                    </a:solidFill>
                  </a:rPr>
                  <a:t>Objective: Maximize Surrogate Objective</a:t>
                </a:r>
              </a:p>
              <a:p>
                <a:pPr algn="just"/>
                <a:endParaRPr lang="en-US" sz="1600" dirty="0">
                  <a:solidFill>
                    <a:srgbClr val="0F04EC"/>
                  </a:solidFill>
                </a:endParaRPr>
              </a:p>
              <a:p>
                <a:pPr algn="just"/>
                <a:r>
                  <a:rPr lang="en-US" sz="1600" i="1" dirty="0" err="1">
                    <a:solidFill>
                      <a:srgbClr val="0F04EC"/>
                    </a:solidFill>
                  </a:rPr>
                  <a:t>L</a:t>
                </a:r>
                <a:r>
                  <a:rPr lang="en-US" sz="1600" i="1" baseline="-25000" dirty="0" err="1">
                    <a:solidFill>
                      <a:srgbClr val="0F04EC"/>
                    </a:solidFill>
                  </a:rPr>
                  <a:t>clip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(θ) = E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 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[min(r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(θ)*A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 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, clip(r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(θ) , 1 - </a:t>
                </a:r>
                <a:r>
                  <a:rPr lang="el-GR" sz="1600" i="1" dirty="0">
                    <a:solidFill>
                      <a:srgbClr val="0F04EC"/>
                    </a:solidFill>
                  </a:rPr>
                  <a:t>ε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, 1 + </a:t>
                </a:r>
                <a:r>
                  <a:rPr lang="el-GR" sz="1600" i="1" dirty="0">
                    <a:solidFill>
                      <a:srgbClr val="0F04EC"/>
                    </a:solidFill>
                  </a:rPr>
                  <a:t>ε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)*A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)]</a:t>
                </a:r>
              </a:p>
              <a:p>
                <a:pPr algn="just"/>
                <a:endParaRPr lang="en-US" sz="1600" i="1" dirty="0">
                  <a:solidFill>
                    <a:srgbClr val="0F04EC"/>
                  </a:solidFill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1600" i="1" dirty="0">
                    <a:solidFill>
                      <a:srgbClr val="0F04EC"/>
                    </a:solidFill>
                  </a:rPr>
                  <a:t>r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(θ): Importance sampling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0F04E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sz="1600" i="1" dirty="0">
                            <a:solidFill>
                              <a:srgbClr val="0F04EC"/>
                            </a:solidFill>
                          </a:rPr>
                          <m:t>π</m:t>
                        </m:r>
                        <m:r>
                          <m:rPr>
                            <m:nor/>
                          </m:rPr>
                          <a:rPr lang="el-GR" sz="1600" i="1" baseline="-25000" dirty="0">
                            <a:solidFill>
                              <a:srgbClr val="0F04EC"/>
                            </a:solidFill>
                          </a:rPr>
                          <m:t>θ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st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0F04EC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1600" i="1" dirty="0">
                            <a:solidFill>
                              <a:srgbClr val="0F04EC"/>
                            </a:solidFill>
                          </a:rPr>
                          <m:t>π</m:t>
                        </m:r>
                        <m:r>
                          <m:rPr>
                            <m:nor/>
                          </m:rPr>
                          <a:rPr lang="el-GR" sz="1600" i="1" baseline="-25000" dirty="0">
                            <a:solidFill>
                              <a:srgbClr val="0F04EC"/>
                            </a:solidFill>
                          </a:rPr>
                          <m:t>θ</m:t>
                        </m:r>
                        <m:r>
                          <m:rPr>
                            <m:nor/>
                          </m:rPr>
                          <a:rPr lang="en-US" sz="1600" i="1" baseline="-25000" dirty="0">
                            <a:solidFill>
                              <a:srgbClr val="0F04EC"/>
                            </a:solidFill>
                          </a:rPr>
                          <m:t>old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at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st</m:t>
                        </m:r>
                        <m:r>
                          <m:rPr>
                            <m:nor/>
                          </m:rPr>
                          <a:rPr lang="en-US" sz="1600" i="1" dirty="0">
                            <a:solidFill>
                              <a:srgbClr val="0F04EC"/>
                            </a:solidFill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0F04EC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en-US" sz="1600" i="1" dirty="0">
                  <a:solidFill>
                    <a:srgbClr val="0F04EC"/>
                  </a:solidFill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1600" i="1" dirty="0">
                  <a:solidFill>
                    <a:srgbClr val="0F04EC"/>
                  </a:solidFill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1600" i="1" dirty="0">
                    <a:solidFill>
                      <a:srgbClr val="0F04EC"/>
                    </a:solidFill>
                  </a:rPr>
                  <a:t>A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 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: Advantage function at time t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l-GR" sz="1600" i="1" dirty="0">
                    <a:solidFill>
                      <a:srgbClr val="0F04EC"/>
                    </a:solidFill>
                  </a:rPr>
                  <a:t>ε 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: Clipping parameter to control the magnitude of updates </a:t>
                </a:r>
              </a:p>
              <a:p>
                <a:pPr algn="just"/>
                <a:endParaRPr lang="en-US" sz="1600" dirty="0">
                  <a:solidFill>
                    <a:srgbClr val="0F04EC"/>
                  </a:solidFill>
                </a:endParaRPr>
              </a:p>
              <a:p>
                <a:pPr algn="just"/>
                <a:r>
                  <a:rPr lang="en-US" sz="1600" dirty="0">
                    <a:solidFill>
                      <a:srgbClr val="0F04EC"/>
                    </a:solidFill>
                  </a:rPr>
                  <a:t>Advantage Function: </a:t>
                </a:r>
              </a:p>
              <a:p>
                <a:pPr algn="just"/>
                <a:endParaRPr lang="en-US" sz="1600" dirty="0">
                  <a:solidFill>
                    <a:srgbClr val="0F04EC"/>
                  </a:solidFill>
                </a:endParaRPr>
              </a:p>
              <a:p>
                <a:pPr algn="just"/>
                <a:r>
                  <a:rPr lang="en-US" sz="1600" i="1" dirty="0">
                    <a:solidFill>
                      <a:srgbClr val="0F04EC"/>
                    </a:solidFill>
                  </a:rPr>
                  <a:t>A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 = </a:t>
                </a:r>
                <a:r>
                  <a:rPr lang="el-GR" sz="1600" i="1" dirty="0">
                    <a:solidFill>
                      <a:srgbClr val="0F04EC"/>
                    </a:solidFill>
                  </a:rPr>
                  <a:t>δ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 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+ (γ</a:t>
                </a:r>
                <a:r>
                  <a:rPr lang="el-GR" sz="1600" i="1" dirty="0">
                    <a:solidFill>
                      <a:srgbClr val="0F04EC"/>
                    </a:solidFill>
                  </a:rPr>
                  <a:t>λ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)* </a:t>
                </a:r>
                <a:r>
                  <a:rPr lang="el-GR" sz="1600" i="1" dirty="0">
                    <a:solidFill>
                      <a:srgbClr val="0F04EC"/>
                    </a:solidFill>
                  </a:rPr>
                  <a:t>δ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t+1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 + ……..</a:t>
                </a:r>
              </a:p>
              <a:p>
                <a:pPr algn="just"/>
                <a:endParaRPr lang="en-US" sz="1600" i="1" dirty="0">
                  <a:solidFill>
                    <a:srgbClr val="0F04EC"/>
                  </a:solidFill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l-GR" sz="1600" i="1" dirty="0">
                    <a:solidFill>
                      <a:srgbClr val="0F04EC"/>
                    </a:solidFill>
                  </a:rPr>
                  <a:t>δ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 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= R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 + </a:t>
                </a:r>
                <a:r>
                  <a:rPr lang="en-US" sz="1600" i="1" dirty="0" err="1">
                    <a:solidFill>
                      <a:srgbClr val="0F04EC"/>
                    </a:solidFill>
                  </a:rPr>
                  <a:t>γV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(s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t+1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) – V(</a:t>
                </a:r>
                <a:r>
                  <a:rPr lang="en-US" sz="1600" i="1" dirty="0" err="1">
                    <a:solidFill>
                      <a:srgbClr val="0F04EC"/>
                    </a:solidFill>
                  </a:rPr>
                  <a:t>s</a:t>
                </a:r>
                <a:r>
                  <a:rPr lang="en-US" sz="1600" i="1" baseline="-25000" dirty="0" err="1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) , R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 -&gt;Reward at time t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600" i="1" dirty="0">
                    <a:solidFill>
                      <a:srgbClr val="0F04EC"/>
                    </a:solidFill>
                  </a:rPr>
                  <a:t>V(</a:t>
                </a:r>
                <a:r>
                  <a:rPr lang="en-US" sz="1600" i="1" dirty="0" err="1">
                    <a:solidFill>
                      <a:srgbClr val="0F04EC"/>
                    </a:solidFill>
                  </a:rPr>
                  <a:t>s</a:t>
                </a:r>
                <a:r>
                  <a:rPr lang="en-US" sz="1600" i="1" baseline="-25000" dirty="0" err="1">
                    <a:solidFill>
                      <a:srgbClr val="0F04EC"/>
                    </a:solidFill>
                  </a:rPr>
                  <a:t>t</a:t>
                </a:r>
                <a:r>
                  <a:rPr lang="en-US" sz="1600" i="1" dirty="0">
                    <a:solidFill>
                      <a:srgbClr val="0F04EC"/>
                    </a:solidFill>
                  </a:rPr>
                  <a:t>) : Value function estimate at state </a:t>
                </a:r>
                <a:r>
                  <a:rPr lang="en-US" sz="1600" i="1" dirty="0" err="1">
                    <a:solidFill>
                      <a:srgbClr val="0F04EC"/>
                    </a:solidFill>
                  </a:rPr>
                  <a:t>s</a:t>
                </a:r>
                <a:r>
                  <a:rPr lang="en-US" sz="1600" i="1" baseline="-25000" dirty="0" err="1">
                    <a:solidFill>
                      <a:srgbClr val="0F04EC"/>
                    </a:solidFill>
                  </a:rPr>
                  <a:t>t</a:t>
                </a:r>
                <a:r>
                  <a:rPr lang="en-US" sz="1600" i="1" baseline="-25000" dirty="0">
                    <a:solidFill>
                      <a:srgbClr val="0F04EC"/>
                    </a:solidFill>
                  </a:rPr>
                  <a:t> </a:t>
                </a:r>
                <a:endParaRPr lang="en-US" sz="1600" i="1" dirty="0">
                  <a:solidFill>
                    <a:srgbClr val="0F04EC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0EAB30-AF6C-2FA6-7C8E-F5B678C8F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836" y="837126"/>
                <a:ext cx="5643876" cy="5688801"/>
              </a:xfrm>
              <a:prstGeom prst="rect">
                <a:avLst/>
              </a:prstGeom>
              <a:blipFill>
                <a:blip r:embed="rId3"/>
                <a:stretch>
                  <a:fillRect l="-649" t="-321" r="-649" b="-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32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45" y="55747"/>
            <a:ext cx="12060115" cy="566195"/>
          </a:xfrm>
        </p:spPr>
        <p:txBody>
          <a:bodyPr>
            <a:noAutofit/>
          </a:bodyPr>
          <a:lstStyle/>
          <a:p>
            <a:r>
              <a:rPr lang="en-US" sz="2800" dirty="0"/>
              <a:t>Comparative Findings: PPO, TD3, SAC Agents (MSE for Scaled Values)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47E71D-9E09-EFAC-FA97-D07C2BEBA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9768"/>
              </p:ext>
            </p:extLst>
          </p:nvPr>
        </p:nvGraphicFramePr>
        <p:xfrm>
          <a:off x="536072" y="922205"/>
          <a:ext cx="11119856" cy="5013590"/>
        </p:xfrm>
        <a:graphic>
          <a:graphicData uri="http://schemas.openxmlformats.org/drawingml/2006/table">
            <a:tbl>
              <a:tblPr firstRow="1" bandRow="1"/>
              <a:tblGrid>
                <a:gridCol w="3511169">
                  <a:extLst>
                    <a:ext uri="{9D8B030D-6E8A-4147-A177-3AD203B41FA5}">
                      <a16:colId xmlns:a16="http://schemas.microsoft.com/office/drawing/2014/main" val="3430444352"/>
                    </a:ext>
                  </a:extLst>
                </a:gridCol>
                <a:gridCol w="2536229">
                  <a:extLst>
                    <a:ext uri="{9D8B030D-6E8A-4147-A177-3AD203B41FA5}">
                      <a16:colId xmlns:a16="http://schemas.microsoft.com/office/drawing/2014/main" val="2027300902"/>
                    </a:ext>
                  </a:extLst>
                </a:gridCol>
                <a:gridCol w="2536229">
                  <a:extLst>
                    <a:ext uri="{9D8B030D-6E8A-4147-A177-3AD203B41FA5}">
                      <a16:colId xmlns:a16="http://schemas.microsoft.com/office/drawing/2014/main" val="3416473378"/>
                    </a:ext>
                  </a:extLst>
                </a:gridCol>
                <a:gridCol w="2536229">
                  <a:extLst>
                    <a:ext uri="{9D8B030D-6E8A-4147-A177-3AD203B41FA5}">
                      <a16:colId xmlns:a16="http://schemas.microsoft.com/office/drawing/2014/main" val="333788878"/>
                    </a:ext>
                  </a:extLst>
                </a:gridCol>
              </a:tblGrid>
              <a:tr h="10169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Mean Squared Error</a:t>
                      </a:r>
                    </a:p>
                    <a:p>
                      <a:pPr algn="ctr"/>
                      <a:r>
                        <a:rPr lang="en-US" dirty="0"/>
                        <a:t>(MSE)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04E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Reward # 1 (Non-linear)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04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Reward # 2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( Proximity to target)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04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Reward # 3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(Penalty for large changes in release, look back period)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0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19071"/>
                  </a:ext>
                </a:extLst>
              </a:tr>
              <a:tr h="7118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PPO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sz="1800" dirty="0"/>
                        <a:t>0.043231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0.034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397058"/>
                  </a:ext>
                </a:extLst>
              </a:tr>
              <a:tr h="4886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SAC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Franklin Gothic Medium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0.01558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6083"/>
                  </a:ext>
                </a:extLst>
              </a:tr>
              <a:tr h="4886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TD3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0.01685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563583"/>
                  </a:ext>
                </a:extLst>
              </a:tr>
              <a:tr h="71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TD3 (1 day look back)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0.01435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141353"/>
                  </a:ext>
                </a:extLst>
              </a:tr>
              <a:tr h="71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TD3 (3 day look back)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0.01027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73414"/>
                  </a:ext>
                </a:extLst>
              </a:tr>
              <a:tr h="7118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Franklin Gothic Medium"/>
                          <a:ea typeface="+mn-ea"/>
                          <a:cs typeface="+mn-cs"/>
                        </a:rPr>
                        <a:t>TD3 ( 7 day look back)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0.01279</a:t>
                      </a:r>
                    </a:p>
                    <a:p>
                      <a:pPr marL="0" algn="ctr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741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15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2B7A-96D7-B34E-A658-8B9A0101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Agent: Performance when learning human behavior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52E2AB-3CEE-93A0-D8FB-33A905ACF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356" y="1091408"/>
            <a:ext cx="8758479" cy="4675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9DAE38-12C4-7403-B0DC-A21ABE91AC07}"/>
              </a:ext>
            </a:extLst>
          </p:cNvPr>
          <p:cNvSpPr txBox="1"/>
          <p:nvPr/>
        </p:nvSpPr>
        <p:spPr>
          <a:xfrm>
            <a:off x="4567616" y="5766592"/>
            <a:ext cx="4132534" cy="5088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00" dirty="0"/>
              <a:t>Mean Squared Error (MSE) : 0.01027</a:t>
            </a:r>
          </a:p>
        </p:txBody>
      </p:sp>
    </p:spTree>
    <p:extLst>
      <p:ext uri="{BB962C8B-B14F-4D97-AF65-F5344CB8AC3E}">
        <p14:creationId xmlns:p14="http://schemas.microsoft.com/office/powerpoint/2010/main" val="429273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11548-CBBE-0615-6219-C101600B98D6}"/>
              </a:ext>
            </a:extLst>
          </p:cNvPr>
          <p:cNvSpPr txBox="1"/>
          <p:nvPr/>
        </p:nvSpPr>
        <p:spPr>
          <a:xfrm>
            <a:off x="131885" y="1965581"/>
            <a:ext cx="118794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Update storage with current release, inflow, and evaporation, ensuring non-negative storage</a:t>
            </a:r>
          </a:p>
          <a:p>
            <a:r>
              <a:rPr lang="en-US" sz="1600" dirty="0" err="1"/>
              <a:t>self.current_storage</a:t>
            </a:r>
            <a:r>
              <a:rPr lang="en-US" sz="1600" dirty="0"/>
              <a:t> = max(0, </a:t>
            </a:r>
            <a:r>
              <a:rPr lang="en-US" sz="1600" dirty="0" err="1"/>
              <a:t>self.current_storage</a:t>
            </a:r>
            <a:r>
              <a:rPr lang="en-US" sz="1600" dirty="0"/>
              <a:t> - </a:t>
            </a:r>
            <a:r>
              <a:rPr lang="en-US" sz="1600" dirty="0" err="1"/>
              <a:t>release_af</a:t>
            </a:r>
            <a:r>
              <a:rPr lang="en-US" sz="1600" dirty="0"/>
              <a:t> + </a:t>
            </a:r>
            <a:r>
              <a:rPr lang="en-US" sz="1600" dirty="0" err="1"/>
              <a:t>inflow_af</a:t>
            </a:r>
            <a:r>
              <a:rPr lang="en-US" sz="1600" dirty="0"/>
              <a:t> - </a:t>
            </a:r>
            <a:r>
              <a:rPr lang="en-US" sz="1600" dirty="0" err="1"/>
              <a:t>evaporation_af</a:t>
            </a:r>
            <a:r>
              <a:rPr lang="en-US" sz="1600" dirty="0"/>
              <a:t>)</a:t>
            </a:r>
          </a:p>
          <a:p>
            <a:br>
              <a:rPr lang="en-US" sz="1600" dirty="0"/>
            </a:br>
            <a:r>
              <a:rPr lang="en-US" sz="1600" dirty="0">
                <a:solidFill>
                  <a:srgbClr val="0F04EC"/>
                </a:solidFill>
              </a:rPr>
              <a:t># Enforce maximum and minimum storage limits</a:t>
            </a:r>
          </a:p>
          <a:p>
            <a:r>
              <a:rPr lang="en-US" sz="1600" dirty="0" err="1"/>
              <a:t>self.current_storage</a:t>
            </a:r>
            <a:r>
              <a:rPr lang="en-US" sz="1600" dirty="0"/>
              <a:t> = min(max(</a:t>
            </a:r>
            <a:r>
              <a:rPr lang="en-US" sz="1600" dirty="0" err="1"/>
              <a:t>self.current_storage</a:t>
            </a:r>
            <a:r>
              <a:rPr lang="en-US" sz="1600" dirty="0"/>
              <a:t>, </a:t>
            </a:r>
            <a:r>
              <a:rPr lang="en-US" sz="1600" dirty="0" err="1"/>
              <a:t>min_storage_af</a:t>
            </a:r>
            <a:r>
              <a:rPr lang="en-US" sz="1600" dirty="0"/>
              <a:t>), </a:t>
            </a:r>
            <a:r>
              <a:rPr lang="en-US" sz="1600" dirty="0" err="1"/>
              <a:t>max_storage_af</a:t>
            </a:r>
            <a:r>
              <a:rPr lang="en-US" sz="16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0CC56-758C-F660-B11F-F0B4E1353B06}"/>
              </a:ext>
            </a:extLst>
          </p:cNvPr>
          <p:cNvSpPr txBox="1"/>
          <p:nvPr/>
        </p:nvSpPr>
        <p:spPr>
          <a:xfrm>
            <a:off x="131885" y="907810"/>
            <a:ext cx="11879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Define reservoir release and storage limits</a:t>
            </a:r>
          </a:p>
          <a:p>
            <a:r>
              <a:rPr lang="en-US" sz="1600" dirty="0" err="1"/>
              <a:t>navajo_min_release</a:t>
            </a:r>
            <a:r>
              <a:rPr lang="en-US" sz="1600" dirty="0"/>
              <a:t> = 250 </a:t>
            </a:r>
            <a:r>
              <a:rPr lang="en-US" sz="1600" dirty="0" err="1"/>
              <a:t>cfs</a:t>
            </a:r>
            <a:r>
              <a:rPr lang="en-US" sz="1600" dirty="0"/>
              <a:t>, </a:t>
            </a:r>
            <a:r>
              <a:rPr lang="en-US" sz="1600" dirty="0" err="1"/>
              <a:t>navajo_max_release</a:t>
            </a:r>
            <a:r>
              <a:rPr lang="en-US" sz="1600" dirty="0"/>
              <a:t> = 5000 </a:t>
            </a:r>
            <a:r>
              <a:rPr lang="en-US" sz="1600" dirty="0" err="1"/>
              <a:t>cfs</a:t>
            </a:r>
            <a:endParaRPr lang="en-US" sz="1600" dirty="0"/>
          </a:p>
          <a:p>
            <a:r>
              <a:rPr lang="en-US" sz="1600" dirty="0" err="1"/>
              <a:t>min_storage_af</a:t>
            </a:r>
            <a:r>
              <a:rPr lang="en-US" sz="1600" dirty="0"/>
              <a:t> = 500000 AF, </a:t>
            </a:r>
            <a:r>
              <a:rPr lang="en-US" sz="1600" dirty="0" err="1"/>
              <a:t>max_storage_af</a:t>
            </a:r>
            <a:r>
              <a:rPr lang="en-US" sz="1600" dirty="0"/>
              <a:t> = 1900000 AF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CA7E6-9780-A170-DAB2-83DDA9F4F3BB}"/>
              </a:ext>
            </a:extLst>
          </p:cNvPr>
          <p:cNvSpPr txBox="1"/>
          <p:nvPr/>
        </p:nvSpPr>
        <p:spPr>
          <a:xfrm>
            <a:off x="131885" y="3742568"/>
            <a:ext cx="1187942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Reward based on release within acceptable range and storage limits</a:t>
            </a:r>
          </a:p>
          <a:p>
            <a:r>
              <a:rPr lang="en-US" sz="1600" dirty="0" err="1"/>
              <a:t>release_reward</a:t>
            </a:r>
            <a:r>
              <a:rPr lang="en-US" sz="1600" dirty="0"/>
              <a:t> = -0.1 * abs(</a:t>
            </a:r>
            <a:r>
              <a:rPr lang="en-US" sz="1600" dirty="0" err="1"/>
              <a:t>release_af</a:t>
            </a:r>
            <a:r>
              <a:rPr lang="en-US" sz="1600" dirty="0"/>
              <a:t> - </a:t>
            </a:r>
            <a:r>
              <a:rPr lang="en-US" sz="1600" dirty="0" err="1"/>
              <a:t>np.clip</a:t>
            </a:r>
            <a:r>
              <a:rPr lang="en-US" sz="1600" dirty="0"/>
              <a:t>(</a:t>
            </a:r>
            <a:r>
              <a:rPr lang="en-US" sz="1600" dirty="0" err="1"/>
              <a:t>release_af</a:t>
            </a:r>
            <a:r>
              <a:rPr lang="en-US" sz="1600" dirty="0"/>
              <a:t>, </a:t>
            </a:r>
            <a:r>
              <a:rPr lang="en-US" sz="1600" dirty="0" err="1"/>
              <a:t>navajo_min_release</a:t>
            </a:r>
            <a:r>
              <a:rPr lang="en-US" sz="1600" dirty="0"/>
              <a:t>, </a:t>
            </a:r>
            <a:r>
              <a:rPr lang="en-US" sz="1600" dirty="0" err="1"/>
              <a:t>navajo_max_release</a:t>
            </a:r>
            <a:r>
              <a:rPr lang="en-US" sz="1600" dirty="0"/>
              <a:t>))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F04EC"/>
                </a:solidFill>
              </a:rPr>
              <a:t># Additional reward for keeping storage within range</a:t>
            </a:r>
          </a:p>
          <a:p>
            <a:r>
              <a:rPr lang="en-US" sz="1600" dirty="0"/>
              <a:t>if </a:t>
            </a:r>
            <a:r>
              <a:rPr lang="en-US" sz="1600" dirty="0" err="1"/>
              <a:t>min_storage_af</a:t>
            </a:r>
            <a:r>
              <a:rPr lang="en-US" sz="1600" dirty="0"/>
              <a:t> &lt;= </a:t>
            </a:r>
            <a:r>
              <a:rPr lang="en-US" sz="1600" dirty="0" err="1"/>
              <a:t>self.current_storage</a:t>
            </a:r>
            <a:r>
              <a:rPr lang="en-US" sz="1600" dirty="0"/>
              <a:t> &lt;= </a:t>
            </a:r>
            <a:r>
              <a:rPr lang="en-US" sz="1600" dirty="0" err="1"/>
              <a:t>max_storage_af</a:t>
            </a:r>
            <a:r>
              <a:rPr lang="en-US" sz="1600" dirty="0"/>
              <a:t>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storage_reward</a:t>
            </a:r>
            <a:r>
              <a:rPr lang="en-US" sz="1600" dirty="0"/>
              <a:t> = 1 - (abs(</a:t>
            </a:r>
            <a:r>
              <a:rPr lang="en-US" sz="1600" dirty="0" err="1"/>
              <a:t>self.current_storage</a:t>
            </a:r>
            <a:r>
              <a:rPr lang="en-US" sz="1600" dirty="0"/>
              <a:t> - (</a:t>
            </a:r>
            <a:r>
              <a:rPr lang="en-US" sz="1600" dirty="0" err="1"/>
              <a:t>min_storage_af</a:t>
            </a:r>
            <a:r>
              <a:rPr lang="en-US" sz="1600" dirty="0"/>
              <a:t> + </a:t>
            </a:r>
            <a:r>
              <a:rPr lang="en-US" sz="1600" dirty="0" err="1"/>
              <a:t>max_storage_af</a:t>
            </a:r>
            <a:r>
              <a:rPr lang="en-US" sz="1600" dirty="0"/>
              <a:t>) / 2) / (</a:t>
            </a:r>
            <a:r>
              <a:rPr lang="en-US" sz="1600" dirty="0" err="1"/>
              <a:t>max_storage_af</a:t>
            </a:r>
            <a:r>
              <a:rPr lang="en-US" sz="1600" dirty="0"/>
              <a:t> - </a:t>
            </a:r>
            <a:r>
              <a:rPr lang="en-US" sz="1600" dirty="0" err="1"/>
              <a:t>min_storage_af</a:t>
            </a:r>
            <a:r>
              <a:rPr lang="en-US" sz="1600" dirty="0"/>
              <a:t>))</a:t>
            </a:r>
          </a:p>
          <a:p>
            <a:r>
              <a:rPr lang="en-US" sz="1600" dirty="0"/>
              <a:t>else: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storage_reward</a:t>
            </a:r>
            <a:r>
              <a:rPr lang="en-US" sz="1600" dirty="0"/>
              <a:t> = -2.0  # penalty for out-of-bound storage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F04EC"/>
                </a:solidFill>
              </a:rPr>
              <a:t># Total reward</a:t>
            </a:r>
          </a:p>
          <a:p>
            <a:r>
              <a:rPr lang="en-US" sz="1600" dirty="0"/>
              <a:t>reward = </a:t>
            </a:r>
            <a:r>
              <a:rPr lang="en-US" sz="1600" dirty="0" err="1"/>
              <a:t>release_reward</a:t>
            </a:r>
            <a:r>
              <a:rPr lang="en-US" sz="1600" dirty="0"/>
              <a:t> + </a:t>
            </a:r>
            <a:r>
              <a:rPr lang="en-US" sz="1600" dirty="0" err="1"/>
              <a:t>storage_reward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2095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571582-0B68-11E4-A39B-A9DE99CFD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4" y="681037"/>
            <a:ext cx="11134164" cy="583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5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11548-CBBE-0615-6219-C101600B98D6}"/>
              </a:ext>
            </a:extLst>
          </p:cNvPr>
          <p:cNvSpPr txBox="1"/>
          <p:nvPr/>
        </p:nvSpPr>
        <p:spPr>
          <a:xfrm>
            <a:off x="131885" y="1965581"/>
            <a:ext cx="118794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Update storage with current release, inflow, and evaporation, ensuring non-negative storage</a:t>
            </a:r>
          </a:p>
          <a:p>
            <a:r>
              <a:rPr lang="en-US" sz="1600" dirty="0" err="1"/>
              <a:t>self.current_storage</a:t>
            </a:r>
            <a:r>
              <a:rPr lang="en-US" sz="1600" dirty="0"/>
              <a:t> = max(0, </a:t>
            </a:r>
            <a:r>
              <a:rPr lang="en-US" sz="1600" dirty="0" err="1"/>
              <a:t>self.current_storage</a:t>
            </a:r>
            <a:r>
              <a:rPr lang="en-US" sz="1600" dirty="0"/>
              <a:t> - </a:t>
            </a:r>
            <a:r>
              <a:rPr lang="en-US" sz="1600" dirty="0" err="1"/>
              <a:t>release_af</a:t>
            </a:r>
            <a:r>
              <a:rPr lang="en-US" sz="1600" dirty="0"/>
              <a:t> + </a:t>
            </a:r>
            <a:r>
              <a:rPr lang="en-US" sz="1600" dirty="0" err="1"/>
              <a:t>inflow_af</a:t>
            </a:r>
            <a:r>
              <a:rPr lang="en-US" sz="1600" dirty="0"/>
              <a:t> - </a:t>
            </a:r>
            <a:r>
              <a:rPr lang="en-US" sz="1600" dirty="0" err="1"/>
              <a:t>evaporation_af</a:t>
            </a:r>
            <a:r>
              <a:rPr lang="en-US" sz="1600" dirty="0"/>
              <a:t>)</a:t>
            </a:r>
          </a:p>
          <a:p>
            <a:br>
              <a:rPr lang="en-US" sz="1600" dirty="0"/>
            </a:br>
            <a:r>
              <a:rPr lang="en-US" sz="1600" dirty="0">
                <a:solidFill>
                  <a:srgbClr val="0F04EC"/>
                </a:solidFill>
              </a:rPr>
              <a:t># Enforce maximum and minimum storage limits</a:t>
            </a:r>
          </a:p>
          <a:p>
            <a:r>
              <a:rPr lang="en-US" sz="1600" dirty="0" err="1"/>
              <a:t>self.current_storage</a:t>
            </a:r>
            <a:r>
              <a:rPr lang="en-US" sz="1600" dirty="0"/>
              <a:t> = min(max(</a:t>
            </a:r>
            <a:r>
              <a:rPr lang="en-US" sz="1600" dirty="0" err="1"/>
              <a:t>self.current_storage</a:t>
            </a:r>
            <a:r>
              <a:rPr lang="en-US" sz="1600" dirty="0"/>
              <a:t>, </a:t>
            </a:r>
            <a:r>
              <a:rPr lang="en-US" sz="1600" dirty="0" err="1"/>
              <a:t>min_storage_af</a:t>
            </a:r>
            <a:r>
              <a:rPr lang="en-US" sz="1600" dirty="0"/>
              <a:t>), </a:t>
            </a:r>
            <a:r>
              <a:rPr lang="en-US" sz="1600" dirty="0" err="1"/>
              <a:t>max_storage_af</a:t>
            </a:r>
            <a:r>
              <a:rPr lang="en-US" sz="16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0CC56-758C-F660-B11F-F0B4E1353B06}"/>
              </a:ext>
            </a:extLst>
          </p:cNvPr>
          <p:cNvSpPr txBox="1"/>
          <p:nvPr/>
        </p:nvSpPr>
        <p:spPr>
          <a:xfrm>
            <a:off x="131885" y="907810"/>
            <a:ext cx="11879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Define reservoir release and storage limits</a:t>
            </a:r>
          </a:p>
          <a:p>
            <a:r>
              <a:rPr lang="en-US" sz="1600" dirty="0" err="1"/>
              <a:t>navajo_min_release</a:t>
            </a:r>
            <a:r>
              <a:rPr lang="en-US" sz="1600" dirty="0"/>
              <a:t> = 250cfs, </a:t>
            </a:r>
            <a:r>
              <a:rPr lang="en-US" sz="1600" dirty="0" err="1"/>
              <a:t>navajo_max_release</a:t>
            </a:r>
            <a:r>
              <a:rPr lang="en-US" sz="1600" dirty="0"/>
              <a:t> = 5000cfs</a:t>
            </a:r>
          </a:p>
          <a:p>
            <a:r>
              <a:rPr lang="en-US" sz="1600" dirty="0" err="1"/>
              <a:t>min_storage_af</a:t>
            </a:r>
            <a:r>
              <a:rPr lang="en-US" sz="1600" dirty="0"/>
              <a:t> = 500000 AF, </a:t>
            </a:r>
            <a:r>
              <a:rPr lang="en-US" sz="1600" dirty="0" err="1"/>
              <a:t>max_storage_af</a:t>
            </a:r>
            <a:r>
              <a:rPr lang="en-US" sz="1600" dirty="0"/>
              <a:t> = 1900000 AF,  </a:t>
            </a:r>
            <a:r>
              <a:rPr lang="en-US" sz="1600" dirty="0" err="1"/>
              <a:t>Target_storage</a:t>
            </a:r>
            <a:r>
              <a:rPr lang="en-US" sz="1600" dirty="0"/>
              <a:t>= (</a:t>
            </a:r>
            <a:r>
              <a:rPr lang="en-US" sz="1600" dirty="0" err="1"/>
              <a:t>min_storage_af</a:t>
            </a:r>
            <a:r>
              <a:rPr lang="en-US" sz="1600" dirty="0"/>
              <a:t>+ </a:t>
            </a:r>
            <a:r>
              <a:rPr lang="en-US" sz="1600" dirty="0" err="1"/>
              <a:t>max_storage_af</a:t>
            </a:r>
            <a:r>
              <a:rPr lang="en-US" sz="1600" dirty="0"/>
              <a:t> )/2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ACA7E6-9780-A170-DAB2-83DDA9F4F3BB}"/>
              </a:ext>
            </a:extLst>
          </p:cNvPr>
          <p:cNvSpPr txBox="1"/>
          <p:nvPr/>
        </p:nvSpPr>
        <p:spPr>
          <a:xfrm>
            <a:off x="131884" y="3515794"/>
            <a:ext cx="118794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Reward based on release within acceptable range and storage limits</a:t>
            </a:r>
          </a:p>
          <a:p>
            <a:r>
              <a:rPr lang="en-US" sz="1600" dirty="0" err="1"/>
              <a:t>release_reward</a:t>
            </a:r>
            <a:r>
              <a:rPr lang="en-US" sz="1600" dirty="0"/>
              <a:t> = -0.1 * abs(</a:t>
            </a:r>
            <a:r>
              <a:rPr lang="en-US" sz="1600" dirty="0" err="1"/>
              <a:t>release_af</a:t>
            </a:r>
            <a:r>
              <a:rPr lang="en-US" sz="1600" dirty="0"/>
              <a:t> - </a:t>
            </a:r>
            <a:r>
              <a:rPr lang="en-US" sz="1600" dirty="0" err="1"/>
              <a:t>np.clip</a:t>
            </a:r>
            <a:r>
              <a:rPr lang="en-US" sz="1600" dirty="0"/>
              <a:t>(</a:t>
            </a:r>
            <a:r>
              <a:rPr lang="en-US" sz="1600" dirty="0" err="1"/>
              <a:t>release_af</a:t>
            </a:r>
            <a:r>
              <a:rPr lang="en-US" sz="1600" dirty="0"/>
              <a:t>, </a:t>
            </a:r>
            <a:r>
              <a:rPr lang="en-US" sz="1600" dirty="0" err="1"/>
              <a:t>navajo_min_release</a:t>
            </a:r>
            <a:r>
              <a:rPr lang="en-US" sz="1600" dirty="0"/>
              <a:t>, </a:t>
            </a:r>
            <a:r>
              <a:rPr lang="en-US" sz="1600" dirty="0" err="1"/>
              <a:t>navajo_max_release</a:t>
            </a:r>
            <a:r>
              <a:rPr lang="en-US" sz="1600" dirty="0"/>
              <a:t>))</a:t>
            </a:r>
          </a:p>
          <a:p>
            <a:r>
              <a:rPr lang="da-DK" sz="1600" dirty="0"/>
              <a:t>storage_target_reward = 1 - abs(self.current_storage - target_storage_af) / (max_storage_af - min_storage_af)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F04EC"/>
                </a:solidFill>
              </a:rPr>
              <a:t># Additional penalty for storage falling below minimum</a:t>
            </a:r>
          </a:p>
          <a:p>
            <a:r>
              <a:rPr lang="en-US" sz="1600" dirty="0"/>
              <a:t>if </a:t>
            </a:r>
            <a:r>
              <a:rPr lang="en-US" sz="1600" dirty="0" err="1"/>
              <a:t>min_storage_af</a:t>
            </a:r>
            <a:r>
              <a:rPr lang="en-US" sz="1600" dirty="0"/>
              <a:t> &lt;= </a:t>
            </a:r>
            <a:r>
              <a:rPr lang="en-US" sz="1600" dirty="0" err="1"/>
              <a:t>self.current_storage</a:t>
            </a:r>
            <a:r>
              <a:rPr lang="en-US" sz="1600" dirty="0"/>
              <a:t> &lt;= </a:t>
            </a:r>
            <a:r>
              <a:rPr lang="en-US" sz="1600" dirty="0" err="1"/>
              <a:t>max_storage_af</a:t>
            </a:r>
            <a:r>
              <a:rPr lang="en-US" sz="1600" dirty="0"/>
              <a:t>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storage_penalty</a:t>
            </a:r>
            <a:r>
              <a:rPr lang="en-US" sz="1600" dirty="0"/>
              <a:t> = -1.5</a:t>
            </a:r>
          </a:p>
          <a:p>
            <a:r>
              <a:rPr lang="en-US" sz="1600" dirty="0"/>
              <a:t>else: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storage_penalty</a:t>
            </a:r>
            <a:r>
              <a:rPr lang="en-US" sz="1600" dirty="0"/>
              <a:t> = 0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F04EC"/>
                </a:solidFill>
              </a:rPr>
              <a:t># Total reward</a:t>
            </a:r>
          </a:p>
          <a:p>
            <a:r>
              <a:rPr lang="en-US" sz="1600" dirty="0"/>
              <a:t>reward = 0.6 * </a:t>
            </a:r>
            <a:r>
              <a:rPr lang="en-US" sz="1600" dirty="0" err="1"/>
              <a:t>release_reward</a:t>
            </a:r>
            <a:r>
              <a:rPr lang="en-US" sz="1600" dirty="0"/>
              <a:t> + 1.2 * </a:t>
            </a:r>
            <a:r>
              <a:rPr lang="en-US" sz="1600" dirty="0" err="1"/>
              <a:t>storage_target_reward</a:t>
            </a:r>
            <a:r>
              <a:rPr lang="en-US" sz="1600" dirty="0"/>
              <a:t> + </a:t>
            </a:r>
            <a:r>
              <a:rPr lang="en-US" sz="1600" dirty="0" err="1"/>
              <a:t>storage_penalty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5076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D8B59E-F3ED-21BA-1FC4-CB718D7E1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31" y="779870"/>
            <a:ext cx="11447929" cy="57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7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11548-CBBE-0615-6219-C101600B98D6}"/>
              </a:ext>
            </a:extLst>
          </p:cNvPr>
          <p:cNvSpPr txBox="1"/>
          <p:nvPr/>
        </p:nvSpPr>
        <p:spPr>
          <a:xfrm>
            <a:off x="131884" y="1925559"/>
            <a:ext cx="118794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Update storage with current release, inflow, and evaporation</a:t>
            </a:r>
          </a:p>
          <a:p>
            <a:r>
              <a:rPr lang="en-US" sz="1600" dirty="0" err="1"/>
              <a:t>self.current_storage</a:t>
            </a:r>
            <a:r>
              <a:rPr lang="en-US" sz="1600" dirty="0"/>
              <a:t> = </a:t>
            </a:r>
            <a:r>
              <a:rPr lang="en-US" sz="1600" dirty="0" err="1"/>
              <a:t>self.current_storage</a:t>
            </a:r>
            <a:r>
              <a:rPr lang="en-US" sz="1600" dirty="0"/>
              <a:t> - </a:t>
            </a:r>
            <a:r>
              <a:rPr lang="en-US" sz="1600" dirty="0" err="1"/>
              <a:t>release_af</a:t>
            </a:r>
            <a:r>
              <a:rPr lang="en-US" sz="1600" dirty="0"/>
              <a:t> + </a:t>
            </a:r>
            <a:r>
              <a:rPr lang="en-US" sz="1600" dirty="0" err="1"/>
              <a:t>inflow_af</a:t>
            </a:r>
            <a:r>
              <a:rPr lang="en-US" sz="1600" dirty="0"/>
              <a:t> - </a:t>
            </a:r>
            <a:r>
              <a:rPr lang="en-US" sz="1600" dirty="0" err="1"/>
              <a:t>evaporation_af</a:t>
            </a:r>
            <a:r>
              <a:rPr lang="en-US" sz="1600" dirty="0"/>
              <a:t>)</a:t>
            </a:r>
          </a:p>
          <a:p>
            <a:br>
              <a:rPr lang="en-US" sz="1600" dirty="0"/>
            </a:b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0CC56-758C-F660-B11F-F0B4E1353B06}"/>
              </a:ext>
            </a:extLst>
          </p:cNvPr>
          <p:cNvSpPr txBox="1"/>
          <p:nvPr/>
        </p:nvSpPr>
        <p:spPr>
          <a:xfrm>
            <a:off x="131884" y="887799"/>
            <a:ext cx="11879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Define reservoir release and storage limits</a:t>
            </a:r>
          </a:p>
          <a:p>
            <a:r>
              <a:rPr lang="en-US" sz="1600" dirty="0" err="1"/>
              <a:t>navajo_min_release</a:t>
            </a:r>
            <a:r>
              <a:rPr lang="en-US" sz="1600" dirty="0"/>
              <a:t> = 250 </a:t>
            </a:r>
            <a:r>
              <a:rPr lang="en-US" sz="1600" dirty="0" err="1"/>
              <a:t>cfs</a:t>
            </a:r>
            <a:r>
              <a:rPr lang="en-US" sz="1600" dirty="0"/>
              <a:t>, </a:t>
            </a:r>
            <a:r>
              <a:rPr lang="en-US" sz="1600" dirty="0" err="1"/>
              <a:t>navajo_max_release</a:t>
            </a:r>
            <a:r>
              <a:rPr lang="en-US" sz="1600" dirty="0"/>
              <a:t> = 5000 </a:t>
            </a:r>
            <a:r>
              <a:rPr lang="en-US" sz="1600" dirty="0" err="1"/>
              <a:t>cfs</a:t>
            </a:r>
            <a:endParaRPr lang="en-US" sz="1600" dirty="0"/>
          </a:p>
          <a:p>
            <a:r>
              <a:rPr lang="en-US" sz="1600" dirty="0" err="1"/>
              <a:t>min_storage_af</a:t>
            </a:r>
            <a:r>
              <a:rPr lang="en-US" sz="1600" dirty="0"/>
              <a:t> = 500000 AF, </a:t>
            </a:r>
            <a:r>
              <a:rPr lang="en-US" sz="1600" dirty="0" err="1"/>
              <a:t>max_storage_af</a:t>
            </a:r>
            <a:r>
              <a:rPr lang="en-US" sz="1600" dirty="0"/>
              <a:t> = 1900000 AF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57C76-5826-77C0-AFB0-76C48DF3E30F}"/>
              </a:ext>
            </a:extLst>
          </p:cNvPr>
          <p:cNvSpPr txBox="1"/>
          <p:nvPr/>
        </p:nvSpPr>
        <p:spPr>
          <a:xfrm>
            <a:off x="131885" y="3002777"/>
            <a:ext cx="1187942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Reward based on release within acceptable range and storage limits</a:t>
            </a:r>
          </a:p>
          <a:p>
            <a:r>
              <a:rPr lang="en-US" sz="1600" dirty="0"/>
              <a:t>if </a:t>
            </a:r>
            <a:r>
              <a:rPr lang="en-US" sz="1600" dirty="0" err="1"/>
              <a:t>navajo_min_release</a:t>
            </a:r>
            <a:r>
              <a:rPr lang="en-US" sz="1600" dirty="0"/>
              <a:t> &lt;= </a:t>
            </a:r>
            <a:r>
              <a:rPr lang="en-US" sz="1600" dirty="0" err="1"/>
              <a:t>release_af</a:t>
            </a:r>
            <a:r>
              <a:rPr lang="en-US" sz="1600" dirty="0"/>
              <a:t> &lt;= </a:t>
            </a:r>
            <a:r>
              <a:rPr lang="en-US" sz="1600" dirty="0" err="1"/>
              <a:t>navajo_max_release</a:t>
            </a:r>
            <a:r>
              <a:rPr lang="en-US" sz="1600" dirty="0"/>
              <a:t>: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release_reward</a:t>
            </a:r>
            <a:r>
              <a:rPr lang="en-US" sz="1600" dirty="0"/>
              <a:t> = 1.0</a:t>
            </a:r>
          </a:p>
          <a:p>
            <a:r>
              <a:rPr lang="en-US" sz="1600" dirty="0"/>
              <a:t>else:</a:t>
            </a:r>
          </a:p>
          <a:p>
            <a:r>
              <a:rPr lang="en-US" sz="1600" dirty="0"/>
              <a:t>     </a:t>
            </a:r>
            <a:r>
              <a:rPr lang="en-US" sz="1600" dirty="0" err="1"/>
              <a:t>release_reward</a:t>
            </a:r>
            <a:r>
              <a:rPr lang="en-US" sz="1600" dirty="0"/>
              <a:t> = -1.0 # Heavy penalty for out-of-bound releases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F04EC"/>
                </a:solidFill>
              </a:rPr>
              <a:t># Additional reward for keeping storage within range</a:t>
            </a:r>
          </a:p>
          <a:p>
            <a:r>
              <a:rPr lang="en-US" sz="1600" dirty="0"/>
              <a:t>if </a:t>
            </a:r>
            <a:r>
              <a:rPr lang="en-US" sz="1600" dirty="0" err="1"/>
              <a:t>min_storage_af</a:t>
            </a:r>
            <a:r>
              <a:rPr lang="en-US" sz="1600" dirty="0"/>
              <a:t> &lt;= </a:t>
            </a:r>
            <a:r>
              <a:rPr lang="en-US" sz="1600" dirty="0" err="1"/>
              <a:t>self.current_storage</a:t>
            </a:r>
            <a:r>
              <a:rPr lang="en-US" sz="1600" dirty="0"/>
              <a:t> &lt;= </a:t>
            </a:r>
            <a:r>
              <a:rPr lang="en-US" sz="1600" dirty="0" err="1"/>
              <a:t>max_storage_af</a:t>
            </a:r>
            <a:r>
              <a:rPr lang="en-US" sz="1600" dirty="0"/>
              <a:t>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storage_reward</a:t>
            </a:r>
            <a:r>
              <a:rPr lang="en-US" sz="1600" dirty="0"/>
              <a:t> = 1.0 </a:t>
            </a:r>
          </a:p>
          <a:p>
            <a:r>
              <a:rPr lang="en-US" sz="1600" dirty="0"/>
              <a:t>else: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storage_reward</a:t>
            </a:r>
            <a:r>
              <a:rPr lang="en-US" sz="1600" dirty="0"/>
              <a:t> = -2.0  #penalty for out-of-bound storage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F04EC"/>
                </a:solidFill>
              </a:rPr>
              <a:t># Total reward</a:t>
            </a:r>
          </a:p>
          <a:p>
            <a:r>
              <a:rPr lang="en-US" sz="1600" dirty="0"/>
              <a:t>reward = </a:t>
            </a:r>
            <a:r>
              <a:rPr lang="en-US" sz="1600" dirty="0" err="1"/>
              <a:t>release_reward</a:t>
            </a:r>
            <a:r>
              <a:rPr lang="en-US" sz="1600" dirty="0"/>
              <a:t> + </a:t>
            </a:r>
            <a:r>
              <a:rPr lang="en-US" sz="1600" dirty="0" err="1"/>
              <a:t>storage_reward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500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01252E-9381-ABC1-4372-F1472AC2F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97" y="852849"/>
            <a:ext cx="11226397" cy="56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0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TD3 Optimization Problem- </a:t>
            </a:r>
            <a:r>
              <a:rPr lang="en-US" dirty="0" err="1"/>
              <a:t>RivWare</a:t>
            </a:r>
            <a:r>
              <a:rPr lang="en-US" dirty="0"/>
              <a:t> Constraints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0CC56-758C-F660-B11F-F0B4E1353B06}"/>
              </a:ext>
            </a:extLst>
          </p:cNvPr>
          <p:cNvSpPr txBox="1"/>
          <p:nvPr/>
        </p:nvSpPr>
        <p:spPr>
          <a:xfrm>
            <a:off x="131885" y="907810"/>
            <a:ext cx="118794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F04EC"/>
                </a:solidFill>
              </a:rPr>
              <a:t># Reservoir Operational Constraints for Navajo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Navajo reservoir elevation goes below 5985 ft – NIIP diversion is 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>
              <a:solidFill>
                <a:srgbClr val="0F04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610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GRAIL Research La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C37E2-738E-42D5-A758-ADA1E3407E1B}" vid="{4C44DCE2-50C4-432C-803B-34B8919B9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AD10C71-605F-4D45-BD90-48F308DB4C3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E99EB3-17DF-46FB-9742-792BD89F0A34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398C9F2FB735429A19D9F9E57C52E4" ma:contentTypeVersion="12" ma:contentTypeDescription="Create a new document." ma:contentTypeScope="" ma:versionID="845a4497539453155dca47dc4c3bedb8">
  <xsd:schema xmlns:xsd="http://www.w3.org/2001/XMLSchema" xmlns:xs="http://www.w3.org/2001/XMLSchema" xmlns:p="http://schemas.microsoft.com/office/2006/metadata/properties" xmlns:ns2="4170d58c-075f-4a60-81f2-faaaa327f98b" xmlns:ns3="4430976e-e7e9-42af-a028-d3d4b3f7834c" targetNamespace="http://schemas.microsoft.com/office/2006/metadata/properties" ma:root="true" ma:fieldsID="35887e907f6c53a68c30fdb24d1b11d2" ns2:_="" ns3:_="">
    <xsd:import namespace="4170d58c-075f-4a60-81f2-faaaa327f98b"/>
    <xsd:import namespace="4430976e-e7e9-42af-a028-d3d4b3f783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0d58c-075f-4a60-81f2-faaaa327f9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0976e-e7e9-42af-a028-d3d4b3f78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48DC4E-2131-42E7-8E59-49ADB1AA87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F87915-1D0C-4997-8DD0-FC1D8EBFCC8E}">
  <ds:schemaRefs>
    <ds:schemaRef ds:uri="4430976e-e7e9-42af-a028-d3d4b3f7834c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170d58c-075f-4a60-81f2-faaaa327f98b"/>
  </ds:schemaRefs>
</ds:datastoreItem>
</file>

<file path=customXml/itemProps3.xml><?xml version="1.0" encoding="utf-8"?>
<ds:datastoreItem xmlns:ds="http://schemas.openxmlformats.org/officeDocument/2006/customXml" ds:itemID="{1FDD623B-7157-438F-8B72-567A3A5F8B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70d58c-075f-4a60-81f2-faaaa327f98b"/>
    <ds:schemaRef ds:uri="4430976e-e7e9-42af-a028-d3d4b3f783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AuE 8930 Lecture 01 Introduction Course Conduct</Template>
  <TotalTime>18632</TotalTime>
  <Words>1237</Words>
  <Application>Microsoft Office PowerPoint</Application>
  <PresentationFormat>Widescreen</PresentationFormat>
  <Paragraphs>160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Franklin Gothic Demi</vt:lpstr>
      <vt:lpstr>Franklin Gothic Medium</vt:lpstr>
      <vt:lpstr>template_GRAIL Research Lab</vt:lpstr>
      <vt:lpstr>Deep Reinforcement Learning (DRL) Framework for Reservoir Management</vt:lpstr>
      <vt:lpstr>Agents</vt:lpstr>
      <vt:lpstr>Comparative Findings: PPO, TD3, SAC Agents (MSE for Scaled Values)</vt:lpstr>
      <vt:lpstr>TD3 Agent: Performance when learning human behavior </vt:lpstr>
      <vt:lpstr>TD3 Optimization Problem</vt:lpstr>
      <vt:lpstr>TD3 Optimization Problem</vt:lpstr>
      <vt:lpstr>TD3 Optimization Problem</vt:lpstr>
      <vt:lpstr>TD3 Optimization Problem</vt:lpstr>
      <vt:lpstr>TD3 Optimization Problem</vt:lpstr>
      <vt:lpstr>TD3 Optimization Problem</vt:lpstr>
      <vt:lpstr>TD3 Optimization Problem- RivWare Constraints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Shengli Xu</dc:creator>
  <cp:lastModifiedBy>Shubhendu Kumar Singh</cp:lastModifiedBy>
  <cp:revision>550</cp:revision>
  <dcterms:created xsi:type="dcterms:W3CDTF">2021-09-26T23:34:49Z</dcterms:created>
  <dcterms:modified xsi:type="dcterms:W3CDTF">2024-11-07T17:32:02Z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0x010100DD398C9F2FB735429A19D9F9E57C52E4</vt:lpwstr>
  </property>
</Properties>
</file>
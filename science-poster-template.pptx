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0" r:id="rId2"/>
  </p:sldIdLst>
  <p:sldSz cx="41148000" cy="32004000"/>
  <p:notesSz cx="6858000" cy="9144000"/>
  <p:defaultTextStyle>
    <a:defPPr>
      <a:defRPr lang="en-US"/>
    </a:defPPr>
    <a:lvl1pPr marL="0" algn="l" defTabSz="2090044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1pPr>
    <a:lvl2pPr marL="2090044" algn="l" defTabSz="2090044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2pPr>
    <a:lvl3pPr marL="4180088" algn="l" defTabSz="2090044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3pPr>
    <a:lvl4pPr marL="6270132" algn="l" defTabSz="2090044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4pPr>
    <a:lvl5pPr marL="8360176" algn="l" defTabSz="2090044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5pPr>
    <a:lvl6pPr marL="10450220" algn="l" defTabSz="2090044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6pPr>
    <a:lvl7pPr marL="12540264" algn="l" defTabSz="2090044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7pPr>
    <a:lvl8pPr marL="14630309" algn="l" defTabSz="2090044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8pPr>
    <a:lvl9pPr marL="16720353" algn="l" defTabSz="2090044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872" userDrawn="1">
          <p15:clr>
            <a:srgbClr val="A4A3A4"/>
          </p15:clr>
        </p15:guide>
        <p15:guide id="2" pos="12960" userDrawn="1">
          <p15:clr>
            <a:srgbClr val="A4A3A4"/>
          </p15:clr>
        </p15:guide>
        <p15:guide id="3" orient="horz" pos="3552" userDrawn="1">
          <p15:clr>
            <a:srgbClr val="A4A3A4"/>
          </p15:clr>
        </p15:guide>
        <p15:guide id="4" orient="horz" pos="2832" userDrawn="1">
          <p15:clr>
            <a:srgbClr val="A4A3A4"/>
          </p15:clr>
        </p15:guide>
        <p15:guide id="5" orient="horz" pos="864" userDrawn="1">
          <p15:clr>
            <a:srgbClr val="A4A3A4"/>
          </p15:clr>
        </p15:guide>
        <p15:guide id="6" orient="horz" pos="19296" userDrawn="1">
          <p15:clr>
            <a:srgbClr val="A4A3A4"/>
          </p15:clr>
        </p15:guide>
        <p15:guide id="7" pos="864" userDrawn="1">
          <p15:clr>
            <a:srgbClr val="A4A3A4"/>
          </p15:clr>
        </p15:guide>
        <p15:guide id="8" pos="9216" userDrawn="1">
          <p15:clr>
            <a:srgbClr val="A4A3A4"/>
          </p15:clr>
        </p15:guide>
        <p15:guide id="9" pos="8328" userDrawn="1">
          <p15:clr>
            <a:srgbClr val="A4A3A4"/>
          </p15:clr>
        </p15:guide>
        <p15:guide id="10" pos="16704" userDrawn="1">
          <p15:clr>
            <a:srgbClr val="A4A3A4"/>
          </p15:clr>
        </p15:guide>
        <p15:guide id="11" pos="17568" userDrawn="1">
          <p15:clr>
            <a:srgbClr val="A4A3A4"/>
          </p15:clr>
        </p15:guide>
        <p15:guide id="12" pos="25056" userDrawn="1">
          <p15:clr>
            <a:srgbClr val="A4A3A4"/>
          </p15:clr>
        </p15:guide>
        <p15:guide id="13" orient="horz" pos="10080" userDrawn="1">
          <p15:clr>
            <a:srgbClr val="A4A3A4"/>
          </p15:clr>
        </p15:guide>
        <p15:guide id="14" orient="horz" pos="196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D1E2"/>
    <a:srgbClr val="F1EFF7"/>
    <a:srgbClr val="0070C1"/>
    <a:srgbClr val="000F7E"/>
    <a:srgbClr val="1D75AF"/>
    <a:srgbClr val="292D78"/>
    <a:srgbClr val="4B89DA"/>
    <a:srgbClr val="0D1B74"/>
    <a:srgbClr val="0E1132"/>
    <a:srgbClr val="E3A6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3556"/>
  </p:normalViewPr>
  <p:slideViewPr>
    <p:cSldViewPr snapToGrid="0" snapToObjects="1">
      <p:cViewPr>
        <p:scale>
          <a:sx n="96" d="100"/>
          <a:sy n="96" d="100"/>
        </p:scale>
        <p:origin x="-5000" y="-12776"/>
      </p:cViewPr>
      <p:guideLst>
        <p:guide orient="horz" pos="19872"/>
        <p:guide pos="12960"/>
        <p:guide orient="horz" pos="3552"/>
        <p:guide orient="horz" pos="2832"/>
        <p:guide orient="horz" pos="864"/>
        <p:guide orient="horz" pos="19296"/>
        <p:guide pos="864"/>
        <p:guide pos="9216"/>
        <p:guide pos="8328"/>
        <p:guide pos="16704"/>
        <p:guide pos="17568"/>
        <p:guide pos="25056"/>
        <p:guide orient="horz" pos="10080"/>
        <p:guide orient="horz" pos="1963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0F7E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B0-4842-8AD4-975D070718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0070C1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B0-4842-8AD4-975D070718E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1B0-4842-8AD4-975D070718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123970600"/>
        <c:axId val="-2123967576"/>
      </c:barChart>
      <c:catAx>
        <c:axId val="-212397060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23967576"/>
        <c:crosses val="autoZero"/>
        <c:auto val="1"/>
        <c:lblAlgn val="ctr"/>
        <c:lblOffset val="100"/>
        <c:noMultiLvlLbl val="0"/>
      </c:catAx>
      <c:valAx>
        <c:axId val="-21239675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397060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64D7CA3-7008-7349-8B55-6C7D24D241FF}" type="datetimeFigureOut">
              <a:rPr lang="en-US" smtClean="0"/>
              <a:pPr/>
              <a:t>7/28/21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23963" y="685800"/>
            <a:ext cx="44100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DB85F00F-E729-F041-A446-F7796B903D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025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090044" rtl="0" eaLnBrk="1" latinLnBrk="0" hangingPunct="1">
      <a:defRPr sz="55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85F00F-E729-F041-A446-F7796B903D2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26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762316F-6342-8C4E-ADCB-0BD41831ABF6}"/>
              </a:ext>
            </a:extLst>
          </p:cNvPr>
          <p:cNvSpPr/>
          <p:nvPr userDrawn="1"/>
        </p:nvSpPr>
        <p:spPr>
          <a:xfrm>
            <a:off x="0" y="30175200"/>
            <a:ext cx="41148000" cy="1828800"/>
          </a:xfrm>
          <a:prstGeom prst="rect">
            <a:avLst/>
          </a:prstGeom>
          <a:solidFill>
            <a:srgbClr val="000F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BF9324-7FE6-DF47-95BF-B8FE0D26E9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0432" y="30391767"/>
            <a:ext cx="4457700" cy="1371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8FAA73-A168-F34C-9243-979EB8C42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68904" y="30344046"/>
            <a:ext cx="3249200" cy="14919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D7A0E4C-B04D-274F-B644-CE9BF827AD6D}"/>
              </a:ext>
            </a:extLst>
          </p:cNvPr>
          <p:cNvSpPr txBox="1"/>
          <p:nvPr userDrawn="1"/>
        </p:nvSpPr>
        <p:spPr>
          <a:xfrm>
            <a:off x="10208757" y="30944294"/>
            <a:ext cx="8843285" cy="276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Managed by Triad National Security, LLC, for the U.S. Department of Energy’s NNSA.</a:t>
            </a:r>
          </a:p>
        </p:txBody>
      </p:sp>
    </p:spTree>
    <p:extLst>
      <p:ext uri="{BB962C8B-B14F-4D97-AF65-F5344CB8AC3E}">
        <p14:creationId xmlns:p14="http://schemas.microsoft.com/office/powerpoint/2010/main" val="2174501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1281644"/>
            <a:ext cx="37033200" cy="533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0" y="7467602"/>
            <a:ext cx="37033200" cy="2112116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057400" y="29662969"/>
            <a:ext cx="9601200" cy="1703917"/>
          </a:xfrm>
          <a:prstGeom prst="rect">
            <a:avLst/>
          </a:prstGeom>
        </p:spPr>
        <p:txBody>
          <a:bodyPr/>
          <a:lstStyle/>
          <a:p>
            <a:fld id="{2FD8D12E-95C4-274C-8538-6990C022EAF5}" type="datetimeFigureOut">
              <a:rPr lang="en-US" smtClean="0"/>
              <a:t>7/28/21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058900" y="29662969"/>
            <a:ext cx="13030200" cy="17039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9489400" y="29662969"/>
            <a:ext cx="9601200" cy="1703917"/>
          </a:xfrm>
          <a:prstGeom prst="rect">
            <a:avLst/>
          </a:prstGeom>
        </p:spPr>
        <p:txBody>
          <a:bodyPr/>
          <a:lstStyle/>
          <a:p>
            <a:fld id="{0B12AD88-E058-DF43-96A6-CB00B83CC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375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0409" y="20565536"/>
            <a:ext cx="34975800" cy="6356350"/>
          </a:xfrm>
          <a:prstGeom prst="rect">
            <a:avLst/>
          </a:prstGeom>
        </p:spPr>
        <p:txBody>
          <a:bodyPr anchor="t"/>
          <a:lstStyle>
            <a:lvl1pPr algn="l">
              <a:defRPr sz="18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50409" y="13564663"/>
            <a:ext cx="34975800" cy="700087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9100">
                <a:solidFill>
                  <a:schemeClr val="tx1">
                    <a:tint val="75000"/>
                  </a:schemeClr>
                </a:solidFill>
              </a:defRPr>
            </a:lvl1pPr>
            <a:lvl2pPr marL="2090044" indent="0">
              <a:buNone/>
              <a:defRPr sz="8200">
                <a:solidFill>
                  <a:schemeClr val="tx1">
                    <a:tint val="75000"/>
                  </a:schemeClr>
                </a:solidFill>
              </a:defRPr>
            </a:lvl2pPr>
            <a:lvl3pPr marL="4180088" indent="0">
              <a:buNone/>
              <a:defRPr sz="7300">
                <a:solidFill>
                  <a:schemeClr val="tx1">
                    <a:tint val="75000"/>
                  </a:schemeClr>
                </a:solidFill>
              </a:defRPr>
            </a:lvl3pPr>
            <a:lvl4pPr marL="6270132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4pPr>
            <a:lvl5pPr marL="8360176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5pPr>
            <a:lvl6pPr marL="1045022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6pPr>
            <a:lvl7pPr marL="12540264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7pPr>
            <a:lvl8pPr marL="14630309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8pPr>
            <a:lvl9pPr marL="16720353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057400" y="29662969"/>
            <a:ext cx="9601200" cy="1703917"/>
          </a:xfrm>
          <a:prstGeom prst="rect">
            <a:avLst/>
          </a:prstGeom>
        </p:spPr>
        <p:txBody>
          <a:bodyPr/>
          <a:lstStyle/>
          <a:p>
            <a:fld id="{2FD8D12E-95C4-274C-8538-6990C022EAF5}" type="datetimeFigureOut">
              <a:rPr lang="en-US" smtClean="0"/>
              <a:t>7/28/21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058900" y="29662969"/>
            <a:ext cx="13030200" cy="17039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9489400" y="29662969"/>
            <a:ext cx="9601200" cy="1703917"/>
          </a:xfrm>
          <a:prstGeom prst="rect">
            <a:avLst/>
          </a:prstGeom>
        </p:spPr>
        <p:txBody>
          <a:bodyPr/>
          <a:lstStyle/>
          <a:p>
            <a:fld id="{0B12AD88-E058-DF43-96A6-CB00B83CC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824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1281644"/>
            <a:ext cx="37033200" cy="533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57400" y="7467602"/>
            <a:ext cx="18173700" cy="21121161"/>
          </a:xfrm>
          <a:prstGeom prst="rect">
            <a:avLst/>
          </a:prstGeom>
        </p:spPr>
        <p:txBody>
          <a:bodyPr/>
          <a:lstStyle>
            <a:lvl1pPr>
              <a:defRPr sz="12800"/>
            </a:lvl1pPr>
            <a:lvl2pPr>
              <a:defRPr sz="11000"/>
            </a:lvl2pPr>
            <a:lvl3pPr>
              <a:defRPr sz="9100"/>
            </a:lvl3pPr>
            <a:lvl4pPr>
              <a:defRPr sz="8200"/>
            </a:lvl4pPr>
            <a:lvl5pPr>
              <a:defRPr sz="8200"/>
            </a:lvl5pPr>
            <a:lvl6pPr>
              <a:defRPr sz="8200"/>
            </a:lvl6pPr>
            <a:lvl7pPr>
              <a:defRPr sz="8200"/>
            </a:lvl7pPr>
            <a:lvl8pPr>
              <a:defRPr sz="8200"/>
            </a:lvl8pPr>
            <a:lvl9pPr>
              <a:defRPr sz="8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16900" y="7467602"/>
            <a:ext cx="18173700" cy="21121161"/>
          </a:xfrm>
          <a:prstGeom prst="rect">
            <a:avLst/>
          </a:prstGeom>
        </p:spPr>
        <p:txBody>
          <a:bodyPr/>
          <a:lstStyle>
            <a:lvl1pPr>
              <a:defRPr sz="12800"/>
            </a:lvl1pPr>
            <a:lvl2pPr>
              <a:defRPr sz="11000"/>
            </a:lvl2pPr>
            <a:lvl3pPr>
              <a:defRPr sz="9100"/>
            </a:lvl3pPr>
            <a:lvl4pPr>
              <a:defRPr sz="8200"/>
            </a:lvl4pPr>
            <a:lvl5pPr>
              <a:defRPr sz="8200"/>
            </a:lvl5pPr>
            <a:lvl6pPr>
              <a:defRPr sz="8200"/>
            </a:lvl6pPr>
            <a:lvl7pPr>
              <a:defRPr sz="8200"/>
            </a:lvl7pPr>
            <a:lvl8pPr>
              <a:defRPr sz="8200"/>
            </a:lvl8pPr>
            <a:lvl9pPr>
              <a:defRPr sz="8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057400" y="29662969"/>
            <a:ext cx="9601200" cy="1703917"/>
          </a:xfrm>
          <a:prstGeom prst="rect">
            <a:avLst/>
          </a:prstGeom>
        </p:spPr>
        <p:txBody>
          <a:bodyPr/>
          <a:lstStyle/>
          <a:p>
            <a:fld id="{2FD8D12E-95C4-274C-8538-6990C022EAF5}" type="datetimeFigureOut">
              <a:rPr lang="en-US" smtClean="0"/>
              <a:t>7/28/21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058900" y="29662969"/>
            <a:ext cx="13030200" cy="17039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9489400" y="29662969"/>
            <a:ext cx="9601200" cy="1703917"/>
          </a:xfrm>
          <a:prstGeom prst="rect">
            <a:avLst/>
          </a:prstGeom>
        </p:spPr>
        <p:txBody>
          <a:bodyPr/>
          <a:lstStyle/>
          <a:p>
            <a:fld id="{0B12AD88-E058-DF43-96A6-CB00B83CC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236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1281644"/>
            <a:ext cx="37033200" cy="533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7400" y="7163861"/>
            <a:ext cx="18180846" cy="298555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000" b="1"/>
            </a:lvl1pPr>
            <a:lvl2pPr marL="2090044" indent="0">
              <a:buNone/>
              <a:defRPr sz="9100" b="1"/>
            </a:lvl2pPr>
            <a:lvl3pPr marL="4180088" indent="0">
              <a:buNone/>
              <a:defRPr sz="8200" b="1"/>
            </a:lvl3pPr>
            <a:lvl4pPr marL="6270132" indent="0">
              <a:buNone/>
              <a:defRPr sz="7300" b="1"/>
            </a:lvl4pPr>
            <a:lvl5pPr marL="8360176" indent="0">
              <a:buNone/>
              <a:defRPr sz="7300" b="1"/>
            </a:lvl5pPr>
            <a:lvl6pPr marL="10450220" indent="0">
              <a:buNone/>
              <a:defRPr sz="7300" b="1"/>
            </a:lvl6pPr>
            <a:lvl7pPr marL="12540264" indent="0">
              <a:buNone/>
              <a:defRPr sz="7300" b="1"/>
            </a:lvl7pPr>
            <a:lvl8pPr marL="14630309" indent="0">
              <a:buNone/>
              <a:defRPr sz="7300" b="1"/>
            </a:lvl8pPr>
            <a:lvl9pPr marL="16720353" indent="0">
              <a:buNone/>
              <a:defRPr sz="7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57400" y="10149417"/>
            <a:ext cx="18180846" cy="18439344"/>
          </a:xfrm>
          <a:prstGeom prst="rect">
            <a:avLst/>
          </a:prstGeom>
        </p:spPr>
        <p:txBody>
          <a:bodyPr/>
          <a:lstStyle>
            <a:lvl1pPr>
              <a:defRPr sz="11000"/>
            </a:lvl1pPr>
            <a:lvl2pPr>
              <a:defRPr sz="9100"/>
            </a:lvl2pPr>
            <a:lvl3pPr>
              <a:defRPr sz="8200"/>
            </a:lvl3pPr>
            <a:lvl4pPr>
              <a:defRPr sz="7300"/>
            </a:lvl4pPr>
            <a:lvl5pPr>
              <a:defRPr sz="7300"/>
            </a:lvl5pPr>
            <a:lvl6pPr>
              <a:defRPr sz="7300"/>
            </a:lvl6pPr>
            <a:lvl7pPr>
              <a:defRPr sz="7300"/>
            </a:lvl7pPr>
            <a:lvl8pPr>
              <a:defRPr sz="7300"/>
            </a:lvl8pPr>
            <a:lvl9pPr>
              <a:defRPr sz="7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902615" y="7163861"/>
            <a:ext cx="18187988" cy="298555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000" b="1"/>
            </a:lvl1pPr>
            <a:lvl2pPr marL="2090044" indent="0">
              <a:buNone/>
              <a:defRPr sz="9100" b="1"/>
            </a:lvl2pPr>
            <a:lvl3pPr marL="4180088" indent="0">
              <a:buNone/>
              <a:defRPr sz="8200" b="1"/>
            </a:lvl3pPr>
            <a:lvl4pPr marL="6270132" indent="0">
              <a:buNone/>
              <a:defRPr sz="7300" b="1"/>
            </a:lvl4pPr>
            <a:lvl5pPr marL="8360176" indent="0">
              <a:buNone/>
              <a:defRPr sz="7300" b="1"/>
            </a:lvl5pPr>
            <a:lvl6pPr marL="10450220" indent="0">
              <a:buNone/>
              <a:defRPr sz="7300" b="1"/>
            </a:lvl6pPr>
            <a:lvl7pPr marL="12540264" indent="0">
              <a:buNone/>
              <a:defRPr sz="7300" b="1"/>
            </a:lvl7pPr>
            <a:lvl8pPr marL="14630309" indent="0">
              <a:buNone/>
              <a:defRPr sz="7300" b="1"/>
            </a:lvl8pPr>
            <a:lvl9pPr marL="16720353" indent="0">
              <a:buNone/>
              <a:defRPr sz="7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902615" y="10149417"/>
            <a:ext cx="18187988" cy="18439344"/>
          </a:xfrm>
          <a:prstGeom prst="rect">
            <a:avLst/>
          </a:prstGeom>
        </p:spPr>
        <p:txBody>
          <a:bodyPr/>
          <a:lstStyle>
            <a:lvl1pPr>
              <a:defRPr sz="11000"/>
            </a:lvl1pPr>
            <a:lvl2pPr>
              <a:defRPr sz="9100"/>
            </a:lvl2pPr>
            <a:lvl3pPr>
              <a:defRPr sz="8200"/>
            </a:lvl3pPr>
            <a:lvl4pPr>
              <a:defRPr sz="7300"/>
            </a:lvl4pPr>
            <a:lvl5pPr>
              <a:defRPr sz="7300"/>
            </a:lvl5pPr>
            <a:lvl6pPr>
              <a:defRPr sz="7300"/>
            </a:lvl6pPr>
            <a:lvl7pPr>
              <a:defRPr sz="7300"/>
            </a:lvl7pPr>
            <a:lvl8pPr>
              <a:defRPr sz="7300"/>
            </a:lvl8pPr>
            <a:lvl9pPr>
              <a:defRPr sz="7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057400" y="29662969"/>
            <a:ext cx="9601200" cy="1703917"/>
          </a:xfrm>
          <a:prstGeom prst="rect">
            <a:avLst/>
          </a:prstGeom>
        </p:spPr>
        <p:txBody>
          <a:bodyPr/>
          <a:lstStyle/>
          <a:p>
            <a:fld id="{2FD8D12E-95C4-274C-8538-6990C022EAF5}" type="datetimeFigureOut">
              <a:rPr lang="en-US" smtClean="0"/>
              <a:t>7/28/21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4058900" y="29662969"/>
            <a:ext cx="13030200" cy="17039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29489400" y="29662969"/>
            <a:ext cx="9601200" cy="1703917"/>
          </a:xfrm>
          <a:prstGeom prst="rect">
            <a:avLst/>
          </a:prstGeom>
        </p:spPr>
        <p:txBody>
          <a:bodyPr/>
          <a:lstStyle/>
          <a:p>
            <a:fld id="{0B12AD88-E058-DF43-96A6-CB00B83CC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37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1281644"/>
            <a:ext cx="37033200" cy="533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057400" y="29662969"/>
            <a:ext cx="9601200" cy="1703917"/>
          </a:xfrm>
          <a:prstGeom prst="rect">
            <a:avLst/>
          </a:prstGeom>
        </p:spPr>
        <p:txBody>
          <a:bodyPr/>
          <a:lstStyle/>
          <a:p>
            <a:fld id="{2FD8D12E-95C4-274C-8538-6990C022EAF5}" type="datetimeFigureOut">
              <a:rPr lang="en-US" smtClean="0"/>
              <a:t>7/28/21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058900" y="29662969"/>
            <a:ext cx="13030200" cy="17039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9489400" y="29662969"/>
            <a:ext cx="9601200" cy="1703917"/>
          </a:xfrm>
          <a:prstGeom prst="rect">
            <a:avLst/>
          </a:prstGeom>
        </p:spPr>
        <p:txBody>
          <a:bodyPr/>
          <a:lstStyle/>
          <a:p>
            <a:fld id="{0B12AD88-E058-DF43-96A6-CB00B83CC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551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057400" y="29662969"/>
            <a:ext cx="9601200" cy="1703917"/>
          </a:xfrm>
          <a:prstGeom prst="rect">
            <a:avLst/>
          </a:prstGeom>
        </p:spPr>
        <p:txBody>
          <a:bodyPr/>
          <a:lstStyle/>
          <a:p>
            <a:fld id="{2FD8D12E-95C4-274C-8538-6990C022EAF5}" type="datetimeFigureOut">
              <a:rPr lang="en-US" smtClean="0"/>
              <a:t>7/28/21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4058900" y="29662969"/>
            <a:ext cx="13030200" cy="17039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9489400" y="29662969"/>
            <a:ext cx="9601200" cy="1703917"/>
          </a:xfrm>
          <a:prstGeom prst="rect">
            <a:avLst/>
          </a:prstGeom>
        </p:spPr>
        <p:txBody>
          <a:bodyPr/>
          <a:lstStyle/>
          <a:p>
            <a:fld id="{0B12AD88-E058-DF43-96A6-CB00B83CC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850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2" y="1274233"/>
            <a:ext cx="13537409" cy="5422900"/>
          </a:xfrm>
          <a:prstGeom prst="rect">
            <a:avLst/>
          </a:prstGeom>
        </p:spPr>
        <p:txBody>
          <a:bodyPr anchor="b"/>
          <a:lstStyle>
            <a:lvl1pPr algn="l">
              <a:defRPr sz="91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87725" y="1274236"/>
            <a:ext cx="23002875" cy="27314527"/>
          </a:xfrm>
          <a:prstGeom prst="rect">
            <a:avLst/>
          </a:prstGeom>
        </p:spPr>
        <p:txBody>
          <a:bodyPr/>
          <a:lstStyle>
            <a:lvl1pPr>
              <a:defRPr sz="14600"/>
            </a:lvl1pPr>
            <a:lvl2pPr>
              <a:defRPr sz="12800"/>
            </a:lvl2pPr>
            <a:lvl3pPr>
              <a:defRPr sz="11000"/>
            </a:lvl3pPr>
            <a:lvl4pPr>
              <a:defRPr sz="9100"/>
            </a:lvl4pPr>
            <a:lvl5pPr>
              <a:defRPr sz="9100"/>
            </a:lvl5pPr>
            <a:lvl6pPr>
              <a:defRPr sz="9100"/>
            </a:lvl6pPr>
            <a:lvl7pPr>
              <a:defRPr sz="9100"/>
            </a:lvl7pPr>
            <a:lvl8pPr>
              <a:defRPr sz="9100"/>
            </a:lvl8pPr>
            <a:lvl9pPr>
              <a:defRPr sz="9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57402" y="6697136"/>
            <a:ext cx="13537409" cy="21891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2090044" indent="0">
              <a:buNone/>
              <a:defRPr sz="5500"/>
            </a:lvl2pPr>
            <a:lvl3pPr marL="4180088" indent="0">
              <a:buNone/>
              <a:defRPr sz="4600"/>
            </a:lvl3pPr>
            <a:lvl4pPr marL="6270132" indent="0">
              <a:buNone/>
              <a:defRPr sz="4100"/>
            </a:lvl4pPr>
            <a:lvl5pPr marL="8360176" indent="0">
              <a:buNone/>
              <a:defRPr sz="4100"/>
            </a:lvl5pPr>
            <a:lvl6pPr marL="10450220" indent="0">
              <a:buNone/>
              <a:defRPr sz="4100"/>
            </a:lvl6pPr>
            <a:lvl7pPr marL="12540264" indent="0">
              <a:buNone/>
              <a:defRPr sz="4100"/>
            </a:lvl7pPr>
            <a:lvl8pPr marL="14630309" indent="0">
              <a:buNone/>
              <a:defRPr sz="4100"/>
            </a:lvl8pPr>
            <a:lvl9pPr marL="16720353" indent="0">
              <a:buNone/>
              <a:defRPr sz="4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057400" y="29662969"/>
            <a:ext cx="9601200" cy="1703917"/>
          </a:xfrm>
          <a:prstGeom prst="rect">
            <a:avLst/>
          </a:prstGeom>
        </p:spPr>
        <p:txBody>
          <a:bodyPr/>
          <a:lstStyle/>
          <a:p>
            <a:fld id="{2FD8D12E-95C4-274C-8538-6990C022EAF5}" type="datetimeFigureOut">
              <a:rPr lang="en-US" smtClean="0"/>
              <a:t>7/28/21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058900" y="29662969"/>
            <a:ext cx="13030200" cy="17039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9489400" y="29662969"/>
            <a:ext cx="9601200" cy="1703917"/>
          </a:xfrm>
          <a:prstGeom prst="rect">
            <a:avLst/>
          </a:prstGeom>
        </p:spPr>
        <p:txBody>
          <a:bodyPr/>
          <a:lstStyle/>
          <a:p>
            <a:fld id="{0B12AD88-E058-DF43-96A6-CB00B83CC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985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5296" y="22402800"/>
            <a:ext cx="24688800" cy="2644777"/>
          </a:xfrm>
          <a:prstGeom prst="rect">
            <a:avLst/>
          </a:prstGeom>
        </p:spPr>
        <p:txBody>
          <a:bodyPr anchor="b"/>
          <a:lstStyle>
            <a:lvl1pPr algn="l">
              <a:defRPr sz="91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065296" y="2859617"/>
            <a:ext cx="24688800" cy="19202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00"/>
            </a:lvl1pPr>
            <a:lvl2pPr marL="2090044" indent="0">
              <a:buNone/>
              <a:defRPr sz="12800"/>
            </a:lvl2pPr>
            <a:lvl3pPr marL="4180088" indent="0">
              <a:buNone/>
              <a:defRPr sz="11000"/>
            </a:lvl3pPr>
            <a:lvl4pPr marL="6270132" indent="0">
              <a:buNone/>
              <a:defRPr sz="9100"/>
            </a:lvl4pPr>
            <a:lvl5pPr marL="8360176" indent="0">
              <a:buNone/>
              <a:defRPr sz="9100"/>
            </a:lvl5pPr>
            <a:lvl6pPr marL="10450220" indent="0">
              <a:buNone/>
              <a:defRPr sz="9100"/>
            </a:lvl6pPr>
            <a:lvl7pPr marL="12540264" indent="0">
              <a:buNone/>
              <a:defRPr sz="9100"/>
            </a:lvl7pPr>
            <a:lvl8pPr marL="14630309" indent="0">
              <a:buNone/>
              <a:defRPr sz="9100"/>
            </a:lvl8pPr>
            <a:lvl9pPr marL="16720353" indent="0">
              <a:buNone/>
              <a:defRPr sz="91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65296" y="25047577"/>
            <a:ext cx="24688800" cy="37560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2090044" indent="0">
              <a:buNone/>
              <a:defRPr sz="5500"/>
            </a:lvl2pPr>
            <a:lvl3pPr marL="4180088" indent="0">
              <a:buNone/>
              <a:defRPr sz="4600"/>
            </a:lvl3pPr>
            <a:lvl4pPr marL="6270132" indent="0">
              <a:buNone/>
              <a:defRPr sz="4100"/>
            </a:lvl4pPr>
            <a:lvl5pPr marL="8360176" indent="0">
              <a:buNone/>
              <a:defRPr sz="4100"/>
            </a:lvl5pPr>
            <a:lvl6pPr marL="10450220" indent="0">
              <a:buNone/>
              <a:defRPr sz="4100"/>
            </a:lvl6pPr>
            <a:lvl7pPr marL="12540264" indent="0">
              <a:buNone/>
              <a:defRPr sz="4100"/>
            </a:lvl7pPr>
            <a:lvl8pPr marL="14630309" indent="0">
              <a:buNone/>
              <a:defRPr sz="4100"/>
            </a:lvl8pPr>
            <a:lvl9pPr marL="16720353" indent="0">
              <a:buNone/>
              <a:defRPr sz="4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057400" y="29662969"/>
            <a:ext cx="9601200" cy="1703917"/>
          </a:xfrm>
          <a:prstGeom prst="rect">
            <a:avLst/>
          </a:prstGeom>
        </p:spPr>
        <p:txBody>
          <a:bodyPr/>
          <a:lstStyle/>
          <a:p>
            <a:fld id="{2FD8D12E-95C4-274C-8538-6990C022EAF5}" type="datetimeFigureOut">
              <a:rPr lang="en-US" smtClean="0"/>
              <a:t>7/28/21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058900" y="29662969"/>
            <a:ext cx="13030200" cy="17039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9489400" y="29662969"/>
            <a:ext cx="9601200" cy="1703917"/>
          </a:xfrm>
          <a:prstGeom prst="rect">
            <a:avLst/>
          </a:prstGeom>
        </p:spPr>
        <p:txBody>
          <a:bodyPr/>
          <a:lstStyle/>
          <a:p>
            <a:fld id="{0B12AD88-E058-DF43-96A6-CB00B83CC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890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1281644"/>
            <a:ext cx="37033200" cy="533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57400" y="7467602"/>
            <a:ext cx="37033200" cy="2112116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057400" y="29662969"/>
            <a:ext cx="9601200" cy="1703917"/>
          </a:xfrm>
          <a:prstGeom prst="rect">
            <a:avLst/>
          </a:prstGeom>
        </p:spPr>
        <p:txBody>
          <a:bodyPr/>
          <a:lstStyle/>
          <a:p>
            <a:fld id="{2FD8D12E-95C4-274C-8538-6990C022EAF5}" type="datetimeFigureOut">
              <a:rPr lang="en-US" smtClean="0"/>
              <a:t>7/28/21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058900" y="29662969"/>
            <a:ext cx="13030200" cy="17039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9489400" y="29662969"/>
            <a:ext cx="9601200" cy="1703917"/>
          </a:xfrm>
          <a:prstGeom prst="rect">
            <a:avLst/>
          </a:prstGeom>
        </p:spPr>
        <p:txBody>
          <a:bodyPr/>
          <a:lstStyle/>
          <a:p>
            <a:fld id="{0B12AD88-E058-DF43-96A6-CB00B83CC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674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832300" y="1281646"/>
            <a:ext cx="9258300" cy="2730711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57400" y="1281646"/>
            <a:ext cx="27089100" cy="2730711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057400" y="29662969"/>
            <a:ext cx="9601200" cy="1703917"/>
          </a:xfrm>
          <a:prstGeom prst="rect">
            <a:avLst/>
          </a:prstGeom>
        </p:spPr>
        <p:txBody>
          <a:bodyPr/>
          <a:lstStyle/>
          <a:p>
            <a:fld id="{2FD8D12E-95C4-274C-8538-6990C022EAF5}" type="datetimeFigureOut">
              <a:rPr lang="en-US" smtClean="0"/>
              <a:t>7/28/21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058900" y="29662969"/>
            <a:ext cx="13030200" cy="17039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9489400" y="29662969"/>
            <a:ext cx="9601200" cy="1703917"/>
          </a:xfrm>
          <a:prstGeom prst="rect">
            <a:avLst/>
          </a:prstGeom>
        </p:spPr>
        <p:txBody>
          <a:bodyPr/>
          <a:lstStyle/>
          <a:p>
            <a:fld id="{0B12AD88-E058-DF43-96A6-CB00B83CC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812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B584FA-17CF-ED4B-B3C2-1698B0A813F7}"/>
              </a:ext>
            </a:extLst>
          </p:cNvPr>
          <p:cNvSpPr/>
          <p:nvPr userDrawn="1"/>
        </p:nvSpPr>
        <p:spPr>
          <a:xfrm>
            <a:off x="0" y="30175200"/>
            <a:ext cx="41148000" cy="1828800"/>
          </a:xfrm>
          <a:prstGeom prst="rect">
            <a:avLst/>
          </a:prstGeom>
          <a:solidFill>
            <a:srgbClr val="000F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FEA511-F7C2-4340-AE90-B20D8EEB331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70432" y="30391767"/>
            <a:ext cx="4457700" cy="1371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B9B8C9-904E-1D46-8001-708F67FBB0B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168904" y="30344046"/>
            <a:ext cx="3249200" cy="14919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F79CEC-2C24-DC45-9691-CC2E5E0912C9}"/>
              </a:ext>
            </a:extLst>
          </p:cNvPr>
          <p:cNvSpPr txBox="1"/>
          <p:nvPr userDrawn="1"/>
        </p:nvSpPr>
        <p:spPr>
          <a:xfrm>
            <a:off x="10208757" y="30944294"/>
            <a:ext cx="8843285" cy="276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Managed by Triad National Security, LLC, for the U.S. Department of Energy’s NNSA.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2B9ACB1-6CF2-C449-9779-D6827692E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36715" y="30723840"/>
            <a:ext cx="4238625" cy="990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LA-UR number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045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090044" rtl="0" eaLnBrk="1" latinLnBrk="0" hangingPunct="1">
        <a:spcBef>
          <a:spcPct val="0"/>
        </a:spcBef>
        <a:buNone/>
        <a:defRPr sz="20100" b="0" i="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1567533" indent="-1567533" algn="l" defTabSz="2090044" rtl="0" eaLnBrk="1" latinLnBrk="0" hangingPunct="1">
        <a:spcBef>
          <a:spcPct val="20000"/>
        </a:spcBef>
        <a:buFont typeface="Arial"/>
        <a:buChar char="•"/>
        <a:defRPr sz="146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3396322" indent="-1306278" algn="l" defTabSz="2090044" rtl="0" eaLnBrk="1" latinLnBrk="0" hangingPunct="1">
        <a:spcBef>
          <a:spcPct val="20000"/>
        </a:spcBef>
        <a:buFont typeface="Arial"/>
        <a:buChar char="–"/>
        <a:defRPr sz="12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5225110" indent="-1045022" algn="l" defTabSz="2090044" rtl="0" eaLnBrk="1" latinLnBrk="0" hangingPunct="1">
        <a:spcBef>
          <a:spcPct val="20000"/>
        </a:spcBef>
        <a:buFont typeface="Arial"/>
        <a:buChar char="•"/>
        <a:defRPr sz="110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7315154" indent="-1045022" algn="l" defTabSz="2090044" rtl="0" eaLnBrk="1" latinLnBrk="0" hangingPunct="1">
        <a:spcBef>
          <a:spcPct val="20000"/>
        </a:spcBef>
        <a:buFont typeface="Arial"/>
        <a:buChar char="–"/>
        <a:defRPr sz="91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9405198" indent="-1045022" algn="l" defTabSz="2090044" rtl="0" eaLnBrk="1" latinLnBrk="0" hangingPunct="1">
        <a:spcBef>
          <a:spcPct val="20000"/>
        </a:spcBef>
        <a:buFont typeface="Arial"/>
        <a:buChar char="»"/>
        <a:defRPr sz="91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1495242" indent="-1045022" algn="l" defTabSz="2090044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6pPr>
      <a:lvl7pPr marL="13585287" indent="-1045022" algn="l" defTabSz="2090044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7pPr>
      <a:lvl8pPr marL="15675331" indent="-1045022" algn="l" defTabSz="2090044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8pPr>
      <a:lvl9pPr marL="17765375" indent="-1045022" algn="l" defTabSz="2090044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90044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1pPr>
      <a:lvl2pPr marL="2090044" algn="l" defTabSz="2090044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2pPr>
      <a:lvl3pPr marL="4180088" algn="l" defTabSz="2090044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6270132" algn="l" defTabSz="2090044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4pPr>
      <a:lvl5pPr marL="8360176" algn="l" defTabSz="2090044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5pPr>
      <a:lvl6pPr marL="10450220" algn="l" defTabSz="2090044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6pPr>
      <a:lvl7pPr marL="12540264" algn="l" defTabSz="2090044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309" algn="l" defTabSz="2090044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8pPr>
      <a:lvl9pPr marL="16720353" algn="l" defTabSz="2090044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122"/>
          <p:cNvSpPr txBox="1">
            <a:spLocks noChangeArrowheads="1"/>
          </p:cNvSpPr>
          <p:nvPr/>
        </p:nvSpPr>
        <p:spPr bwMode="auto">
          <a:xfrm>
            <a:off x="1371600" y="688649"/>
            <a:ext cx="38314363" cy="2477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7137" tIns="342842" rIns="137137" bIns="342842" anchor="ctr" anchorCtr="0">
            <a:spAutoFit/>
          </a:bodyPr>
          <a:lstStyle/>
          <a:p>
            <a:pPr eaLnBrk="1" hangingPunct="1"/>
            <a:r>
              <a:rPr lang="en-US" sz="11600" b="1" kern="1200" dirty="0">
                <a:solidFill>
                  <a:srgbClr val="000F7E"/>
                </a:solidFill>
                <a:latin typeface="Arial" panose="020B0604020202020204" pitchFamily="34" charset="0"/>
                <a:ea typeface="Source Sans Pro Semibold" panose="020B0503030403020204" pitchFamily="34" charset="0"/>
                <a:cs typeface="Arial"/>
              </a:rPr>
              <a:t>Use </a:t>
            </a:r>
            <a:r>
              <a:rPr lang="en-US" sz="11600" b="1" dirty="0">
                <a:solidFill>
                  <a:srgbClr val="000F7E"/>
                </a:solidFill>
                <a:latin typeface="Arial" panose="020B0604020202020204" pitchFamily="34" charset="0"/>
                <a:ea typeface="Source Sans Pro Semibold" panose="020B0503030403020204" pitchFamily="34" charset="0"/>
                <a:cs typeface="Arial"/>
              </a:rPr>
              <a:t>Arial</a:t>
            </a:r>
            <a:r>
              <a:rPr lang="en-US" sz="11600" b="1" kern="1200" dirty="0">
                <a:solidFill>
                  <a:srgbClr val="000F7E"/>
                </a:solidFill>
                <a:latin typeface="Arial" panose="020B0604020202020204" pitchFamily="34" charset="0"/>
                <a:ea typeface="Source Sans Pro Semibold" panose="020B0503030403020204" pitchFamily="34" charset="0"/>
                <a:cs typeface="Arial"/>
              </a:rPr>
              <a:t> Font </a:t>
            </a:r>
            <a:r>
              <a:rPr lang="en-US" sz="11600" b="1" dirty="0">
                <a:solidFill>
                  <a:srgbClr val="000F7E"/>
                </a:solidFill>
                <a:latin typeface="Arial" panose="020B0604020202020204" pitchFamily="34" charset="0"/>
                <a:ea typeface="Source Sans Pro Semibold" panose="020B0503030403020204" pitchFamily="34" charset="0"/>
                <a:cs typeface="Arial"/>
              </a:rPr>
              <a:t>S</a:t>
            </a:r>
            <a:r>
              <a:rPr lang="en-US" sz="11600" b="1" kern="1200" dirty="0">
                <a:solidFill>
                  <a:srgbClr val="000F7E"/>
                </a:solidFill>
                <a:latin typeface="Arial" panose="020B0604020202020204" pitchFamily="34" charset="0"/>
                <a:ea typeface="Source Sans Pro Semibold" panose="020B0503030403020204" pitchFamily="34" charset="0"/>
                <a:cs typeface="Arial"/>
              </a:rPr>
              <a:t>ize 116pt For </a:t>
            </a:r>
            <a:r>
              <a:rPr lang="en-US" sz="11600" b="1" dirty="0">
                <a:solidFill>
                  <a:srgbClr val="000F7E"/>
                </a:solidFill>
                <a:latin typeface="Arial" panose="020B0604020202020204" pitchFamily="34" charset="0"/>
                <a:ea typeface="Source Sans Pro Semibold" panose="020B0503030403020204" pitchFamily="34" charset="0"/>
                <a:cs typeface="Arial"/>
              </a:rPr>
              <a:t>Y</a:t>
            </a:r>
            <a:r>
              <a:rPr lang="en-US" sz="11600" b="1" kern="1200" dirty="0">
                <a:solidFill>
                  <a:srgbClr val="000F7E"/>
                </a:solidFill>
                <a:latin typeface="Arial" panose="020B0604020202020204" pitchFamily="34" charset="0"/>
                <a:ea typeface="Source Sans Pro Semibold" panose="020B0503030403020204" pitchFamily="34" charset="0"/>
                <a:cs typeface="Arial"/>
              </a:rPr>
              <a:t>our </a:t>
            </a:r>
            <a:r>
              <a:rPr lang="en-US" sz="11600" b="1" dirty="0">
                <a:solidFill>
                  <a:srgbClr val="000F7E"/>
                </a:solidFill>
                <a:latin typeface="Arial" panose="020B0604020202020204" pitchFamily="34" charset="0"/>
                <a:ea typeface="Source Sans Pro Semibold" panose="020B0503030403020204" pitchFamily="34" charset="0"/>
                <a:cs typeface="Arial"/>
              </a:rPr>
              <a:t>H</a:t>
            </a:r>
            <a:r>
              <a:rPr lang="en-US" sz="11600" b="1" kern="1200" dirty="0">
                <a:solidFill>
                  <a:srgbClr val="000F7E"/>
                </a:solidFill>
                <a:latin typeface="Arial" panose="020B0604020202020204" pitchFamily="34" charset="0"/>
                <a:ea typeface="Source Sans Pro Semibold" panose="020B0503030403020204" pitchFamily="34" charset="0"/>
                <a:cs typeface="Arial"/>
              </a:rPr>
              <a:t>eading</a:t>
            </a:r>
          </a:p>
        </p:txBody>
      </p:sp>
      <p:sp>
        <p:nvSpPr>
          <p:cNvPr id="12" name="Text Box 123"/>
          <p:cNvSpPr txBox="1">
            <a:spLocks noChangeArrowheads="1"/>
          </p:cNvSpPr>
          <p:nvPr/>
        </p:nvSpPr>
        <p:spPr bwMode="auto">
          <a:xfrm>
            <a:off x="1371601" y="3129394"/>
            <a:ext cx="25146000" cy="1371600"/>
          </a:xfrm>
          <a:prstGeom prst="rect">
            <a:avLst/>
          </a:prstGeom>
          <a:solidFill>
            <a:srgbClr val="0070C1"/>
          </a:solidFill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0" tIns="457200" rIns="457200" bIns="457200" anchor="ctr" anchorCtr="0"/>
          <a:lstStyle/>
          <a:p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ea typeface="Source Sans Pro" panose="020B0503030403020204" pitchFamily="34" charset="0"/>
              </a:rPr>
              <a:t>Jane Doe, PhD; John </a:t>
            </a:r>
            <a:r>
              <a:rPr lang="en-US" sz="3600" kern="1200" dirty="0">
                <a:solidFill>
                  <a:schemeClr val="bg1"/>
                </a:solidFill>
                <a:latin typeface="Arial" panose="020B0604020202020204" pitchFamily="34" charset="0"/>
                <a:ea typeface="Source Sans Pro" panose="020B0503030403020204" pitchFamily="34" charset="0"/>
              </a:rPr>
              <a:t>Smith, MD; Frederick Jones, MD.   |   Group </a:t>
            </a:r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ea typeface="Source Sans Pro" panose="020B0503030403020204" pitchFamily="34" charset="0"/>
              </a:rPr>
              <a:t>Name and/or </a:t>
            </a:r>
            <a:r>
              <a:rPr lang="en-US" sz="3600" kern="1200" dirty="0">
                <a:solidFill>
                  <a:schemeClr val="bg1"/>
                </a:solidFill>
                <a:latin typeface="Arial" panose="020B0604020202020204" pitchFamily="34" charset="0"/>
                <a:ea typeface="Source Sans Pro" panose="020B0503030403020204" pitchFamily="34" charset="0"/>
              </a:rPr>
              <a:t>University of Affiliation Goes Here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5473634"/>
            <a:ext cx="1188720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7200" b="1" dirty="0">
                <a:solidFill>
                  <a:srgbClr val="000F7E"/>
                </a:solidFill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rPr>
              <a:t>Subhead 1 in Title Case</a:t>
            </a:r>
            <a:endParaRPr lang="en-US" dirty="0">
              <a:solidFill>
                <a:srgbClr val="000F7E"/>
              </a:solidFill>
              <a:latin typeface="Arial" panose="020B0604020202020204" pitchFamily="34" charset="0"/>
            </a:endParaRPr>
          </a:p>
          <a:p>
            <a:r>
              <a:rPr lang="en-US" sz="3200" b="1" spc="300" dirty="0">
                <a:solidFill>
                  <a:srgbClr val="000F7E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SUBHEAD 2 IN ALL CAPS WITH LOOSE SPACING*</a:t>
            </a:r>
          </a:p>
          <a:p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Lorem ipsum dolor sit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amet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consectetuer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adipiscing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elit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sed diam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nonummy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nibh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euismod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tincidunt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laoreet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dolore magna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aliquam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erat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volutpat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 Ut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wisi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enim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ad minim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veniam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quis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nostrud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exerci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tation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ullamcorper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suscipit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lobortis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nisl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aliquip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ex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ea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commodo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consequat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 Duis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autem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vel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eum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iriure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 in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hendrerit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in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vulputate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velit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esse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molestie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consequat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vel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illum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dolore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eu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feugiat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nulla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facilisis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at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vero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eros et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accumsan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et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iusto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odio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dignissim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qui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blandit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praesent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luptatum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zzril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delenit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augue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duis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dolore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te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feugai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</a:t>
            </a:r>
          </a:p>
        </p:txBody>
      </p:sp>
      <p:graphicFrame>
        <p:nvGraphicFramePr>
          <p:cNvPr id="42" name="Chart 41"/>
          <p:cNvGraphicFramePr/>
          <p:nvPr>
            <p:extLst>
              <p:ext uri="{D42A27DB-BD31-4B8C-83A1-F6EECF244321}">
                <p14:modId xmlns:p14="http://schemas.microsoft.com/office/powerpoint/2010/main" val="1467768359"/>
              </p:ext>
            </p:extLst>
          </p:nvPr>
        </p:nvGraphicFramePr>
        <p:xfrm>
          <a:off x="14630400" y="15190940"/>
          <a:ext cx="12751145" cy="6212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4" name="Text Box 180"/>
          <p:cNvSpPr txBox="1">
            <a:spLocks noChangeArrowheads="1"/>
          </p:cNvSpPr>
          <p:nvPr/>
        </p:nvSpPr>
        <p:spPr bwMode="auto">
          <a:xfrm>
            <a:off x="14630400" y="21341558"/>
            <a:ext cx="3819611" cy="438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8568" tIns="34284" rIns="68568" bIns="34284" anchor="ctr" anchorCtr="0">
            <a:spAutoFit/>
          </a:bodyPr>
          <a:lstStyle/>
          <a:p>
            <a:pPr algn="ctr" eaLnBrk="1" hangingPunct="1"/>
            <a:r>
              <a:rPr lang="en-US" sz="2400" b="1" kern="1200" dirty="0">
                <a:solidFill>
                  <a:srgbClr val="000F7E"/>
                </a:solidFill>
                <a:latin typeface="Arial" panose="020B0604020202020204" pitchFamily="34" charset="0"/>
                <a:ea typeface="Source Sans Pro" panose="020B0503030403020204" pitchFamily="34" charset="0"/>
              </a:rPr>
              <a:t>Chart 1. </a:t>
            </a:r>
            <a:r>
              <a:rPr lang="en-US" sz="2400" kern="1200" dirty="0">
                <a:solidFill>
                  <a:srgbClr val="000F7E"/>
                </a:solidFill>
                <a:latin typeface="Arial" panose="020B0604020202020204" pitchFamily="34" charset="0"/>
                <a:ea typeface="Source Sans Pro" panose="020B0503030403020204" pitchFamily="34" charset="0"/>
              </a:rPr>
              <a:t>Label in 24pt </a:t>
            </a:r>
            <a:r>
              <a:rPr lang="en-US" sz="2400" dirty="0">
                <a:solidFill>
                  <a:srgbClr val="000F7E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Arial</a:t>
            </a:r>
            <a:endParaRPr lang="en-US" sz="2400" kern="1200" dirty="0">
              <a:solidFill>
                <a:srgbClr val="000F7E"/>
              </a:solidFill>
              <a:latin typeface="Arial" panose="020B0604020202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0" y="23038800"/>
            <a:ext cx="11887200" cy="598517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3E1B901-F0A6-4C4A-A8F0-132D78C29612}"/>
              </a:ext>
            </a:extLst>
          </p:cNvPr>
          <p:cNvSpPr txBox="1"/>
          <p:nvPr/>
        </p:nvSpPr>
        <p:spPr>
          <a:xfrm>
            <a:off x="1371600" y="11936459"/>
            <a:ext cx="11887200" cy="41148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6600" dirty="0">
                <a:solidFill>
                  <a:srgbClr val="000F7E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“Place an important quote here to draw the audience in to read more about the subject matter on this poster.”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8481744-7B16-CC46-95A0-C21BE692D37C}"/>
              </a:ext>
            </a:extLst>
          </p:cNvPr>
          <p:cNvSpPr/>
          <p:nvPr/>
        </p:nvSpPr>
        <p:spPr>
          <a:xfrm>
            <a:off x="14630400" y="5543358"/>
            <a:ext cx="118872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spc="300" dirty="0">
                <a:solidFill>
                  <a:srgbClr val="000F7E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SUBHEAD 2 IN ALL CAPS WITH LOOSE SPACING*</a:t>
            </a:r>
          </a:p>
          <a:p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Lorem ipsum dolor sit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amet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consectetuer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adipiscing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elit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sed diam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nonummy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nibh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euismod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tincidunt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laoreet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dolore magna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aliquam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erat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volutpat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wisi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enim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ad minim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veniam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quis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nostrud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exerci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tation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ullamcorper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suscipit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lobortis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nisl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aliquip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ex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ea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commodo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consequat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 Duis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autem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vel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eum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iriure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 in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hendrerit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in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vulputate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302B114-76D5-6C4E-94F6-58FD010493B2}"/>
              </a:ext>
            </a:extLst>
          </p:cNvPr>
          <p:cNvSpPr/>
          <p:nvPr/>
        </p:nvSpPr>
        <p:spPr>
          <a:xfrm>
            <a:off x="14630400" y="22647734"/>
            <a:ext cx="11887200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spc="300" dirty="0">
                <a:solidFill>
                  <a:srgbClr val="000F7E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SUBHEAD 2 IN ALL CAPS WITH LOOSE SPACING*</a:t>
            </a:r>
          </a:p>
          <a:p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Lorem ipsum dolor sit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amet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consectetuer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adipiscing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elit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s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zzril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delenit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augue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duis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dolore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te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feugait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nulla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facilisi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 Lorem ipsum dolor sit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amet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consectetuer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adipiscing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elit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sed diam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nonummy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nibh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euismod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tincidunt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laoreet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dolore magna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aliquam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erat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volutpat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 Ut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wisi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enim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ad minim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veniam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quis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nostrud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exerci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tation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ullamcorper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suscipit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lobortis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nisl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aliquip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ex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ea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commodo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consequat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 Duis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autem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vel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eum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iriure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 in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hendrerit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in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vulputate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velit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esse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molestie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consequat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vel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illum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dolore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eu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feugiat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nulla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facilisis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at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vero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eros. Lorem ipsum dolor sit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amet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consectetuer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adipiscing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elit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sed diam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nonummy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nibh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 Lorem ipsum dolor sit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amet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consectetuer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adipiscing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elit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s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zzril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delenit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augue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duis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dolore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te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feugait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nulla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facilisi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 </a:t>
            </a:r>
          </a:p>
          <a:p>
            <a:endParaRPr lang="en-US" sz="3200" dirty="0">
              <a:latin typeface="Arial" panose="020B0604020202020204" pitchFamily="34" charset="0"/>
              <a:ea typeface="Source Sans Pro" panose="020B0503030403020204" pitchFamily="34" charset="0"/>
              <a:cs typeface="Time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5DDCE41-026D-6F4F-915C-ACB48FE5719F}"/>
              </a:ext>
            </a:extLst>
          </p:cNvPr>
          <p:cNvSpPr/>
          <p:nvPr/>
        </p:nvSpPr>
        <p:spPr>
          <a:xfrm>
            <a:off x="1371600" y="16423326"/>
            <a:ext cx="11887200" cy="14865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Lorem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ipsum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 sit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amet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consectetuer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adipiscing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elit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sed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diam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nonummy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nibh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euismod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tincidunt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laoreet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dolore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magna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aliquam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erat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volutpat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 Ut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wisi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enim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ad minim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veniam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quis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nostrud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exerci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Lorem ipsum dolor sit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amet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consectetuer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adipiscing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elit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sed diam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nonummy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nibh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euismod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tincidunt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laoreet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dolore magna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aliquam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erat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volutpat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 Ut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wisi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enim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ad minim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veniam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quis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nostrud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exerci</a:t>
            </a:r>
            <a:endParaRPr lang="en-US" sz="3200" dirty="0">
              <a:latin typeface="Arial" panose="020B0604020202020204" pitchFamily="34" charset="0"/>
              <a:ea typeface="Source Sans Pro" panose="020B0503030403020204" pitchFamily="34" charset="0"/>
              <a:cs typeface="Times"/>
            </a:endParaRPr>
          </a:p>
          <a:p>
            <a:endParaRPr lang="en-US" sz="3200" dirty="0">
              <a:latin typeface="Arial" panose="020B0604020202020204" pitchFamily="34" charset="0"/>
              <a:ea typeface="Source Sans Pro" panose="020B0503030403020204" pitchFamily="34" charset="0"/>
              <a:cs typeface="Times"/>
            </a:endParaRPr>
          </a:p>
          <a:p>
            <a:r>
              <a:rPr lang="en-US" sz="3200" b="1" spc="300" dirty="0">
                <a:solidFill>
                  <a:srgbClr val="292D78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SUBHEAD 2 IN ALL CAPS WITH LOOSE SPACING*</a:t>
            </a:r>
          </a:p>
          <a:p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Lorem ipsum dolor sit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amet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consectetuer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adipiscing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elit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sed diam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nonummy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nibh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euismod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tincidunt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laoreet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dolore magna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aliquam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erat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volutpat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 Ut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wisi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enim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ad minim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veniam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quis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nostrud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exerci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tation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ullamcorper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suscipit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lobortis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nisl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aliquip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ex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ea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commodo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consequat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 Duis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autem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vel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eum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iriure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 in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hendrerit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in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vulputate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velit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esse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molestie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consequat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vel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illum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dolore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eu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feugiat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nulla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facilisis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at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vero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eros et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accumsan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et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iusto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odio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dignissim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qui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blandit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praesent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luptatum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zzril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delenit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augue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duis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dolore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te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feugait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nulla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</a:t>
            </a:r>
          </a:p>
          <a:p>
            <a:endParaRPr lang="en-US" sz="3200" dirty="0">
              <a:latin typeface="Arial" panose="020B0604020202020204" pitchFamily="34" charset="0"/>
              <a:ea typeface="Source Sans Pro" panose="020B0503030403020204" pitchFamily="34" charset="0"/>
              <a:cs typeface="Times"/>
            </a:endParaRPr>
          </a:p>
          <a:p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Lorem ipsum dolor sit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amet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consectetuer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adipiscing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elit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sed diam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nonummy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nibh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euismod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tincidunt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laoreet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dolore magna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aliquam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erat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volutpat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 Ut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wisi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enim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ad minim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veniam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quis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nostrud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exerci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tation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ullamcorper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suscipit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lobortis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nisl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aliquip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ex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ea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commodo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consequat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 Duis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autem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vel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eum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iriure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 in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hendrerit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in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vulputate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velit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esse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molestie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consequat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vel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illum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dolore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eu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feugiat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nulla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facilisis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at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vero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eros et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accumsan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et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iusto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odio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dignissim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qui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blandit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praesent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luptatum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zzril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delenit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augue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</a:t>
            </a:r>
          </a:p>
          <a:p>
            <a:endParaRPr lang="en-US" sz="3200" dirty="0">
              <a:latin typeface="Arial" panose="020B0604020202020204" pitchFamily="34" charset="0"/>
              <a:ea typeface="Source Sans Pro" panose="020B0503030403020204" pitchFamily="34" charset="0"/>
              <a:cs typeface="Times"/>
            </a:endParaRPr>
          </a:p>
          <a:p>
            <a:endParaRPr lang="en-US" sz="3200" dirty="0">
              <a:latin typeface="Arial" panose="020B0604020202020204" pitchFamily="34" charset="0"/>
              <a:ea typeface="Source Sans Pro" panose="020B0503030403020204" pitchFamily="34" charset="0"/>
              <a:cs typeface="Times"/>
            </a:endParaRPr>
          </a:p>
          <a:p>
            <a:endParaRPr lang="en-US" sz="3200" dirty="0">
              <a:latin typeface="Arial" panose="020B0604020202020204" pitchFamily="34" charset="0"/>
              <a:ea typeface="Source Sans Pro" panose="020B0503030403020204" pitchFamily="34" charset="0"/>
              <a:cs typeface="Time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5CD02D4-B0DA-AE46-B851-779AD0464A18}"/>
              </a:ext>
            </a:extLst>
          </p:cNvPr>
          <p:cNvSpPr/>
          <p:nvPr/>
        </p:nvSpPr>
        <p:spPr>
          <a:xfrm>
            <a:off x="14630400" y="9486553"/>
            <a:ext cx="11887200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7200" b="1" dirty="0">
                <a:solidFill>
                  <a:srgbClr val="000F7E"/>
                </a:solidFill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rPr>
              <a:t>Subhead 1 in Title Case</a:t>
            </a:r>
            <a:endParaRPr lang="en-US" dirty="0">
              <a:solidFill>
                <a:srgbClr val="000F7E"/>
              </a:solidFill>
              <a:latin typeface="Arial" panose="020B0604020202020204" pitchFamily="34" charset="0"/>
            </a:endParaRPr>
          </a:p>
          <a:p>
            <a:r>
              <a:rPr lang="en-US" sz="3200" b="1" spc="300" dirty="0">
                <a:solidFill>
                  <a:srgbClr val="000F7E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SUBHEAD 2 IN ALL CAPS WITH LOOSE SPACING*</a:t>
            </a:r>
          </a:p>
          <a:p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Lorem ipsum dolor sit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amet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consectetuer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adipiscing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elit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sed diam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nonummy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nibh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euismod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tincidunt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laoreet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dolore magna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aliquam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erat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volutpat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 Ut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wisi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enim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ad minim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veniam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quis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nostrud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exerci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tation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ullamcorper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suscipit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lobortis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nisl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aliquip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ex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ea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commodo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consequat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 Duis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autem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vel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eum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iriure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 in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hendrerit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in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vulputate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velit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esse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molestie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consequat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vel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illum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dolore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eu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feugiat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nulla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facilisis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at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vero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eros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70C9C69-B8DE-6742-ACC4-663E2E198E18}"/>
              </a:ext>
            </a:extLst>
          </p:cNvPr>
          <p:cNvSpPr/>
          <p:nvPr/>
        </p:nvSpPr>
        <p:spPr>
          <a:xfrm>
            <a:off x="27889200" y="10442187"/>
            <a:ext cx="11887200" cy="12526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7200" b="1" dirty="0">
                <a:solidFill>
                  <a:srgbClr val="000F7E"/>
                </a:solidFill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rPr>
              <a:t>Subhead 1 in Title Case</a:t>
            </a:r>
            <a:endParaRPr lang="en-US" dirty="0">
              <a:solidFill>
                <a:srgbClr val="000F7E"/>
              </a:solidFill>
              <a:latin typeface="Arial" panose="020B0604020202020204" pitchFamily="34" charset="0"/>
            </a:endParaRPr>
          </a:p>
          <a:p>
            <a:r>
              <a:rPr lang="en-US" sz="3200" b="1" spc="300" dirty="0">
                <a:solidFill>
                  <a:srgbClr val="000F7E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SUBHEAD 2 IN ALL CAPS WITH LOOSE SPACING*</a:t>
            </a:r>
          </a:p>
          <a:p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Lorem ipsum dolor sit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amet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consectetuer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adipiscing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elit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sed diam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nonummy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nibh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euismod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tincidunt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laoreet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dolore magna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aliquam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erat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volutpat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wisi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enim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ad minim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veniam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quis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nostrud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exerci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tation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ullamcorper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suscipit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lobortis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nisl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aliquip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ex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ea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commodo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consequat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 Duis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autem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vel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eum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iriure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 in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hendrerit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in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vulputate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velit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esse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molestie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consequat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vel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illum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dolore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eu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feugiat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nulla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facilisis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at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vero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eros et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accumsan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et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iusto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odio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dignissim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qui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blandit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praesent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luptatum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zzril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delenit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augue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duis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dolore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te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feugait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nulla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</a:t>
            </a:r>
          </a:p>
          <a:p>
            <a:endParaRPr lang="en-US" sz="3200" dirty="0">
              <a:latin typeface="Arial" panose="020B0604020202020204" pitchFamily="34" charset="0"/>
              <a:ea typeface="Source Sans Pro" panose="020B0503030403020204" pitchFamily="34" charset="0"/>
              <a:cs typeface="Times"/>
            </a:endParaRPr>
          </a:p>
          <a:p>
            <a:r>
              <a:rPr lang="en-US" sz="3200" b="1" spc="300" dirty="0">
                <a:solidFill>
                  <a:srgbClr val="000F7E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SUBHEAD 2 IN ALL CAPS WITH LOOSE SPACING*</a:t>
            </a:r>
          </a:p>
          <a:p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Lorem ipsum dolor sit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amet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consectetuer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adipiscing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elit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sed diam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nonummy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nibh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euismod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tincidunt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laoreet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dolore magna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aliquam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erat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volutpat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 Ut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wisi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enim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ad minim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veniam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quis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nostrud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exerci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tation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ullamcorper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suscipit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lobortis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nisl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aliquip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ex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ea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commodo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consequat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 Duis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autem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vel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eum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iriure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 in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hendrerit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in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vulputate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velit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esse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 Ut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wisi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enim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ad minim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veniam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quis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nostrud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exerci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tation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ullamcorper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suscipit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lobortis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nisl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aliquip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ex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ea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commodo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consequat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 Lorem ipsum dolor sit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amet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consectetuer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adipiscing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elit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sed diam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nonummy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nibh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euismod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tincidunt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laoreet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dolore magna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aliquam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erat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volutpat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 </a:t>
            </a:r>
          </a:p>
          <a:p>
            <a:endParaRPr lang="en-US" sz="3200" dirty="0">
              <a:latin typeface="Arial" panose="020B0604020202020204" pitchFamily="34" charset="0"/>
              <a:ea typeface="Source Sans Pro" panose="020B0503030403020204" pitchFamily="34" charset="0"/>
              <a:cs typeface="Times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85BD5B3-FFCA-0241-9496-FE9D9C04A739}"/>
              </a:ext>
            </a:extLst>
          </p:cNvPr>
          <p:cNvSpPr/>
          <p:nvPr/>
        </p:nvSpPr>
        <p:spPr>
          <a:xfrm>
            <a:off x="27889200" y="5522616"/>
            <a:ext cx="118872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Lorem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ipsum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 sit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amet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consectetuer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adipiscing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elit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sed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diam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nonummy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nibh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euismod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tincidunt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laoreet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dolore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magna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aliquam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erat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volutpat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 Ut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wisi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enim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ad minim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veniam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quis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nostrud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exerci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tation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ullamcorper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suscipit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lobortis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nisl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ut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aliquip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ex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ea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commo do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consequat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 Duis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autem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vel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eum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iriure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 in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hendrerit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in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vulputate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velit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esse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molestie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consequat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, vel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illum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dolore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eu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feugiat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nulla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facilisis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at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vero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eros et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accumsan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et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iusto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odio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dignissim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qui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blandit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praesent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luptatum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zzril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delenit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augue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duis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dolore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te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feugait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nulla</a:t>
            </a:r>
            <a:r>
              <a:rPr lang="en-US" sz="3200" dirty="0"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834C34-2B88-244F-ACB4-97CDCB7F82A8}"/>
              </a:ext>
            </a:extLst>
          </p:cNvPr>
          <p:cNvSpPr txBox="1"/>
          <p:nvPr/>
        </p:nvSpPr>
        <p:spPr>
          <a:xfrm>
            <a:off x="41706801" y="11936459"/>
            <a:ext cx="13164501" cy="76944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Arial" panose="020B0604020202020204" pitchFamily="34" charset="0"/>
                <a:ea typeface="Source Sans Pro" panose="020B0503030403020204" pitchFamily="34" charset="0"/>
              </a:rPr>
              <a:t>Vertical Spacer Between Sections– DO NOT PRINT</a:t>
            </a:r>
          </a:p>
        </p:txBody>
      </p:sp>
      <p:sp>
        <p:nvSpPr>
          <p:cNvPr id="68" name="Text Box 180">
            <a:extLst>
              <a:ext uri="{FF2B5EF4-FFF2-40B4-BE49-F238E27FC236}">
                <a16:creationId xmlns:a16="http://schemas.microsoft.com/office/drawing/2014/main" id="{5B8B6028-5F92-E847-AA91-E8D2F23CE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89200" y="29117410"/>
            <a:ext cx="3819611" cy="438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8568" tIns="34284" rIns="68568" bIns="34284" anchor="ctr" anchorCtr="0">
            <a:spAutoFit/>
          </a:bodyPr>
          <a:lstStyle/>
          <a:p>
            <a:pPr algn="ctr" eaLnBrk="1" hangingPunct="1"/>
            <a:r>
              <a:rPr lang="en-US" sz="2400" b="1" kern="1200" dirty="0">
                <a:solidFill>
                  <a:srgbClr val="000F7E"/>
                </a:solidFill>
                <a:latin typeface="Arial" panose="020B0604020202020204" pitchFamily="34" charset="0"/>
                <a:ea typeface="Source Sans Pro" panose="020B0503030403020204" pitchFamily="34" charset="0"/>
              </a:rPr>
              <a:t>Chart 1. </a:t>
            </a:r>
            <a:r>
              <a:rPr lang="en-US" sz="2400" kern="1200" dirty="0">
                <a:solidFill>
                  <a:srgbClr val="000F7E"/>
                </a:solidFill>
                <a:latin typeface="Arial" panose="020B0604020202020204" pitchFamily="34" charset="0"/>
                <a:ea typeface="Source Sans Pro" panose="020B0503030403020204" pitchFamily="34" charset="0"/>
              </a:rPr>
              <a:t>Label in 24pt </a:t>
            </a:r>
            <a:r>
              <a:rPr lang="en-US" sz="2400" dirty="0">
                <a:solidFill>
                  <a:srgbClr val="000F7E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Times"/>
              </a:rPr>
              <a:t>Arial</a:t>
            </a:r>
            <a:endParaRPr lang="en-US" sz="2400" kern="1200" dirty="0">
              <a:solidFill>
                <a:srgbClr val="000F7E"/>
              </a:solidFill>
              <a:latin typeface="Arial" panose="020B0604020202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2A30A4-D345-7F40-BD1E-CD71BE6CFEBA}"/>
              </a:ext>
            </a:extLst>
          </p:cNvPr>
          <p:cNvSpPr/>
          <p:nvPr/>
        </p:nvSpPr>
        <p:spPr>
          <a:xfrm>
            <a:off x="-11884204" y="18631876"/>
            <a:ext cx="2438400" cy="2402869"/>
          </a:xfrm>
          <a:prstGeom prst="rect">
            <a:avLst/>
          </a:prstGeom>
          <a:solidFill>
            <a:srgbClr val="000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C6F27A-4F30-9740-B167-6369DBAC09BC}"/>
              </a:ext>
            </a:extLst>
          </p:cNvPr>
          <p:cNvSpPr txBox="1"/>
          <p:nvPr/>
        </p:nvSpPr>
        <p:spPr>
          <a:xfrm>
            <a:off x="-11884205" y="21286523"/>
            <a:ext cx="9953727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F7E"/>
                </a:solidFill>
                <a:latin typeface="Arial" panose="020B0604020202020204" pitchFamily="34" charset="0"/>
                <a:ea typeface="Source Sans Pro" panose="020B0503030403020204" pitchFamily="34" charset="0"/>
              </a:rPr>
              <a:t>Primary LANL Blue</a:t>
            </a:r>
            <a:endParaRPr lang="en-US" dirty="0">
              <a:solidFill>
                <a:srgbClr val="000F7E"/>
              </a:solidFill>
              <a:latin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723D97-E242-9344-8CA1-C07A4A358E74}"/>
              </a:ext>
            </a:extLst>
          </p:cNvPr>
          <p:cNvSpPr txBox="1"/>
          <p:nvPr/>
        </p:nvSpPr>
        <p:spPr>
          <a:xfrm>
            <a:off x="41706801" y="3143249"/>
            <a:ext cx="9921630" cy="766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F7E"/>
                </a:solidFill>
                <a:latin typeface="Arial" panose="020B0604020202020204" pitchFamily="34" charset="0"/>
                <a:ea typeface="Source Sans Pro" panose="020B0503030403020204" pitchFamily="34" charset="0"/>
                <a:sym typeface="Wingdings" pitchFamily="2" charset="2"/>
              </a:rPr>
              <a:t></a:t>
            </a:r>
            <a:r>
              <a:rPr lang="en-US" dirty="0">
                <a:solidFill>
                  <a:srgbClr val="000F7E"/>
                </a:solidFill>
                <a:latin typeface="Arial" panose="020B0604020202020204" pitchFamily="34" charset="0"/>
                <a:ea typeface="Source Sans Pro" panose="020B0503030403020204" pitchFamily="34" charset="0"/>
              </a:rPr>
              <a:t>Additional Logos can be placed in line with the blue </a:t>
            </a:r>
            <a:r>
              <a:rPr lang="en-US" b="1" dirty="0">
                <a:solidFill>
                  <a:srgbClr val="000F7E"/>
                </a:solidFill>
                <a:latin typeface="Arial" panose="020B0604020202020204" pitchFamily="34" charset="0"/>
                <a:ea typeface="Source Sans Pro" panose="020B0503030403020204" pitchFamily="34" charset="0"/>
              </a:rPr>
              <a:t>Principal Investigator and Affiliations box.</a:t>
            </a:r>
            <a:endParaRPr lang="en-US" b="1" dirty="0">
              <a:solidFill>
                <a:srgbClr val="000F7E"/>
              </a:solidFill>
              <a:latin typeface="Arial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BCDDF19-58D7-944A-9741-A7EC4D6D388E}"/>
              </a:ext>
            </a:extLst>
          </p:cNvPr>
          <p:cNvSpPr/>
          <p:nvPr/>
        </p:nvSpPr>
        <p:spPr>
          <a:xfrm>
            <a:off x="-11884204" y="24159070"/>
            <a:ext cx="2438400" cy="2402869"/>
          </a:xfrm>
          <a:prstGeom prst="rect">
            <a:avLst/>
          </a:prstGeom>
          <a:solidFill>
            <a:srgbClr val="007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1"/>
              </a:solidFill>
              <a:latin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8F1E08-5D7C-D04E-8CDA-ABAC6780AC20}"/>
              </a:ext>
            </a:extLst>
          </p:cNvPr>
          <p:cNvSpPr txBox="1"/>
          <p:nvPr/>
        </p:nvSpPr>
        <p:spPr>
          <a:xfrm>
            <a:off x="-11887199" y="26813717"/>
            <a:ext cx="11887199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1"/>
                </a:solidFill>
                <a:latin typeface="Arial" panose="020B0604020202020204" pitchFamily="34" charset="0"/>
                <a:ea typeface="Source Sans Pro" panose="020B0503030403020204" pitchFamily="34" charset="0"/>
              </a:rPr>
              <a:t>Secondary LANL Blue</a:t>
            </a:r>
            <a:endParaRPr lang="en-US" dirty="0">
              <a:solidFill>
                <a:srgbClr val="0070C1"/>
              </a:solidFill>
              <a:latin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BAABBF4-F40D-5A45-BBE2-9A4AEE710887}"/>
              </a:ext>
            </a:extLst>
          </p:cNvPr>
          <p:cNvSpPr txBox="1"/>
          <p:nvPr/>
        </p:nvSpPr>
        <p:spPr>
          <a:xfrm>
            <a:off x="-11884204" y="1300600"/>
            <a:ext cx="11519203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000F7E"/>
                </a:solidFill>
                <a:latin typeface="Arial" panose="020B0604020202020204" pitchFamily="34" charset="0"/>
                <a:ea typeface="Source Sans Pro" panose="020B0503030403020204" pitchFamily="34" charset="0"/>
                <a:sym typeface="Wingdings" pitchFamily="2" charset="2"/>
              </a:rPr>
              <a:t>Type is </a:t>
            </a:r>
            <a:r>
              <a:rPr lang="en-US" b="1" dirty="0">
                <a:solidFill>
                  <a:srgbClr val="000F7E"/>
                </a:solidFill>
                <a:latin typeface="Arial" panose="020B0604020202020204" pitchFamily="34" charset="0"/>
                <a:ea typeface="Source Sans Pro" panose="020B0503030403020204" pitchFamily="34" charset="0"/>
                <a:sym typeface="Wingdings" pitchFamily="2" charset="2"/>
              </a:rPr>
              <a:t>Arial</a:t>
            </a:r>
            <a:r>
              <a:rPr lang="en-US" dirty="0">
                <a:solidFill>
                  <a:srgbClr val="000F7E"/>
                </a:solidFill>
                <a:latin typeface="Arial" panose="020B0604020202020204" pitchFamily="34" charset="0"/>
                <a:ea typeface="Source Sans Pro" panose="020B0503030403020204" pitchFamily="34" charset="0"/>
                <a:sym typeface="Wingdings" pitchFamily="2" charset="2"/>
              </a:rPr>
              <a:t></a:t>
            </a:r>
            <a:br>
              <a:rPr lang="en-US" dirty="0">
                <a:solidFill>
                  <a:srgbClr val="000F7E"/>
                </a:solidFill>
                <a:latin typeface="Arial" panose="020B0604020202020204" pitchFamily="34" charset="0"/>
                <a:ea typeface="Source Sans Pro" panose="020B0503030403020204" pitchFamily="34" charset="0"/>
                <a:sym typeface="Wingdings" pitchFamily="2" charset="2"/>
              </a:rPr>
            </a:br>
            <a:endParaRPr lang="en-US" sz="3600" dirty="0">
              <a:solidFill>
                <a:srgbClr val="000F7E"/>
              </a:solidFill>
              <a:latin typeface="Arial" panose="020B0604020202020204" pitchFamily="34" charset="0"/>
              <a:ea typeface="Source Sans Pro" panose="020B0503030403020204" pitchFamily="34" charset="0"/>
              <a:sym typeface="Wingdings" pitchFamily="2" charset="2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3A27F63-C1FC-154C-9319-9DA7EEC73679}"/>
              </a:ext>
            </a:extLst>
          </p:cNvPr>
          <p:cNvSpPr txBox="1"/>
          <p:nvPr/>
        </p:nvSpPr>
        <p:spPr>
          <a:xfrm>
            <a:off x="-11884204" y="4450200"/>
            <a:ext cx="11519203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000F7E"/>
                </a:solidFill>
                <a:latin typeface="Arial" panose="020B0604020202020204" pitchFamily="34" charset="0"/>
                <a:ea typeface="Source Sans Pro" panose="020B0503030403020204" pitchFamily="34" charset="0"/>
                <a:sym typeface="Wingdings" pitchFamily="2" charset="2"/>
              </a:rPr>
              <a:t>Go to </a:t>
            </a:r>
            <a:r>
              <a:rPr lang="en-US" b="1" dirty="0">
                <a:solidFill>
                  <a:srgbClr val="000F7E"/>
                </a:solidFill>
                <a:latin typeface="Arial" panose="020B0604020202020204" pitchFamily="34" charset="0"/>
                <a:ea typeface="Source Sans Pro" panose="020B0503030403020204" pitchFamily="34" charset="0"/>
                <a:sym typeface="Wingdings" pitchFamily="2" charset="2"/>
              </a:rPr>
              <a:t>View&gt;Guides </a:t>
            </a:r>
            <a:r>
              <a:rPr lang="en-US" dirty="0">
                <a:solidFill>
                  <a:srgbClr val="000F7E"/>
                </a:solidFill>
                <a:latin typeface="Arial" panose="020B0604020202020204" pitchFamily="34" charset="0"/>
                <a:ea typeface="Source Sans Pro" panose="020B0503030403020204" pitchFamily="34" charset="0"/>
                <a:sym typeface="Wingdings" pitchFamily="2" charset="2"/>
              </a:rPr>
              <a:t>to view layout guidelines.</a:t>
            </a:r>
            <a:endParaRPr lang="en-US" sz="3600" dirty="0">
              <a:solidFill>
                <a:srgbClr val="000F7E"/>
              </a:solidFill>
              <a:latin typeface="Arial" panose="020B0604020202020204" pitchFamily="34" charset="0"/>
              <a:ea typeface="Source Sans Pro" panose="020B0503030403020204" pitchFamily="34" charset="0"/>
              <a:sym typeface="Wingdings" pitchFamily="2" charset="2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A0D8EC-E309-CA4F-8877-872D252E60E3}"/>
              </a:ext>
            </a:extLst>
          </p:cNvPr>
          <p:cNvSpPr txBox="1"/>
          <p:nvPr/>
        </p:nvSpPr>
        <p:spPr>
          <a:xfrm>
            <a:off x="-14494932" y="8512535"/>
            <a:ext cx="14031534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000F7E"/>
                </a:solidFill>
                <a:latin typeface="Arial" panose="020B0604020202020204" pitchFamily="34" charset="0"/>
                <a:ea typeface="Source Sans Pro" panose="020B0503030403020204" pitchFamily="34" charset="0"/>
                <a:sym typeface="Wingdings" pitchFamily="2" charset="2"/>
              </a:rPr>
              <a:t>*Character spacing can be set in the </a:t>
            </a:r>
            <a:r>
              <a:rPr lang="en-US" b="1" dirty="0">
                <a:solidFill>
                  <a:srgbClr val="000F7E"/>
                </a:solidFill>
                <a:latin typeface="Arial" panose="020B0604020202020204" pitchFamily="34" charset="0"/>
                <a:ea typeface="Source Sans Pro" panose="020B0503030403020204" pitchFamily="34" charset="0"/>
                <a:sym typeface="Wingdings" pitchFamily="2" charset="2"/>
              </a:rPr>
              <a:t>Home Tab </a:t>
            </a:r>
            <a:r>
              <a:rPr lang="en-US" dirty="0">
                <a:solidFill>
                  <a:srgbClr val="000F7E"/>
                </a:solidFill>
                <a:latin typeface="Arial" panose="020B0604020202020204" pitchFamily="34" charset="0"/>
                <a:ea typeface="Source Sans Pro" panose="020B0503030403020204" pitchFamily="34" charset="0"/>
                <a:sym typeface="Wingdings" pitchFamily="2" charset="2"/>
              </a:rPr>
              <a:t>on the </a:t>
            </a:r>
            <a:r>
              <a:rPr lang="en-US" b="1" dirty="0">
                <a:solidFill>
                  <a:srgbClr val="000F7E"/>
                </a:solidFill>
                <a:latin typeface="Arial" panose="020B0604020202020204" pitchFamily="34" charset="0"/>
                <a:ea typeface="Source Sans Pro" panose="020B0503030403020204" pitchFamily="34" charset="0"/>
                <a:sym typeface="Wingdings" pitchFamily="2" charset="2"/>
              </a:rPr>
              <a:t>Toolbar</a:t>
            </a:r>
            <a:r>
              <a:rPr lang="en-US" dirty="0">
                <a:solidFill>
                  <a:srgbClr val="000F7E"/>
                </a:solidFill>
                <a:latin typeface="Arial" panose="020B0604020202020204" pitchFamily="34" charset="0"/>
                <a:ea typeface="Source Sans Pro" panose="020B0503030403020204" pitchFamily="34" charset="0"/>
                <a:sym typeface="Wingdings" pitchFamily="2" charset="2"/>
              </a:rPr>
              <a:t> below font name</a:t>
            </a:r>
            <a:endParaRPr lang="en-US" sz="3600" dirty="0">
              <a:solidFill>
                <a:srgbClr val="000F7E"/>
              </a:solidFill>
              <a:latin typeface="Arial" panose="020B0604020202020204" pitchFamily="34" charset="0"/>
              <a:ea typeface="Source Sans Pro" panose="020B0503030403020204" pitchFamily="34" charset="0"/>
              <a:sym typeface="Wingdings" pitchFamily="2" charset="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4DC08E-CDF7-F847-8943-0952D8008ED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-12115666" y="12390520"/>
            <a:ext cx="11652268" cy="2402869"/>
          </a:xfrm>
          <a:prstGeom prst="rect">
            <a:avLst/>
          </a:prstGeom>
        </p:spPr>
      </p:pic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ADF15B3B-EC7D-B24B-B259-473561AA6778}"/>
              </a:ext>
            </a:extLst>
          </p:cNvPr>
          <p:cNvSpPr txBox="1">
            <a:spLocks/>
          </p:cNvSpPr>
          <p:nvPr/>
        </p:nvSpPr>
        <p:spPr>
          <a:xfrm>
            <a:off x="20155545" y="30909917"/>
            <a:ext cx="3290956" cy="35678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1567533" indent="-1567533" algn="l" defTabSz="2090044" rtl="0" eaLnBrk="1" latinLnBrk="0" hangingPunct="1">
              <a:spcBef>
                <a:spcPct val="20000"/>
              </a:spcBef>
              <a:buFontTx/>
              <a:buNone/>
              <a:defRPr sz="1000" b="0" i="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396322" indent="-1306278" algn="l" defTabSz="2090044" rtl="0" eaLnBrk="1" latinLnBrk="0" hangingPunct="1">
              <a:spcBef>
                <a:spcPct val="20000"/>
              </a:spcBef>
              <a:buFontTx/>
              <a:buNone/>
              <a:defRPr sz="1200" b="0" i="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5225110" indent="-1045022" algn="l" defTabSz="2090044" rtl="0" eaLnBrk="1" latinLnBrk="0" hangingPunct="1">
              <a:spcBef>
                <a:spcPct val="20000"/>
              </a:spcBef>
              <a:buFontTx/>
              <a:buNone/>
              <a:defRPr sz="1200" b="0" i="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7315154" indent="-1045022" algn="l" defTabSz="2090044" rtl="0" eaLnBrk="1" latinLnBrk="0" hangingPunct="1">
              <a:spcBef>
                <a:spcPct val="20000"/>
              </a:spcBef>
              <a:buFontTx/>
              <a:buNone/>
              <a:defRPr sz="1200" b="0" i="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9405198" indent="-1045022" algn="l" defTabSz="2090044" rtl="0" eaLnBrk="1" latinLnBrk="0" hangingPunct="1">
              <a:spcBef>
                <a:spcPct val="20000"/>
              </a:spcBef>
              <a:buFontTx/>
              <a:buNone/>
              <a:defRPr sz="1200" b="0" i="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1495242" indent="-1045022" algn="l" defTabSz="2090044" rtl="0" eaLnBrk="1" latinLnBrk="0" hangingPunct="1">
              <a:spcBef>
                <a:spcPct val="20000"/>
              </a:spcBef>
              <a:buFont typeface="Arial"/>
              <a:buChar char="•"/>
              <a:defRPr sz="9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85287" indent="-1045022" algn="l" defTabSz="2090044" rtl="0" eaLnBrk="1" latinLnBrk="0" hangingPunct="1">
              <a:spcBef>
                <a:spcPct val="20000"/>
              </a:spcBef>
              <a:buFont typeface="Arial"/>
              <a:buChar char="•"/>
              <a:defRPr sz="9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675331" indent="-1045022" algn="l" defTabSz="2090044" rtl="0" eaLnBrk="1" latinLnBrk="0" hangingPunct="1">
              <a:spcBef>
                <a:spcPct val="20000"/>
              </a:spcBef>
              <a:buFont typeface="Arial"/>
              <a:buChar char="•"/>
              <a:defRPr sz="9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765375" indent="-1045022" algn="l" defTabSz="2090044" rtl="0" eaLnBrk="1" latinLnBrk="0" hangingPunct="1">
              <a:spcBef>
                <a:spcPct val="20000"/>
              </a:spcBef>
              <a:buFont typeface="Arial"/>
              <a:buChar char="•"/>
              <a:defRPr sz="9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rgbClr val="CDD1E2"/>
                </a:solidFill>
              </a:rPr>
              <a:t>LA-UR# number goes here</a:t>
            </a:r>
          </a:p>
        </p:txBody>
      </p:sp>
    </p:spTree>
    <p:extLst>
      <p:ext uri="{BB962C8B-B14F-4D97-AF65-F5344CB8AC3E}">
        <p14:creationId xmlns:p14="http://schemas.microsoft.com/office/powerpoint/2010/main" val="2231424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11836</TotalTime>
  <Words>1091</Words>
  <Application>Microsoft Macintosh PowerPoint</Application>
  <PresentationFormat>Custom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LANL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z210424</dc:creator>
  <cp:lastModifiedBy>Microsoft Office User</cp:lastModifiedBy>
  <cp:revision>74</cp:revision>
  <dcterms:created xsi:type="dcterms:W3CDTF">2014-07-21T16:08:02Z</dcterms:created>
  <dcterms:modified xsi:type="dcterms:W3CDTF">2021-07-28T16:40:55Z</dcterms:modified>
</cp:coreProperties>
</file>